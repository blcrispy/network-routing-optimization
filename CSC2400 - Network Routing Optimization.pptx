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5" r:id="rId1"/>
    <p:sldMasterId id="2147483696" r:id="rId2"/>
  </p:sldMasterIdLst>
  <p:notesMasterIdLst>
    <p:notesMasterId r:id="rId2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9144000" cy="5143500" type="screen16x9"/>
  <p:notesSz cx="6858000" cy="9144000"/>
  <p:embeddedFontLst>
    <p:embeddedFont>
      <p:font typeface="Roboto" panose="02000000000000000000" pitchFamily="2" charset="0"/>
      <p:regular r:id="rId26"/>
      <p:bold r:id="rId27"/>
      <p:italic r:id="rId28"/>
      <p:boldItalic r:id="rId29"/>
    </p:embeddedFont>
    <p:embeddedFont>
      <p:font typeface="Space Grotesk" panose="020B0604020202020204" charset="0"/>
      <p:regular r:id="rId30"/>
      <p:bold r:id="rId31"/>
    </p:embeddedFont>
    <p:embeddedFont>
      <p:font typeface="Space Grotesk Light" panose="020B0604020202020204" charset="0"/>
      <p:regular r:id="rId32"/>
      <p:bold r:id="rId33"/>
    </p:embeddedFont>
    <p:embeddedFont>
      <p:font typeface="Space Grotesk Medium" panose="020B0604020202020204" charset="0"/>
      <p:regular r:id="rId34"/>
      <p:bold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504"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1.fntdata"/><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9.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7.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3.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d91397280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d91397280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d97cc0c233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3d97cc0c233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d97cc0c233_1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d97cc0c233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d913972800_0_3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3d913972800_0_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d97cc0c233_1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3d97cc0c233_1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3d913972800_0_4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3d913972800_0_4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d913972800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3d913972800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g3d97cc0c233_1_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5" name="Google Shape;475;g3d97cc0c233_1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d913972800_0_5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3d913972800_0_5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d97cc0c233_1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3d97cc0c233_1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3d97cc0c233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g3d97cc0c233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g3d97cc0c233_2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2" name="Google Shape;572;g3d97cc0c233_2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g3d97cc0c233_2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3d97cc0c233_2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d97cc0c233_2_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3d97cc0c233_2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3d913972800_0_3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3d913972800_0_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g3d95960a7d5_1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1" name="Google Shape;621;g3d95960a7d5_1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3d95960a7d5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3d95960a7d5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3d95960a7d5_1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3d95960a7d5_1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3d95960a7d5_1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2" name="Google Shape;662;g3d95960a7d5_1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d95960a7d5_1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5" name="Google Shape;675;g3d95960a7d5_1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5"/>
        <p:cNvGrpSpPr/>
        <p:nvPr/>
      </p:nvGrpSpPr>
      <p:grpSpPr>
        <a:xfrm>
          <a:off x="0" y="0"/>
          <a:ext cx="0" cy="0"/>
          <a:chOff x="0" y="0"/>
          <a:chExt cx="0" cy="0"/>
        </a:xfrm>
      </p:grpSpPr>
      <p:sp>
        <p:nvSpPr>
          <p:cNvPr id="696" name="Google Shape;696;g3d95960a7d5_1_1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7" name="Google Shape;697;g3d95960a7d5_1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g3d913972800_0_3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3" name="Google Shape;713;g3d913972800_0_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type="blank">
  <p:cSld name="BLANK">
    <p:bg>
      <p:bgPr>
        <a:gradFill>
          <a:gsLst>
            <a:gs pos="0">
              <a:schemeClr val="accent4"/>
            </a:gs>
            <a:gs pos="100000">
              <a:schemeClr val="dk1"/>
            </a:gs>
          </a:gsLst>
          <a:lin ang="5400012" scaled="0"/>
        </a:gradFill>
        <a:effectLst/>
      </p:bgPr>
    </p:bg>
    <p:spTree>
      <p:nvGrpSpPr>
        <p:cNvPr id="1" name="Shape 53"/>
        <p:cNvGrpSpPr/>
        <p:nvPr/>
      </p:nvGrpSpPr>
      <p:grpSpPr>
        <a:xfrm>
          <a:off x="0" y="0"/>
          <a:ext cx="0" cy="0"/>
          <a:chOff x="0" y="0"/>
          <a:chExt cx="0" cy="0"/>
        </a:xfrm>
      </p:grpSpPr>
      <p:sp>
        <p:nvSpPr>
          <p:cNvPr id="54" name="Google Shape;54;p14"/>
          <p:cNvSpPr/>
          <p:nvPr/>
        </p:nvSpPr>
        <p:spPr>
          <a:xfrm rot="3659249">
            <a:off x="3884409" y="-1334980"/>
            <a:ext cx="7813599" cy="7813599"/>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55" name="Google Shape;55;p14"/>
          <p:cNvSpPr txBox="1">
            <a:spLocks noGrp="1"/>
          </p:cNvSpPr>
          <p:nvPr>
            <p:ph type="title"/>
          </p:nvPr>
        </p:nvSpPr>
        <p:spPr>
          <a:xfrm>
            <a:off x="226100" y="144575"/>
            <a:ext cx="8689200" cy="23226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6400">
                <a:latin typeface="Space Grotesk Light"/>
                <a:ea typeface="Space Grotesk Light"/>
                <a:cs typeface="Space Grotesk Light"/>
                <a:sym typeface="Space Grotesk Light"/>
              </a:defRPr>
            </a:lvl1pPr>
            <a:lvl2pPr lvl="1">
              <a:lnSpc>
                <a:spcPct val="85000"/>
              </a:lnSpc>
              <a:spcBef>
                <a:spcPts val="0"/>
              </a:spcBef>
              <a:spcAft>
                <a:spcPts val="0"/>
              </a:spcAft>
              <a:buNone/>
              <a:defRPr sz="6400">
                <a:latin typeface="Space Grotesk Light"/>
                <a:ea typeface="Space Grotesk Light"/>
                <a:cs typeface="Space Grotesk Light"/>
                <a:sym typeface="Space Grotesk Light"/>
              </a:defRPr>
            </a:lvl2pPr>
            <a:lvl3pPr lvl="2">
              <a:lnSpc>
                <a:spcPct val="85000"/>
              </a:lnSpc>
              <a:spcBef>
                <a:spcPts val="0"/>
              </a:spcBef>
              <a:spcAft>
                <a:spcPts val="0"/>
              </a:spcAft>
              <a:buNone/>
              <a:defRPr sz="6400">
                <a:latin typeface="Space Grotesk Light"/>
                <a:ea typeface="Space Grotesk Light"/>
                <a:cs typeface="Space Grotesk Light"/>
                <a:sym typeface="Space Grotesk Light"/>
              </a:defRPr>
            </a:lvl3pPr>
            <a:lvl4pPr lvl="3">
              <a:lnSpc>
                <a:spcPct val="85000"/>
              </a:lnSpc>
              <a:spcBef>
                <a:spcPts val="0"/>
              </a:spcBef>
              <a:spcAft>
                <a:spcPts val="0"/>
              </a:spcAft>
              <a:buNone/>
              <a:defRPr sz="6400">
                <a:latin typeface="Space Grotesk Light"/>
                <a:ea typeface="Space Grotesk Light"/>
                <a:cs typeface="Space Grotesk Light"/>
                <a:sym typeface="Space Grotesk Light"/>
              </a:defRPr>
            </a:lvl4pPr>
            <a:lvl5pPr lvl="4">
              <a:lnSpc>
                <a:spcPct val="85000"/>
              </a:lnSpc>
              <a:spcBef>
                <a:spcPts val="0"/>
              </a:spcBef>
              <a:spcAft>
                <a:spcPts val="0"/>
              </a:spcAft>
              <a:buNone/>
              <a:defRPr sz="6400">
                <a:latin typeface="Space Grotesk Light"/>
                <a:ea typeface="Space Grotesk Light"/>
                <a:cs typeface="Space Grotesk Light"/>
                <a:sym typeface="Space Grotesk Light"/>
              </a:defRPr>
            </a:lvl5pPr>
            <a:lvl6pPr lvl="5">
              <a:lnSpc>
                <a:spcPct val="85000"/>
              </a:lnSpc>
              <a:spcBef>
                <a:spcPts val="0"/>
              </a:spcBef>
              <a:spcAft>
                <a:spcPts val="0"/>
              </a:spcAft>
              <a:buNone/>
              <a:defRPr sz="6400">
                <a:latin typeface="Space Grotesk Light"/>
                <a:ea typeface="Space Grotesk Light"/>
                <a:cs typeface="Space Grotesk Light"/>
                <a:sym typeface="Space Grotesk Light"/>
              </a:defRPr>
            </a:lvl6pPr>
            <a:lvl7pPr lvl="6">
              <a:lnSpc>
                <a:spcPct val="85000"/>
              </a:lnSpc>
              <a:spcBef>
                <a:spcPts val="0"/>
              </a:spcBef>
              <a:spcAft>
                <a:spcPts val="0"/>
              </a:spcAft>
              <a:buNone/>
              <a:defRPr sz="6400">
                <a:latin typeface="Space Grotesk Light"/>
                <a:ea typeface="Space Grotesk Light"/>
                <a:cs typeface="Space Grotesk Light"/>
                <a:sym typeface="Space Grotesk Light"/>
              </a:defRPr>
            </a:lvl7pPr>
            <a:lvl8pPr lvl="7">
              <a:lnSpc>
                <a:spcPct val="85000"/>
              </a:lnSpc>
              <a:spcBef>
                <a:spcPts val="0"/>
              </a:spcBef>
              <a:spcAft>
                <a:spcPts val="0"/>
              </a:spcAft>
              <a:buNone/>
              <a:defRPr sz="6400">
                <a:latin typeface="Space Grotesk Light"/>
                <a:ea typeface="Space Grotesk Light"/>
                <a:cs typeface="Space Grotesk Light"/>
                <a:sym typeface="Space Grotesk Light"/>
              </a:defRPr>
            </a:lvl8pPr>
            <a:lvl9pPr lvl="8">
              <a:lnSpc>
                <a:spcPct val="85000"/>
              </a:lnSpc>
              <a:spcBef>
                <a:spcPts val="0"/>
              </a:spcBef>
              <a:spcAft>
                <a:spcPts val="0"/>
              </a:spcAft>
              <a:buNone/>
              <a:defRPr sz="6400">
                <a:latin typeface="Space Grotesk Light"/>
                <a:ea typeface="Space Grotesk Light"/>
                <a:cs typeface="Space Grotesk Light"/>
                <a:sym typeface="Space Grotesk Light"/>
              </a:defRPr>
            </a:lvl9pPr>
          </a:lstStyle>
          <a:p>
            <a:endParaRPr/>
          </a:p>
        </p:txBody>
      </p:sp>
      <p:sp>
        <p:nvSpPr>
          <p:cNvPr id="56" name="Google Shape;56;p14"/>
          <p:cNvSpPr txBox="1">
            <a:spLocks noGrp="1"/>
          </p:cNvSpPr>
          <p:nvPr>
            <p:ph type="title" idx="2"/>
          </p:nvPr>
        </p:nvSpPr>
        <p:spPr>
          <a:xfrm>
            <a:off x="1404200" y="2784425"/>
            <a:ext cx="7551000" cy="2280300"/>
          </a:xfrm>
          <a:prstGeom prst="rect">
            <a:avLst/>
          </a:prstGeom>
        </p:spPr>
        <p:txBody>
          <a:bodyPr spcFirstLastPara="1" wrap="square" lIns="0" tIns="0" rIns="0" bIns="0" anchor="b" anchorCtr="0">
            <a:noAutofit/>
          </a:bodyPr>
          <a:lstStyle>
            <a:lvl1pPr lvl="0" algn="r">
              <a:lnSpc>
                <a:spcPct val="85000"/>
              </a:lnSpc>
              <a:spcBef>
                <a:spcPts val="0"/>
              </a:spcBef>
              <a:spcAft>
                <a:spcPts val="0"/>
              </a:spcAft>
              <a:buNone/>
              <a:defRPr sz="6400">
                <a:latin typeface="Space Grotesk Light"/>
                <a:ea typeface="Space Grotesk Light"/>
                <a:cs typeface="Space Grotesk Light"/>
                <a:sym typeface="Space Grotesk Light"/>
              </a:defRPr>
            </a:lvl1pPr>
            <a:lvl2pPr lvl="1" algn="r">
              <a:lnSpc>
                <a:spcPct val="85000"/>
              </a:lnSpc>
              <a:spcBef>
                <a:spcPts val="0"/>
              </a:spcBef>
              <a:spcAft>
                <a:spcPts val="0"/>
              </a:spcAft>
              <a:buNone/>
              <a:defRPr sz="6400">
                <a:latin typeface="Space Grotesk Light"/>
                <a:ea typeface="Space Grotesk Light"/>
                <a:cs typeface="Space Grotesk Light"/>
                <a:sym typeface="Space Grotesk Light"/>
              </a:defRPr>
            </a:lvl2pPr>
            <a:lvl3pPr lvl="2" algn="r">
              <a:lnSpc>
                <a:spcPct val="85000"/>
              </a:lnSpc>
              <a:spcBef>
                <a:spcPts val="0"/>
              </a:spcBef>
              <a:spcAft>
                <a:spcPts val="0"/>
              </a:spcAft>
              <a:buNone/>
              <a:defRPr sz="6400">
                <a:latin typeface="Space Grotesk Light"/>
                <a:ea typeface="Space Grotesk Light"/>
                <a:cs typeface="Space Grotesk Light"/>
                <a:sym typeface="Space Grotesk Light"/>
              </a:defRPr>
            </a:lvl3pPr>
            <a:lvl4pPr lvl="3" algn="r">
              <a:lnSpc>
                <a:spcPct val="85000"/>
              </a:lnSpc>
              <a:spcBef>
                <a:spcPts val="0"/>
              </a:spcBef>
              <a:spcAft>
                <a:spcPts val="0"/>
              </a:spcAft>
              <a:buNone/>
              <a:defRPr sz="6400">
                <a:latin typeface="Space Grotesk Light"/>
                <a:ea typeface="Space Grotesk Light"/>
                <a:cs typeface="Space Grotesk Light"/>
                <a:sym typeface="Space Grotesk Light"/>
              </a:defRPr>
            </a:lvl4pPr>
            <a:lvl5pPr lvl="4" algn="r">
              <a:lnSpc>
                <a:spcPct val="85000"/>
              </a:lnSpc>
              <a:spcBef>
                <a:spcPts val="0"/>
              </a:spcBef>
              <a:spcAft>
                <a:spcPts val="0"/>
              </a:spcAft>
              <a:buNone/>
              <a:defRPr sz="6400">
                <a:latin typeface="Space Grotesk Light"/>
                <a:ea typeface="Space Grotesk Light"/>
                <a:cs typeface="Space Grotesk Light"/>
                <a:sym typeface="Space Grotesk Light"/>
              </a:defRPr>
            </a:lvl5pPr>
            <a:lvl6pPr lvl="5" algn="r">
              <a:lnSpc>
                <a:spcPct val="85000"/>
              </a:lnSpc>
              <a:spcBef>
                <a:spcPts val="0"/>
              </a:spcBef>
              <a:spcAft>
                <a:spcPts val="0"/>
              </a:spcAft>
              <a:buNone/>
              <a:defRPr sz="6400">
                <a:latin typeface="Space Grotesk Light"/>
                <a:ea typeface="Space Grotesk Light"/>
                <a:cs typeface="Space Grotesk Light"/>
                <a:sym typeface="Space Grotesk Light"/>
              </a:defRPr>
            </a:lvl6pPr>
            <a:lvl7pPr lvl="6" algn="r">
              <a:lnSpc>
                <a:spcPct val="85000"/>
              </a:lnSpc>
              <a:spcBef>
                <a:spcPts val="0"/>
              </a:spcBef>
              <a:spcAft>
                <a:spcPts val="0"/>
              </a:spcAft>
              <a:buNone/>
              <a:defRPr sz="6400">
                <a:latin typeface="Space Grotesk Light"/>
                <a:ea typeface="Space Grotesk Light"/>
                <a:cs typeface="Space Grotesk Light"/>
                <a:sym typeface="Space Grotesk Light"/>
              </a:defRPr>
            </a:lvl7pPr>
            <a:lvl8pPr lvl="7" algn="r">
              <a:lnSpc>
                <a:spcPct val="85000"/>
              </a:lnSpc>
              <a:spcBef>
                <a:spcPts val="0"/>
              </a:spcBef>
              <a:spcAft>
                <a:spcPts val="0"/>
              </a:spcAft>
              <a:buNone/>
              <a:defRPr sz="6400">
                <a:latin typeface="Space Grotesk Light"/>
                <a:ea typeface="Space Grotesk Light"/>
                <a:cs typeface="Space Grotesk Light"/>
                <a:sym typeface="Space Grotesk Light"/>
              </a:defRPr>
            </a:lvl8pPr>
            <a:lvl9pPr lvl="8" algn="r">
              <a:lnSpc>
                <a:spcPct val="85000"/>
              </a:lnSpc>
              <a:spcBef>
                <a:spcPts val="0"/>
              </a:spcBef>
              <a:spcAft>
                <a:spcPts val="0"/>
              </a:spcAft>
              <a:buNone/>
              <a:defRPr sz="6400">
                <a:latin typeface="Space Grotesk Light"/>
                <a:ea typeface="Space Grotesk Light"/>
                <a:cs typeface="Space Grotesk Light"/>
                <a:sym typeface="Space Grotesk Light"/>
              </a:defRPr>
            </a:lvl9pPr>
          </a:lstStyle>
          <a:p>
            <a:endParaRPr/>
          </a:p>
        </p:txBody>
      </p:sp>
      <p:sp>
        <p:nvSpPr>
          <p:cNvPr id="57" name="Google Shape;57;p14"/>
          <p:cNvSpPr txBox="1">
            <a:spLocks noGrp="1"/>
          </p:cNvSpPr>
          <p:nvPr>
            <p:ph type="subTitle" idx="1"/>
          </p:nvPr>
        </p:nvSpPr>
        <p:spPr>
          <a:xfrm>
            <a:off x="228600" y="2888900"/>
            <a:ext cx="5107800" cy="3693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2400"/>
              <a:buFont typeface="Space Grotesk"/>
              <a:buNone/>
              <a:defRPr sz="2400">
                <a:solidFill>
                  <a:schemeClr val="accent2"/>
                </a:solidFill>
              </a:defRPr>
            </a:lvl1pPr>
            <a:lvl2pPr lvl="1">
              <a:spcBef>
                <a:spcPts val="0"/>
              </a:spcBef>
              <a:spcAft>
                <a:spcPts val="0"/>
              </a:spcAft>
              <a:buClr>
                <a:schemeClr val="accent2"/>
              </a:buClr>
              <a:buSzPts val="2400"/>
              <a:buFont typeface="Space Grotesk"/>
              <a:buNone/>
              <a:defRPr sz="2400">
                <a:solidFill>
                  <a:schemeClr val="accent2"/>
                </a:solidFill>
              </a:defRPr>
            </a:lvl2pPr>
            <a:lvl3pPr lvl="2">
              <a:spcBef>
                <a:spcPts val="0"/>
              </a:spcBef>
              <a:spcAft>
                <a:spcPts val="0"/>
              </a:spcAft>
              <a:buClr>
                <a:schemeClr val="accent2"/>
              </a:buClr>
              <a:buSzPts val="2400"/>
              <a:buFont typeface="Space Grotesk"/>
              <a:buNone/>
              <a:defRPr sz="2400">
                <a:solidFill>
                  <a:schemeClr val="accent2"/>
                </a:solidFill>
              </a:defRPr>
            </a:lvl3pPr>
            <a:lvl4pPr lvl="3">
              <a:spcBef>
                <a:spcPts val="0"/>
              </a:spcBef>
              <a:spcAft>
                <a:spcPts val="0"/>
              </a:spcAft>
              <a:buClr>
                <a:schemeClr val="accent2"/>
              </a:buClr>
              <a:buSzPts val="2400"/>
              <a:buFont typeface="Space Grotesk"/>
              <a:buNone/>
              <a:defRPr sz="2400">
                <a:solidFill>
                  <a:schemeClr val="accent2"/>
                </a:solidFill>
              </a:defRPr>
            </a:lvl4pPr>
            <a:lvl5pPr lvl="4">
              <a:spcBef>
                <a:spcPts val="0"/>
              </a:spcBef>
              <a:spcAft>
                <a:spcPts val="0"/>
              </a:spcAft>
              <a:buClr>
                <a:schemeClr val="accent2"/>
              </a:buClr>
              <a:buSzPts val="2400"/>
              <a:buFont typeface="Space Grotesk"/>
              <a:buNone/>
              <a:defRPr sz="2400">
                <a:solidFill>
                  <a:schemeClr val="accent2"/>
                </a:solidFill>
              </a:defRPr>
            </a:lvl5pPr>
            <a:lvl6pPr lvl="5">
              <a:spcBef>
                <a:spcPts val="0"/>
              </a:spcBef>
              <a:spcAft>
                <a:spcPts val="0"/>
              </a:spcAft>
              <a:buClr>
                <a:schemeClr val="accent2"/>
              </a:buClr>
              <a:buSzPts val="2400"/>
              <a:buFont typeface="Space Grotesk"/>
              <a:buNone/>
              <a:defRPr sz="2400">
                <a:solidFill>
                  <a:schemeClr val="accent2"/>
                </a:solidFill>
              </a:defRPr>
            </a:lvl6pPr>
            <a:lvl7pPr lvl="6">
              <a:spcBef>
                <a:spcPts val="0"/>
              </a:spcBef>
              <a:spcAft>
                <a:spcPts val="0"/>
              </a:spcAft>
              <a:buClr>
                <a:schemeClr val="accent2"/>
              </a:buClr>
              <a:buSzPts val="2400"/>
              <a:buFont typeface="Space Grotesk"/>
              <a:buNone/>
              <a:defRPr sz="2400">
                <a:solidFill>
                  <a:schemeClr val="accent2"/>
                </a:solidFill>
              </a:defRPr>
            </a:lvl7pPr>
            <a:lvl8pPr lvl="7">
              <a:spcBef>
                <a:spcPts val="0"/>
              </a:spcBef>
              <a:spcAft>
                <a:spcPts val="0"/>
              </a:spcAft>
              <a:buClr>
                <a:schemeClr val="accent2"/>
              </a:buClr>
              <a:buSzPts val="2400"/>
              <a:buFont typeface="Space Grotesk"/>
              <a:buNone/>
              <a:defRPr sz="2400">
                <a:solidFill>
                  <a:schemeClr val="accent2"/>
                </a:solidFill>
              </a:defRPr>
            </a:lvl8pPr>
            <a:lvl9pPr lvl="8">
              <a:spcBef>
                <a:spcPts val="0"/>
              </a:spcBef>
              <a:spcAft>
                <a:spcPts val="0"/>
              </a:spcAft>
              <a:buClr>
                <a:schemeClr val="accent2"/>
              </a:buClr>
              <a:buSzPts val="2400"/>
              <a:buFont typeface="Space Grotesk"/>
              <a:buNone/>
              <a:defRPr sz="2400">
                <a:solidFill>
                  <a:schemeClr val="accent2"/>
                </a:solidFill>
              </a:defRPr>
            </a:lvl9pPr>
          </a:lstStyle>
          <a:p>
            <a:endParaRPr/>
          </a:p>
        </p:txBody>
      </p:sp>
      <p:sp>
        <p:nvSpPr>
          <p:cNvPr id="58" name="Google Shape;58;p14"/>
          <p:cNvSpPr txBox="1">
            <a:spLocks noGrp="1"/>
          </p:cNvSpPr>
          <p:nvPr>
            <p:ph type="subTitle" idx="3"/>
          </p:nvPr>
        </p:nvSpPr>
        <p:spPr>
          <a:xfrm>
            <a:off x="226100" y="480161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59" name="Google Shape;59;p14"/>
          <p:cNvSpPr txBox="1">
            <a:spLocks noGrp="1"/>
          </p:cNvSpPr>
          <p:nvPr>
            <p:ph type="subTitle" idx="4"/>
          </p:nvPr>
        </p:nvSpPr>
        <p:spPr>
          <a:xfrm>
            <a:off x="6097200" y="3018188"/>
            <a:ext cx="2818200" cy="110700"/>
          </a:xfrm>
          <a:prstGeom prst="rect">
            <a:avLst/>
          </a:prstGeom>
        </p:spPr>
        <p:txBody>
          <a:bodyPr spcFirstLastPara="1" wrap="square" lIns="0" tIns="0" rIns="0" bIns="0" anchor="ctr" anchorCtr="0">
            <a:noAutofit/>
          </a:bodyPr>
          <a:lstStyle>
            <a:lvl1pPr lvl="0" algn="r">
              <a:spcBef>
                <a:spcPts val="0"/>
              </a:spcBef>
              <a:spcAft>
                <a:spcPts val="0"/>
              </a:spcAft>
              <a:buClr>
                <a:schemeClr val="lt1"/>
              </a:buClr>
              <a:buSzPts val="1000"/>
              <a:buFont typeface="Roboto"/>
              <a:buNone/>
              <a:defRPr sz="1000">
                <a:latin typeface="Roboto"/>
                <a:ea typeface="Roboto"/>
                <a:cs typeface="Roboto"/>
                <a:sym typeface="Roboto"/>
              </a:defRPr>
            </a:lvl1pPr>
            <a:lvl2pPr lvl="1" algn="r">
              <a:spcBef>
                <a:spcPts val="0"/>
              </a:spcBef>
              <a:spcAft>
                <a:spcPts val="0"/>
              </a:spcAft>
              <a:buClr>
                <a:schemeClr val="lt1"/>
              </a:buClr>
              <a:buSzPts val="1000"/>
              <a:buFont typeface="Roboto"/>
              <a:buNone/>
              <a:defRPr sz="1000">
                <a:latin typeface="Roboto"/>
                <a:ea typeface="Roboto"/>
                <a:cs typeface="Roboto"/>
                <a:sym typeface="Roboto"/>
              </a:defRPr>
            </a:lvl2pPr>
            <a:lvl3pPr lvl="2" algn="r">
              <a:spcBef>
                <a:spcPts val="0"/>
              </a:spcBef>
              <a:spcAft>
                <a:spcPts val="0"/>
              </a:spcAft>
              <a:buClr>
                <a:schemeClr val="lt1"/>
              </a:buClr>
              <a:buSzPts val="1000"/>
              <a:buFont typeface="Roboto"/>
              <a:buNone/>
              <a:defRPr sz="1000">
                <a:latin typeface="Roboto"/>
                <a:ea typeface="Roboto"/>
                <a:cs typeface="Roboto"/>
                <a:sym typeface="Roboto"/>
              </a:defRPr>
            </a:lvl3pPr>
            <a:lvl4pPr lvl="3" algn="r">
              <a:spcBef>
                <a:spcPts val="0"/>
              </a:spcBef>
              <a:spcAft>
                <a:spcPts val="0"/>
              </a:spcAft>
              <a:buClr>
                <a:schemeClr val="lt1"/>
              </a:buClr>
              <a:buSzPts val="1000"/>
              <a:buFont typeface="Roboto"/>
              <a:buNone/>
              <a:defRPr sz="1000">
                <a:latin typeface="Roboto"/>
                <a:ea typeface="Roboto"/>
                <a:cs typeface="Roboto"/>
                <a:sym typeface="Roboto"/>
              </a:defRPr>
            </a:lvl4pPr>
            <a:lvl5pPr lvl="4" algn="r">
              <a:spcBef>
                <a:spcPts val="0"/>
              </a:spcBef>
              <a:spcAft>
                <a:spcPts val="0"/>
              </a:spcAft>
              <a:buClr>
                <a:schemeClr val="lt1"/>
              </a:buClr>
              <a:buSzPts val="1000"/>
              <a:buFont typeface="Roboto"/>
              <a:buNone/>
              <a:defRPr sz="1000">
                <a:latin typeface="Roboto"/>
                <a:ea typeface="Roboto"/>
                <a:cs typeface="Roboto"/>
                <a:sym typeface="Roboto"/>
              </a:defRPr>
            </a:lvl5pPr>
            <a:lvl6pPr lvl="5" algn="r">
              <a:spcBef>
                <a:spcPts val="0"/>
              </a:spcBef>
              <a:spcAft>
                <a:spcPts val="0"/>
              </a:spcAft>
              <a:buClr>
                <a:schemeClr val="lt1"/>
              </a:buClr>
              <a:buSzPts val="1000"/>
              <a:buFont typeface="Roboto"/>
              <a:buNone/>
              <a:defRPr sz="1000">
                <a:latin typeface="Roboto"/>
                <a:ea typeface="Roboto"/>
                <a:cs typeface="Roboto"/>
                <a:sym typeface="Roboto"/>
              </a:defRPr>
            </a:lvl6pPr>
            <a:lvl7pPr lvl="6" algn="r">
              <a:spcBef>
                <a:spcPts val="0"/>
              </a:spcBef>
              <a:spcAft>
                <a:spcPts val="0"/>
              </a:spcAft>
              <a:buClr>
                <a:schemeClr val="lt1"/>
              </a:buClr>
              <a:buSzPts val="1000"/>
              <a:buFont typeface="Roboto"/>
              <a:buNone/>
              <a:defRPr sz="1000">
                <a:latin typeface="Roboto"/>
                <a:ea typeface="Roboto"/>
                <a:cs typeface="Roboto"/>
                <a:sym typeface="Roboto"/>
              </a:defRPr>
            </a:lvl7pPr>
            <a:lvl8pPr lvl="7" algn="r">
              <a:spcBef>
                <a:spcPts val="0"/>
              </a:spcBef>
              <a:spcAft>
                <a:spcPts val="0"/>
              </a:spcAft>
              <a:buClr>
                <a:schemeClr val="lt1"/>
              </a:buClr>
              <a:buSzPts val="1000"/>
              <a:buFont typeface="Roboto"/>
              <a:buNone/>
              <a:defRPr sz="1000">
                <a:latin typeface="Roboto"/>
                <a:ea typeface="Roboto"/>
                <a:cs typeface="Roboto"/>
                <a:sym typeface="Roboto"/>
              </a:defRPr>
            </a:lvl8pPr>
            <a:lvl9pPr lvl="8" algn="r">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description and two images">
  <p:cSld name="CUSTOM_3">
    <p:bg>
      <p:bgPr>
        <a:gradFill>
          <a:gsLst>
            <a:gs pos="0">
              <a:schemeClr val="accent4"/>
            </a:gs>
            <a:gs pos="100000">
              <a:schemeClr val="dk1"/>
            </a:gs>
          </a:gsLst>
          <a:path path="circle">
            <a:fillToRect l="50000" t="50000" r="50000" b="50000"/>
          </a:path>
          <a:tileRect/>
        </a:gradFill>
        <a:effectLst/>
      </p:bgPr>
    </p:bg>
    <p:spTree>
      <p:nvGrpSpPr>
        <p:cNvPr id="1" name="Shape 60"/>
        <p:cNvGrpSpPr/>
        <p:nvPr/>
      </p:nvGrpSpPr>
      <p:grpSpPr>
        <a:xfrm>
          <a:off x="0" y="0"/>
          <a:ext cx="0" cy="0"/>
          <a:chOff x="0" y="0"/>
          <a:chExt cx="0" cy="0"/>
        </a:xfrm>
      </p:grpSpPr>
      <p:sp>
        <p:nvSpPr>
          <p:cNvPr id="61" name="Google Shape;61;p15"/>
          <p:cNvSpPr>
            <a:spLocks noGrp="1"/>
          </p:cNvSpPr>
          <p:nvPr>
            <p:ph type="pic" idx="2"/>
          </p:nvPr>
        </p:nvSpPr>
        <p:spPr>
          <a:xfrm>
            <a:off x="3766025" y="2334950"/>
            <a:ext cx="3346200" cy="1574400"/>
          </a:xfrm>
          <a:prstGeom prst="rect">
            <a:avLst/>
          </a:prstGeom>
          <a:noFill/>
          <a:ln>
            <a:noFill/>
          </a:ln>
        </p:spPr>
      </p:sp>
      <p:sp>
        <p:nvSpPr>
          <p:cNvPr id="62" name="Google Shape;62;p15"/>
          <p:cNvSpPr>
            <a:spLocks noGrp="1"/>
          </p:cNvSpPr>
          <p:nvPr>
            <p:ph type="pic" idx="3"/>
          </p:nvPr>
        </p:nvSpPr>
        <p:spPr>
          <a:xfrm>
            <a:off x="228625" y="2334950"/>
            <a:ext cx="3346200" cy="1574400"/>
          </a:xfrm>
          <a:prstGeom prst="rect">
            <a:avLst/>
          </a:prstGeom>
          <a:noFill/>
          <a:ln>
            <a:noFill/>
          </a:ln>
        </p:spPr>
      </p:sp>
      <p:sp>
        <p:nvSpPr>
          <p:cNvPr id="63" name="Google Shape;63;p15"/>
          <p:cNvSpPr txBox="1">
            <a:spLocks noGrp="1"/>
          </p:cNvSpPr>
          <p:nvPr>
            <p:ph type="title"/>
          </p:nvPr>
        </p:nvSpPr>
        <p:spPr>
          <a:xfrm>
            <a:off x="228600" y="881625"/>
            <a:ext cx="5565300" cy="277200"/>
          </a:xfrm>
          <a:prstGeom prst="rect">
            <a:avLst/>
          </a:prstGeom>
        </p:spPr>
        <p:txBody>
          <a:bodyPr spcFirstLastPara="1" wrap="square" lIns="0" tIns="0" rIns="0" bIns="0" anchor="t" anchorCtr="0">
            <a:noAutofit/>
          </a:bodyPr>
          <a:lstStyle>
            <a:lvl1pPr lvl="0">
              <a:spcBef>
                <a:spcPts val="0"/>
              </a:spcBef>
              <a:spcAft>
                <a:spcPts val="0"/>
              </a:spcAft>
              <a:buClr>
                <a:schemeClr val="lt2"/>
              </a:buClr>
              <a:buSzPts val="1800"/>
              <a:buFont typeface="Space Grotesk"/>
              <a:buNone/>
              <a:defRPr sz="1800">
                <a:solidFill>
                  <a:schemeClr val="lt2"/>
                </a:solidFill>
              </a:defRPr>
            </a:lvl1pPr>
            <a:lvl2pPr lvl="1">
              <a:spcBef>
                <a:spcPts val="0"/>
              </a:spcBef>
              <a:spcAft>
                <a:spcPts val="0"/>
              </a:spcAft>
              <a:buClr>
                <a:schemeClr val="lt2"/>
              </a:buClr>
              <a:buSzPts val="1800"/>
              <a:buFont typeface="Space Grotesk"/>
              <a:buNone/>
              <a:defRPr sz="1800">
                <a:solidFill>
                  <a:schemeClr val="lt2"/>
                </a:solidFill>
              </a:defRPr>
            </a:lvl2pPr>
            <a:lvl3pPr lvl="2">
              <a:spcBef>
                <a:spcPts val="0"/>
              </a:spcBef>
              <a:spcAft>
                <a:spcPts val="0"/>
              </a:spcAft>
              <a:buClr>
                <a:schemeClr val="lt2"/>
              </a:buClr>
              <a:buSzPts val="1800"/>
              <a:buFont typeface="Space Grotesk"/>
              <a:buNone/>
              <a:defRPr sz="1800">
                <a:solidFill>
                  <a:schemeClr val="lt2"/>
                </a:solidFill>
              </a:defRPr>
            </a:lvl3pPr>
            <a:lvl4pPr lvl="3">
              <a:spcBef>
                <a:spcPts val="0"/>
              </a:spcBef>
              <a:spcAft>
                <a:spcPts val="0"/>
              </a:spcAft>
              <a:buClr>
                <a:schemeClr val="lt2"/>
              </a:buClr>
              <a:buSzPts val="1800"/>
              <a:buFont typeface="Space Grotesk"/>
              <a:buNone/>
              <a:defRPr sz="1800">
                <a:solidFill>
                  <a:schemeClr val="lt2"/>
                </a:solidFill>
              </a:defRPr>
            </a:lvl4pPr>
            <a:lvl5pPr lvl="4">
              <a:spcBef>
                <a:spcPts val="0"/>
              </a:spcBef>
              <a:spcAft>
                <a:spcPts val="0"/>
              </a:spcAft>
              <a:buClr>
                <a:schemeClr val="lt2"/>
              </a:buClr>
              <a:buSzPts val="1800"/>
              <a:buFont typeface="Space Grotesk"/>
              <a:buNone/>
              <a:defRPr sz="1800">
                <a:solidFill>
                  <a:schemeClr val="lt2"/>
                </a:solidFill>
              </a:defRPr>
            </a:lvl5pPr>
            <a:lvl6pPr lvl="5">
              <a:spcBef>
                <a:spcPts val="0"/>
              </a:spcBef>
              <a:spcAft>
                <a:spcPts val="0"/>
              </a:spcAft>
              <a:buClr>
                <a:schemeClr val="lt2"/>
              </a:buClr>
              <a:buSzPts val="1800"/>
              <a:buFont typeface="Space Grotesk"/>
              <a:buNone/>
              <a:defRPr sz="1800">
                <a:solidFill>
                  <a:schemeClr val="lt2"/>
                </a:solidFill>
              </a:defRPr>
            </a:lvl6pPr>
            <a:lvl7pPr lvl="6">
              <a:spcBef>
                <a:spcPts val="0"/>
              </a:spcBef>
              <a:spcAft>
                <a:spcPts val="0"/>
              </a:spcAft>
              <a:buClr>
                <a:schemeClr val="lt2"/>
              </a:buClr>
              <a:buSzPts val="1800"/>
              <a:buFont typeface="Space Grotesk"/>
              <a:buNone/>
              <a:defRPr sz="1800">
                <a:solidFill>
                  <a:schemeClr val="lt2"/>
                </a:solidFill>
              </a:defRPr>
            </a:lvl7pPr>
            <a:lvl8pPr lvl="7">
              <a:spcBef>
                <a:spcPts val="0"/>
              </a:spcBef>
              <a:spcAft>
                <a:spcPts val="0"/>
              </a:spcAft>
              <a:buClr>
                <a:schemeClr val="lt2"/>
              </a:buClr>
              <a:buSzPts val="1800"/>
              <a:buFont typeface="Space Grotesk"/>
              <a:buNone/>
              <a:defRPr sz="1800">
                <a:solidFill>
                  <a:schemeClr val="lt2"/>
                </a:solidFill>
              </a:defRPr>
            </a:lvl8pPr>
            <a:lvl9pPr lvl="8">
              <a:spcBef>
                <a:spcPts val="0"/>
              </a:spcBef>
              <a:spcAft>
                <a:spcPts val="0"/>
              </a:spcAft>
              <a:buClr>
                <a:schemeClr val="lt2"/>
              </a:buClr>
              <a:buSzPts val="1800"/>
              <a:buFont typeface="Space Grotesk"/>
              <a:buNone/>
              <a:defRPr sz="1800">
                <a:solidFill>
                  <a:schemeClr val="lt2"/>
                </a:solidFill>
              </a:defRPr>
            </a:lvl9pPr>
          </a:lstStyle>
          <a:p>
            <a:endParaRPr/>
          </a:p>
        </p:txBody>
      </p:sp>
      <p:sp>
        <p:nvSpPr>
          <p:cNvPr id="64" name="Google Shape;64;p15"/>
          <p:cNvSpPr txBox="1">
            <a:spLocks noGrp="1"/>
          </p:cNvSpPr>
          <p:nvPr>
            <p:ph type="subTitle" idx="1"/>
          </p:nvPr>
        </p:nvSpPr>
        <p:spPr>
          <a:xfrm>
            <a:off x="244677" y="1660325"/>
            <a:ext cx="4390500" cy="366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5" name="Google Shape;65;p15"/>
          <p:cNvSpPr txBox="1">
            <a:spLocks noGrp="1"/>
          </p:cNvSpPr>
          <p:nvPr>
            <p:ph type="subTitle" idx="4"/>
          </p:nvPr>
        </p:nvSpPr>
        <p:spPr>
          <a:xfrm>
            <a:off x="244675" y="4049575"/>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66" name="Google Shape;66;p15"/>
          <p:cNvSpPr txBox="1">
            <a:spLocks noGrp="1"/>
          </p:cNvSpPr>
          <p:nvPr>
            <p:ph type="subTitle" idx="5"/>
          </p:nvPr>
        </p:nvSpPr>
        <p:spPr>
          <a:xfrm>
            <a:off x="244675" y="4406777"/>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7" name="Google Shape;67;p15"/>
          <p:cNvSpPr txBox="1">
            <a:spLocks noGrp="1"/>
          </p:cNvSpPr>
          <p:nvPr>
            <p:ph type="subTitle" idx="6"/>
          </p:nvPr>
        </p:nvSpPr>
        <p:spPr>
          <a:xfrm>
            <a:off x="3766025" y="4049575"/>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68" name="Google Shape;68;p15"/>
          <p:cNvSpPr txBox="1">
            <a:spLocks noGrp="1"/>
          </p:cNvSpPr>
          <p:nvPr>
            <p:ph type="subTitle" idx="7"/>
          </p:nvPr>
        </p:nvSpPr>
        <p:spPr>
          <a:xfrm>
            <a:off x="3766025" y="4406777"/>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9" name="Google Shape;69;p15"/>
          <p:cNvSpPr txBox="1">
            <a:spLocks noGrp="1"/>
          </p:cNvSpPr>
          <p:nvPr>
            <p:ph type="title" idx="8" hasCustomPrompt="1"/>
          </p:nvPr>
        </p:nvSpPr>
        <p:spPr>
          <a:xfrm>
            <a:off x="149953" y="271577"/>
            <a:ext cx="1226400" cy="4155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2"/>
              </a:buClr>
              <a:buSzPts val="3000"/>
              <a:buFont typeface="Space Grotesk"/>
              <a:buNone/>
              <a:defRPr sz="3000">
                <a:solidFill>
                  <a:schemeClr val="accent2"/>
                </a:solidFill>
              </a:defRPr>
            </a:lvl1pPr>
            <a:lvl2pPr lvl="1">
              <a:spcBef>
                <a:spcPts val="0"/>
              </a:spcBef>
              <a:spcAft>
                <a:spcPts val="0"/>
              </a:spcAft>
              <a:buClr>
                <a:schemeClr val="accent2"/>
              </a:buClr>
              <a:buSzPts val="3000"/>
              <a:buFont typeface="Space Grotesk"/>
              <a:buNone/>
              <a:defRPr sz="3000">
                <a:solidFill>
                  <a:schemeClr val="accent2"/>
                </a:solidFill>
              </a:defRPr>
            </a:lvl2pPr>
            <a:lvl3pPr lvl="2">
              <a:spcBef>
                <a:spcPts val="0"/>
              </a:spcBef>
              <a:spcAft>
                <a:spcPts val="0"/>
              </a:spcAft>
              <a:buClr>
                <a:schemeClr val="accent2"/>
              </a:buClr>
              <a:buSzPts val="3000"/>
              <a:buFont typeface="Space Grotesk"/>
              <a:buNone/>
              <a:defRPr sz="3000">
                <a:solidFill>
                  <a:schemeClr val="accent2"/>
                </a:solidFill>
              </a:defRPr>
            </a:lvl3pPr>
            <a:lvl4pPr lvl="3">
              <a:spcBef>
                <a:spcPts val="0"/>
              </a:spcBef>
              <a:spcAft>
                <a:spcPts val="0"/>
              </a:spcAft>
              <a:buClr>
                <a:schemeClr val="accent2"/>
              </a:buClr>
              <a:buSzPts val="3000"/>
              <a:buFont typeface="Space Grotesk"/>
              <a:buNone/>
              <a:defRPr sz="3000">
                <a:solidFill>
                  <a:schemeClr val="accent2"/>
                </a:solidFill>
              </a:defRPr>
            </a:lvl4pPr>
            <a:lvl5pPr lvl="4">
              <a:spcBef>
                <a:spcPts val="0"/>
              </a:spcBef>
              <a:spcAft>
                <a:spcPts val="0"/>
              </a:spcAft>
              <a:buClr>
                <a:schemeClr val="accent2"/>
              </a:buClr>
              <a:buSzPts val="3000"/>
              <a:buFont typeface="Space Grotesk"/>
              <a:buNone/>
              <a:defRPr sz="3000">
                <a:solidFill>
                  <a:schemeClr val="accent2"/>
                </a:solidFill>
              </a:defRPr>
            </a:lvl5pPr>
            <a:lvl6pPr lvl="5">
              <a:spcBef>
                <a:spcPts val="0"/>
              </a:spcBef>
              <a:spcAft>
                <a:spcPts val="0"/>
              </a:spcAft>
              <a:buClr>
                <a:schemeClr val="accent2"/>
              </a:buClr>
              <a:buSzPts val="3000"/>
              <a:buFont typeface="Space Grotesk"/>
              <a:buNone/>
              <a:defRPr sz="3000">
                <a:solidFill>
                  <a:schemeClr val="accent2"/>
                </a:solidFill>
              </a:defRPr>
            </a:lvl6pPr>
            <a:lvl7pPr lvl="6">
              <a:spcBef>
                <a:spcPts val="0"/>
              </a:spcBef>
              <a:spcAft>
                <a:spcPts val="0"/>
              </a:spcAft>
              <a:buClr>
                <a:schemeClr val="accent2"/>
              </a:buClr>
              <a:buSzPts val="3000"/>
              <a:buFont typeface="Space Grotesk"/>
              <a:buNone/>
              <a:defRPr sz="3000">
                <a:solidFill>
                  <a:schemeClr val="accent2"/>
                </a:solidFill>
              </a:defRPr>
            </a:lvl7pPr>
            <a:lvl8pPr lvl="7">
              <a:spcBef>
                <a:spcPts val="0"/>
              </a:spcBef>
              <a:spcAft>
                <a:spcPts val="0"/>
              </a:spcAft>
              <a:buClr>
                <a:schemeClr val="accent2"/>
              </a:buClr>
              <a:buSzPts val="3000"/>
              <a:buFont typeface="Space Grotesk"/>
              <a:buNone/>
              <a:defRPr sz="3000">
                <a:solidFill>
                  <a:schemeClr val="accent2"/>
                </a:solidFill>
              </a:defRPr>
            </a:lvl8pPr>
            <a:lvl9pPr lvl="8">
              <a:spcBef>
                <a:spcPts val="0"/>
              </a:spcBef>
              <a:spcAft>
                <a:spcPts val="0"/>
              </a:spcAft>
              <a:buClr>
                <a:schemeClr val="accent2"/>
              </a:buClr>
              <a:buSzPts val="3000"/>
              <a:buFont typeface="Space Grotesk"/>
              <a:buNone/>
              <a:defRPr sz="3000">
                <a:solidFill>
                  <a:schemeClr val="accent2"/>
                </a:solidFill>
              </a:defRPr>
            </a:lvl9pPr>
          </a:lstStyle>
          <a:p>
            <a:r>
              <a:t>xx%</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p:cSld name="BLANK_1_1">
    <p:bg>
      <p:bgPr>
        <a:gradFill>
          <a:gsLst>
            <a:gs pos="0">
              <a:schemeClr val="accent4"/>
            </a:gs>
            <a:gs pos="100000">
              <a:schemeClr val="dk1"/>
            </a:gs>
          </a:gsLst>
          <a:path path="circle">
            <a:fillToRect l="50000" t="50000" r="50000" b="50000"/>
          </a:path>
          <a:tileRect/>
        </a:gradFill>
        <a:effectLst/>
      </p:bgPr>
    </p:bg>
    <p:spTree>
      <p:nvGrpSpPr>
        <p:cNvPr id="1" name="Shape 70"/>
        <p:cNvGrpSpPr/>
        <p:nvPr/>
      </p:nvGrpSpPr>
      <p:grpSpPr>
        <a:xfrm>
          <a:off x="0" y="0"/>
          <a:ext cx="0" cy="0"/>
          <a:chOff x="0" y="0"/>
          <a:chExt cx="0" cy="0"/>
        </a:xfrm>
      </p:grpSpPr>
      <p:sp>
        <p:nvSpPr>
          <p:cNvPr id="71" name="Google Shape;71;p16"/>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72" name="Google Shape;72;p16"/>
          <p:cNvSpPr txBox="1">
            <a:spLocks noGrp="1"/>
          </p:cNvSpPr>
          <p:nvPr>
            <p:ph type="body" idx="1"/>
          </p:nvPr>
        </p:nvSpPr>
        <p:spPr>
          <a:xfrm>
            <a:off x="228600" y="1177425"/>
            <a:ext cx="3755700" cy="1792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p:cSld name="BLANK_1_1_2">
    <p:bg>
      <p:bgPr>
        <a:gradFill>
          <a:gsLst>
            <a:gs pos="0">
              <a:schemeClr val="accent4"/>
            </a:gs>
            <a:gs pos="100000">
              <a:schemeClr val="dk1"/>
            </a:gs>
          </a:gsLst>
          <a:path path="circle">
            <a:fillToRect l="50000" t="50000" r="50000" b="50000"/>
          </a:path>
          <a:tileRect/>
        </a:gradFill>
        <a:effectLst/>
      </p:bgPr>
    </p:bg>
    <p:spTree>
      <p:nvGrpSpPr>
        <p:cNvPr id="1" name="Shape 73"/>
        <p:cNvGrpSpPr/>
        <p:nvPr/>
      </p:nvGrpSpPr>
      <p:grpSpPr>
        <a:xfrm>
          <a:off x="0" y="0"/>
          <a:ext cx="0" cy="0"/>
          <a:chOff x="0" y="0"/>
          <a:chExt cx="0" cy="0"/>
        </a:xfrm>
      </p:grpSpPr>
      <p:sp>
        <p:nvSpPr>
          <p:cNvPr id="74" name="Google Shape;74;p17"/>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75" name="Google Shape;75;p17"/>
          <p:cNvSpPr txBox="1">
            <a:spLocks noGrp="1"/>
          </p:cNvSpPr>
          <p:nvPr>
            <p:ph type="body" idx="1"/>
          </p:nvPr>
        </p:nvSpPr>
        <p:spPr>
          <a:xfrm>
            <a:off x="228600" y="1177425"/>
            <a:ext cx="3755700" cy="22080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76" name="Google Shape;76;p17"/>
          <p:cNvSpPr/>
          <p:nvPr/>
        </p:nvSpPr>
        <p:spPr>
          <a:xfrm rot="-4965287">
            <a:off x="3128596" y="1334473"/>
            <a:ext cx="9524549" cy="9524549"/>
          </a:xfrm>
          <a:prstGeom prst="ellipse">
            <a:avLst/>
          </a:prstGeom>
          <a:gradFill>
            <a:gsLst>
              <a:gs pos="0">
                <a:schemeClr val="accent4"/>
              </a:gs>
              <a:gs pos="100000">
                <a:schemeClr val="dk1"/>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77" name="Google Shape;77;p17"/>
          <p:cNvSpPr txBox="1">
            <a:spLocks noGrp="1"/>
          </p:cNvSpPr>
          <p:nvPr>
            <p:ph type="subTitle" idx="2"/>
          </p:nvPr>
        </p:nvSpPr>
        <p:spPr>
          <a:xfrm>
            <a:off x="5571900" y="3313500"/>
            <a:ext cx="3343500" cy="7536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78" name="Google Shape;78;p17"/>
          <p:cNvSpPr txBox="1">
            <a:spLocks noGrp="1"/>
          </p:cNvSpPr>
          <p:nvPr>
            <p:ph type="subTitle" idx="3"/>
          </p:nvPr>
        </p:nvSpPr>
        <p:spPr>
          <a:xfrm>
            <a:off x="5571900" y="4320975"/>
            <a:ext cx="3343500" cy="3564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p:cSld name="BLANK_1_1_1_1">
    <p:spTree>
      <p:nvGrpSpPr>
        <p:cNvPr id="1" name="Shape 79"/>
        <p:cNvGrpSpPr/>
        <p:nvPr/>
      </p:nvGrpSpPr>
      <p:grpSpPr>
        <a:xfrm>
          <a:off x="0" y="0"/>
          <a:ext cx="0" cy="0"/>
          <a:chOff x="0" y="0"/>
          <a:chExt cx="0" cy="0"/>
        </a:xfrm>
      </p:grpSpPr>
      <p:sp>
        <p:nvSpPr>
          <p:cNvPr id="80" name="Google Shape;80;p18"/>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ive messures">
  <p:cSld name="CUSTOM_8">
    <p:spTree>
      <p:nvGrpSpPr>
        <p:cNvPr id="1" name="Shape 81"/>
        <p:cNvGrpSpPr/>
        <p:nvPr/>
      </p:nvGrpSpPr>
      <p:grpSpPr>
        <a:xfrm>
          <a:off x="0" y="0"/>
          <a:ext cx="0" cy="0"/>
          <a:chOff x="0" y="0"/>
          <a:chExt cx="0" cy="0"/>
        </a:xfrm>
      </p:grpSpPr>
      <p:sp>
        <p:nvSpPr>
          <p:cNvPr id="82" name="Google Shape;82;p19"/>
          <p:cNvSpPr txBox="1">
            <a:spLocks noGrp="1"/>
          </p:cNvSpPr>
          <p:nvPr>
            <p:ph type="title"/>
          </p:nvPr>
        </p:nvSpPr>
        <p:spPr>
          <a:xfrm>
            <a:off x="212450" y="177900"/>
            <a:ext cx="5789400" cy="9987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83" name="Google Shape;83;p19"/>
          <p:cNvSpPr txBox="1">
            <a:spLocks noGrp="1"/>
          </p:cNvSpPr>
          <p:nvPr>
            <p:ph type="title" idx="2"/>
          </p:nvPr>
        </p:nvSpPr>
        <p:spPr>
          <a:xfrm>
            <a:off x="22180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4" name="Google Shape;84;p19"/>
          <p:cNvSpPr txBox="1">
            <a:spLocks noGrp="1"/>
          </p:cNvSpPr>
          <p:nvPr>
            <p:ph type="title" idx="3"/>
          </p:nvPr>
        </p:nvSpPr>
        <p:spPr>
          <a:xfrm>
            <a:off x="22180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5" name="Google Shape;85;p19"/>
          <p:cNvSpPr txBox="1">
            <a:spLocks noGrp="1"/>
          </p:cNvSpPr>
          <p:nvPr>
            <p:ph type="title" idx="4"/>
          </p:nvPr>
        </p:nvSpPr>
        <p:spPr>
          <a:xfrm>
            <a:off x="335585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6" name="Google Shape;86;p19"/>
          <p:cNvSpPr txBox="1">
            <a:spLocks noGrp="1"/>
          </p:cNvSpPr>
          <p:nvPr>
            <p:ph type="title" idx="5"/>
          </p:nvPr>
        </p:nvSpPr>
        <p:spPr>
          <a:xfrm>
            <a:off x="648990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7" name="Google Shape;87;p19"/>
          <p:cNvSpPr txBox="1">
            <a:spLocks noGrp="1"/>
          </p:cNvSpPr>
          <p:nvPr>
            <p:ph type="title" idx="6"/>
          </p:nvPr>
        </p:nvSpPr>
        <p:spPr>
          <a:xfrm>
            <a:off x="335585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8" name="Google Shape;88;p19"/>
          <p:cNvSpPr txBox="1">
            <a:spLocks noGrp="1"/>
          </p:cNvSpPr>
          <p:nvPr>
            <p:ph type="title" idx="7"/>
          </p:nvPr>
        </p:nvSpPr>
        <p:spPr>
          <a:xfrm>
            <a:off x="649670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9" name="Google Shape;89;p19"/>
          <p:cNvSpPr txBox="1">
            <a:spLocks noGrp="1"/>
          </p:cNvSpPr>
          <p:nvPr>
            <p:ph type="title" idx="8" hasCustomPrompt="1"/>
          </p:nvPr>
        </p:nvSpPr>
        <p:spPr>
          <a:xfrm>
            <a:off x="2286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0" name="Google Shape;90;p19"/>
          <p:cNvSpPr txBox="1">
            <a:spLocks noGrp="1"/>
          </p:cNvSpPr>
          <p:nvPr>
            <p:ph type="title" idx="9"/>
          </p:nvPr>
        </p:nvSpPr>
        <p:spPr>
          <a:xfrm>
            <a:off x="2286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1" name="Google Shape;91;p19"/>
          <p:cNvSpPr txBox="1">
            <a:spLocks noGrp="1"/>
          </p:cNvSpPr>
          <p:nvPr>
            <p:ph type="title" idx="13" hasCustomPrompt="1"/>
          </p:nvPr>
        </p:nvSpPr>
        <p:spPr>
          <a:xfrm>
            <a:off x="18648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92" name="Google Shape;92;p19"/>
          <p:cNvSpPr txBox="1">
            <a:spLocks noGrp="1"/>
          </p:cNvSpPr>
          <p:nvPr>
            <p:ph type="title" idx="14"/>
          </p:nvPr>
        </p:nvSpPr>
        <p:spPr>
          <a:xfrm>
            <a:off x="18648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3" name="Google Shape;93;p19"/>
          <p:cNvSpPr txBox="1">
            <a:spLocks noGrp="1"/>
          </p:cNvSpPr>
          <p:nvPr>
            <p:ph type="title" idx="15" hasCustomPrompt="1"/>
          </p:nvPr>
        </p:nvSpPr>
        <p:spPr>
          <a:xfrm>
            <a:off x="335925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4" name="Google Shape;94;p19"/>
          <p:cNvSpPr txBox="1">
            <a:spLocks noGrp="1"/>
          </p:cNvSpPr>
          <p:nvPr>
            <p:ph type="title" idx="16"/>
          </p:nvPr>
        </p:nvSpPr>
        <p:spPr>
          <a:xfrm>
            <a:off x="335925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5" name="Google Shape;95;p19"/>
          <p:cNvSpPr txBox="1">
            <a:spLocks noGrp="1"/>
          </p:cNvSpPr>
          <p:nvPr>
            <p:ph type="title" idx="17" hasCustomPrompt="1"/>
          </p:nvPr>
        </p:nvSpPr>
        <p:spPr>
          <a:xfrm>
            <a:off x="499545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96" name="Google Shape;96;p19"/>
          <p:cNvSpPr txBox="1">
            <a:spLocks noGrp="1"/>
          </p:cNvSpPr>
          <p:nvPr>
            <p:ph type="title" idx="18"/>
          </p:nvPr>
        </p:nvSpPr>
        <p:spPr>
          <a:xfrm>
            <a:off x="499545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7" name="Google Shape;97;p19"/>
          <p:cNvSpPr txBox="1">
            <a:spLocks noGrp="1"/>
          </p:cNvSpPr>
          <p:nvPr>
            <p:ph type="title" idx="19" hasCustomPrompt="1"/>
          </p:nvPr>
        </p:nvSpPr>
        <p:spPr>
          <a:xfrm>
            <a:off x="64899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8" name="Google Shape;98;p19"/>
          <p:cNvSpPr txBox="1">
            <a:spLocks noGrp="1"/>
          </p:cNvSpPr>
          <p:nvPr>
            <p:ph type="title" idx="20"/>
          </p:nvPr>
        </p:nvSpPr>
        <p:spPr>
          <a:xfrm>
            <a:off x="64899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9" name="Google Shape;99;p19"/>
          <p:cNvSpPr txBox="1">
            <a:spLocks noGrp="1"/>
          </p:cNvSpPr>
          <p:nvPr>
            <p:ph type="title" idx="21" hasCustomPrompt="1"/>
          </p:nvPr>
        </p:nvSpPr>
        <p:spPr>
          <a:xfrm>
            <a:off x="81261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100" name="Google Shape;100;p19"/>
          <p:cNvSpPr txBox="1">
            <a:spLocks noGrp="1"/>
          </p:cNvSpPr>
          <p:nvPr>
            <p:ph type="title" idx="22"/>
          </p:nvPr>
        </p:nvSpPr>
        <p:spPr>
          <a:xfrm>
            <a:off x="81261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Quarter's highlighted outcomes">
  <p:cSld name="CUSTOM_7">
    <p:bg>
      <p:bgPr>
        <a:gradFill>
          <a:gsLst>
            <a:gs pos="0">
              <a:schemeClr val="accent4"/>
            </a:gs>
            <a:gs pos="100000">
              <a:schemeClr val="dk1"/>
            </a:gs>
          </a:gsLst>
          <a:lin ang="5400012" scaled="0"/>
        </a:gradFill>
        <a:effectLst/>
      </p:bgPr>
    </p:bg>
    <p:spTree>
      <p:nvGrpSpPr>
        <p:cNvPr id="1" name="Shape 101"/>
        <p:cNvGrpSpPr/>
        <p:nvPr/>
      </p:nvGrpSpPr>
      <p:grpSpPr>
        <a:xfrm>
          <a:off x="0" y="0"/>
          <a:ext cx="0" cy="0"/>
          <a:chOff x="0" y="0"/>
          <a:chExt cx="0" cy="0"/>
        </a:xfrm>
      </p:grpSpPr>
      <p:sp>
        <p:nvSpPr>
          <p:cNvPr id="102" name="Google Shape;102;p20"/>
          <p:cNvSpPr txBox="1">
            <a:spLocks noGrp="1"/>
          </p:cNvSpPr>
          <p:nvPr>
            <p:ph type="title"/>
          </p:nvPr>
        </p:nvSpPr>
        <p:spPr>
          <a:xfrm>
            <a:off x="212450" y="177900"/>
            <a:ext cx="5789400" cy="774600"/>
          </a:xfrm>
          <a:prstGeom prst="rect">
            <a:avLst/>
          </a:prstGeom>
        </p:spPr>
        <p:txBody>
          <a:bodyPr spcFirstLastPara="1" wrap="square" lIns="0" tIns="0" rIns="0" bIns="0" anchor="t" anchorCtr="0">
            <a:no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03" name="Google Shape;103;p20"/>
          <p:cNvSpPr txBox="1">
            <a:spLocks noGrp="1"/>
          </p:cNvSpPr>
          <p:nvPr>
            <p:ph type="subTitle" idx="1"/>
          </p:nvPr>
        </p:nvSpPr>
        <p:spPr>
          <a:xfrm>
            <a:off x="228600" y="1799302"/>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4" name="Google Shape;104;p20"/>
          <p:cNvSpPr txBox="1">
            <a:spLocks noGrp="1"/>
          </p:cNvSpPr>
          <p:nvPr>
            <p:ph type="subTitle" idx="2"/>
          </p:nvPr>
        </p:nvSpPr>
        <p:spPr>
          <a:xfrm>
            <a:off x="228600" y="2926752"/>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5" name="Google Shape;105;p20"/>
          <p:cNvSpPr txBox="1">
            <a:spLocks noGrp="1"/>
          </p:cNvSpPr>
          <p:nvPr>
            <p:ph type="subTitle" idx="3"/>
          </p:nvPr>
        </p:nvSpPr>
        <p:spPr>
          <a:xfrm>
            <a:off x="228600" y="4033496"/>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6" name="Google Shape;106;p20"/>
          <p:cNvSpPr txBox="1">
            <a:spLocks noGrp="1"/>
          </p:cNvSpPr>
          <p:nvPr>
            <p:ph type="subTitle" idx="4"/>
          </p:nvPr>
        </p:nvSpPr>
        <p:spPr>
          <a:xfrm>
            <a:off x="2443950" y="18200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7" name="Google Shape;107;p20"/>
          <p:cNvSpPr txBox="1">
            <a:spLocks noGrp="1"/>
          </p:cNvSpPr>
          <p:nvPr>
            <p:ph type="subTitle" idx="5"/>
          </p:nvPr>
        </p:nvSpPr>
        <p:spPr>
          <a:xfrm>
            <a:off x="2443950" y="29371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8" name="Google Shape;108;p20"/>
          <p:cNvSpPr txBox="1">
            <a:spLocks noGrp="1"/>
          </p:cNvSpPr>
          <p:nvPr>
            <p:ph type="subTitle" idx="6"/>
          </p:nvPr>
        </p:nvSpPr>
        <p:spPr>
          <a:xfrm>
            <a:off x="2443950" y="40542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9" name="Google Shape;109;p20"/>
          <p:cNvSpPr txBox="1">
            <a:spLocks noGrp="1"/>
          </p:cNvSpPr>
          <p:nvPr>
            <p:ph type="subTitle" idx="7"/>
          </p:nvPr>
        </p:nvSpPr>
        <p:spPr>
          <a:xfrm>
            <a:off x="5050200" y="18200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
        <p:nvSpPr>
          <p:cNvPr id="110" name="Google Shape;110;p20"/>
          <p:cNvSpPr txBox="1">
            <a:spLocks noGrp="1"/>
          </p:cNvSpPr>
          <p:nvPr>
            <p:ph type="subTitle" idx="8"/>
          </p:nvPr>
        </p:nvSpPr>
        <p:spPr>
          <a:xfrm>
            <a:off x="5050200" y="29371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
        <p:nvSpPr>
          <p:cNvPr id="111" name="Google Shape;111;p20"/>
          <p:cNvSpPr txBox="1">
            <a:spLocks noGrp="1"/>
          </p:cNvSpPr>
          <p:nvPr>
            <p:ph type="subTitle" idx="9"/>
          </p:nvPr>
        </p:nvSpPr>
        <p:spPr>
          <a:xfrm>
            <a:off x="5050200" y="40542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hree big indicators">
  <p:cSld name="CUSTOM_6">
    <p:spTree>
      <p:nvGrpSpPr>
        <p:cNvPr id="1" name="Shape 112"/>
        <p:cNvGrpSpPr/>
        <p:nvPr/>
      </p:nvGrpSpPr>
      <p:grpSpPr>
        <a:xfrm>
          <a:off x="0" y="0"/>
          <a:ext cx="0" cy="0"/>
          <a:chOff x="0" y="0"/>
          <a:chExt cx="0" cy="0"/>
        </a:xfrm>
      </p:grpSpPr>
      <p:sp>
        <p:nvSpPr>
          <p:cNvPr id="113" name="Google Shape;113;p21"/>
          <p:cNvSpPr txBox="1">
            <a:spLocks noGrp="1"/>
          </p:cNvSpPr>
          <p:nvPr>
            <p:ph type="title" hasCustomPrompt="1"/>
          </p:nvPr>
        </p:nvSpPr>
        <p:spPr>
          <a:xfrm>
            <a:off x="3370125" y="3495645"/>
            <a:ext cx="1127400" cy="4671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3600"/>
              <a:buFont typeface="Space Grotesk Light"/>
              <a:buNone/>
              <a:defRPr sz="3600">
                <a:latin typeface="Space Grotesk Light"/>
                <a:ea typeface="Space Grotesk Light"/>
                <a:cs typeface="Space Grotesk Light"/>
                <a:sym typeface="Space Grotesk Light"/>
              </a:defRPr>
            </a:lvl1pPr>
            <a:lvl2pPr lvl="1"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9pPr>
          </a:lstStyle>
          <a:p>
            <a:r>
              <a:t>xx%</a:t>
            </a:r>
          </a:p>
        </p:txBody>
      </p:sp>
      <p:sp>
        <p:nvSpPr>
          <p:cNvPr id="114" name="Google Shape;114;p21"/>
          <p:cNvSpPr txBox="1">
            <a:spLocks noGrp="1"/>
          </p:cNvSpPr>
          <p:nvPr>
            <p:ph type="subTitle" idx="1"/>
          </p:nvPr>
        </p:nvSpPr>
        <p:spPr>
          <a:xfrm>
            <a:off x="3372000" y="3897425"/>
            <a:ext cx="11817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
        <p:nvSpPr>
          <p:cNvPr id="115" name="Google Shape;115;p21"/>
          <p:cNvSpPr txBox="1">
            <a:spLocks noGrp="1"/>
          </p:cNvSpPr>
          <p:nvPr>
            <p:ph type="title" idx="2" hasCustomPrompt="1"/>
          </p:nvPr>
        </p:nvSpPr>
        <p:spPr>
          <a:xfrm>
            <a:off x="5819400" y="2556158"/>
            <a:ext cx="2208900" cy="790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7400"/>
              <a:buFont typeface="Space Grotesk Light"/>
              <a:buNone/>
              <a:defRPr sz="7400">
                <a:latin typeface="Space Grotesk Light"/>
                <a:ea typeface="Space Grotesk Light"/>
                <a:cs typeface="Space Grotesk Light"/>
                <a:sym typeface="Space Grotesk Light"/>
              </a:defRPr>
            </a:lvl1pPr>
            <a:lvl2pPr lvl="1"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9pPr>
          </a:lstStyle>
          <a:p>
            <a:r>
              <a:t>xx%</a:t>
            </a:r>
          </a:p>
        </p:txBody>
      </p:sp>
      <p:sp>
        <p:nvSpPr>
          <p:cNvPr id="116" name="Google Shape;116;p21"/>
          <p:cNvSpPr txBox="1">
            <a:spLocks noGrp="1"/>
          </p:cNvSpPr>
          <p:nvPr>
            <p:ph type="subTitle" idx="3"/>
          </p:nvPr>
        </p:nvSpPr>
        <p:spPr>
          <a:xfrm>
            <a:off x="6017200" y="3305600"/>
            <a:ext cx="17316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
        <p:nvSpPr>
          <p:cNvPr id="117" name="Google Shape;117;p21"/>
          <p:cNvSpPr txBox="1">
            <a:spLocks noGrp="1"/>
          </p:cNvSpPr>
          <p:nvPr>
            <p:ph type="title" idx="4"/>
          </p:nvPr>
        </p:nvSpPr>
        <p:spPr>
          <a:xfrm>
            <a:off x="212450" y="177900"/>
            <a:ext cx="5645700" cy="7902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18" name="Google Shape;118;p21"/>
          <p:cNvSpPr txBox="1">
            <a:spLocks noGrp="1"/>
          </p:cNvSpPr>
          <p:nvPr>
            <p:ph type="title" idx="5" hasCustomPrompt="1"/>
          </p:nvPr>
        </p:nvSpPr>
        <p:spPr>
          <a:xfrm>
            <a:off x="1753450" y="3792650"/>
            <a:ext cx="798000" cy="4671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2000"/>
              <a:buFont typeface="Space Grotesk Light"/>
              <a:buNone/>
              <a:defRPr sz="2000">
                <a:latin typeface="Space Grotesk Light"/>
                <a:ea typeface="Space Grotesk Light"/>
                <a:cs typeface="Space Grotesk Light"/>
                <a:sym typeface="Space Grotesk Light"/>
              </a:defRPr>
            </a:lvl1pPr>
            <a:lvl2pPr lvl="1"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9pPr>
          </a:lstStyle>
          <a:p>
            <a:r>
              <a:t>xx%</a:t>
            </a:r>
          </a:p>
        </p:txBody>
      </p:sp>
      <p:sp>
        <p:nvSpPr>
          <p:cNvPr id="119" name="Google Shape;119;p21"/>
          <p:cNvSpPr txBox="1">
            <a:spLocks noGrp="1"/>
          </p:cNvSpPr>
          <p:nvPr>
            <p:ph type="subTitle" idx="6"/>
          </p:nvPr>
        </p:nvSpPr>
        <p:spPr>
          <a:xfrm>
            <a:off x="1561550" y="4183550"/>
            <a:ext cx="11817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Four items">
  <p:cSld name="CUSTOM_2">
    <p:bg>
      <p:bgPr>
        <a:gradFill>
          <a:gsLst>
            <a:gs pos="0">
              <a:schemeClr val="accent4"/>
            </a:gs>
            <a:gs pos="100000">
              <a:schemeClr val="dk1"/>
            </a:gs>
          </a:gsLst>
          <a:lin ang="5400012" scaled="0"/>
        </a:gradFill>
        <a:effectLst/>
      </p:bgPr>
    </p:bg>
    <p:spTree>
      <p:nvGrpSpPr>
        <p:cNvPr id="1" name="Shape 120"/>
        <p:cNvGrpSpPr/>
        <p:nvPr/>
      </p:nvGrpSpPr>
      <p:grpSpPr>
        <a:xfrm>
          <a:off x="0" y="0"/>
          <a:ext cx="0" cy="0"/>
          <a:chOff x="0" y="0"/>
          <a:chExt cx="0" cy="0"/>
        </a:xfrm>
      </p:grpSpPr>
      <p:sp>
        <p:nvSpPr>
          <p:cNvPr id="121" name="Google Shape;121;p22"/>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22" name="Google Shape;122;p22"/>
          <p:cNvSpPr txBox="1">
            <a:spLocks noGrp="1"/>
          </p:cNvSpPr>
          <p:nvPr>
            <p:ph type="subTitle" idx="1"/>
          </p:nvPr>
        </p:nvSpPr>
        <p:spPr>
          <a:xfrm>
            <a:off x="591847" y="1999125"/>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3" name="Google Shape;123;p22"/>
          <p:cNvSpPr txBox="1">
            <a:spLocks noGrp="1"/>
          </p:cNvSpPr>
          <p:nvPr>
            <p:ph type="subTitle" idx="2"/>
          </p:nvPr>
        </p:nvSpPr>
        <p:spPr>
          <a:xfrm>
            <a:off x="587100" y="2375550"/>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4" name="Google Shape;124;p22"/>
          <p:cNvSpPr txBox="1">
            <a:spLocks noGrp="1"/>
          </p:cNvSpPr>
          <p:nvPr>
            <p:ph type="subTitle" idx="3"/>
          </p:nvPr>
        </p:nvSpPr>
        <p:spPr>
          <a:xfrm>
            <a:off x="4991772" y="1999125"/>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5" name="Google Shape;125;p22"/>
          <p:cNvSpPr txBox="1">
            <a:spLocks noGrp="1"/>
          </p:cNvSpPr>
          <p:nvPr>
            <p:ph type="subTitle" idx="4"/>
          </p:nvPr>
        </p:nvSpPr>
        <p:spPr>
          <a:xfrm>
            <a:off x="591847" y="3389100"/>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6" name="Google Shape;126;p22"/>
          <p:cNvSpPr txBox="1">
            <a:spLocks noGrp="1"/>
          </p:cNvSpPr>
          <p:nvPr>
            <p:ph type="subTitle" idx="5"/>
          </p:nvPr>
        </p:nvSpPr>
        <p:spPr>
          <a:xfrm>
            <a:off x="587100" y="3765525"/>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7" name="Google Shape;127;p22"/>
          <p:cNvSpPr txBox="1">
            <a:spLocks noGrp="1"/>
          </p:cNvSpPr>
          <p:nvPr>
            <p:ph type="subTitle" idx="6"/>
          </p:nvPr>
        </p:nvSpPr>
        <p:spPr>
          <a:xfrm>
            <a:off x="4987025" y="2375550"/>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8" name="Google Shape;128;p22"/>
          <p:cNvSpPr txBox="1">
            <a:spLocks noGrp="1"/>
          </p:cNvSpPr>
          <p:nvPr>
            <p:ph type="subTitle" idx="7"/>
          </p:nvPr>
        </p:nvSpPr>
        <p:spPr>
          <a:xfrm>
            <a:off x="4994147" y="3389100"/>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9" name="Google Shape;129;p22"/>
          <p:cNvSpPr txBox="1">
            <a:spLocks noGrp="1"/>
          </p:cNvSpPr>
          <p:nvPr>
            <p:ph type="subTitle" idx="8"/>
          </p:nvPr>
        </p:nvSpPr>
        <p:spPr>
          <a:xfrm>
            <a:off x="4989400" y="3765525"/>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eet the team 1">
  <p:cSld name="CUSTOM">
    <p:bg>
      <p:bgPr>
        <a:gradFill>
          <a:gsLst>
            <a:gs pos="0">
              <a:schemeClr val="accent4"/>
            </a:gs>
            <a:gs pos="100000">
              <a:schemeClr val="dk1"/>
            </a:gs>
          </a:gsLst>
          <a:path path="circle">
            <a:fillToRect l="50000" t="50000" r="50000" b="50000"/>
          </a:path>
          <a:tileRect/>
        </a:gradFill>
        <a:effectLst/>
      </p:bgPr>
    </p:bg>
    <p:spTree>
      <p:nvGrpSpPr>
        <p:cNvPr id="1" name="Shape 130"/>
        <p:cNvGrpSpPr/>
        <p:nvPr/>
      </p:nvGrpSpPr>
      <p:grpSpPr>
        <a:xfrm>
          <a:off x="0" y="0"/>
          <a:ext cx="0" cy="0"/>
          <a:chOff x="0" y="0"/>
          <a:chExt cx="0" cy="0"/>
        </a:xfrm>
      </p:grpSpPr>
      <p:sp>
        <p:nvSpPr>
          <p:cNvPr id="131" name="Google Shape;131;p23"/>
          <p:cNvSpPr>
            <a:spLocks noGrp="1"/>
          </p:cNvSpPr>
          <p:nvPr>
            <p:ph type="pic" idx="2"/>
          </p:nvPr>
        </p:nvSpPr>
        <p:spPr>
          <a:xfrm>
            <a:off x="2481280" y="1138750"/>
            <a:ext cx="1928700" cy="1928700"/>
          </a:xfrm>
          <a:prstGeom prst="rect">
            <a:avLst/>
          </a:prstGeom>
          <a:noFill/>
          <a:ln>
            <a:noFill/>
          </a:ln>
        </p:spPr>
      </p:sp>
      <p:sp>
        <p:nvSpPr>
          <p:cNvPr id="132" name="Google Shape;132;p23"/>
          <p:cNvSpPr>
            <a:spLocks noGrp="1"/>
          </p:cNvSpPr>
          <p:nvPr>
            <p:ph type="pic" idx="3"/>
          </p:nvPr>
        </p:nvSpPr>
        <p:spPr>
          <a:xfrm>
            <a:off x="4733955" y="1138750"/>
            <a:ext cx="1928700" cy="1928700"/>
          </a:xfrm>
          <a:prstGeom prst="rect">
            <a:avLst/>
          </a:prstGeom>
          <a:noFill/>
          <a:ln>
            <a:noFill/>
          </a:ln>
        </p:spPr>
      </p:sp>
      <p:sp>
        <p:nvSpPr>
          <p:cNvPr id="133" name="Google Shape;133;p23"/>
          <p:cNvSpPr>
            <a:spLocks noGrp="1"/>
          </p:cNvSpPr>
          <p:nvPr>
            <p:ph type="pic" idx="4"/>
          </p:nvPr>
        </p:nvSpPr>
        <p:spPr>
          <a:xfrm>
            <a:off x="6986630" y="1138750"/>
            <a:ext cx="1928700" cy="1928700"/>
          </a:xfrm>
          <a:prstGeom prst="rect">
            <a:avLst/>
          </a:prstGeom>
          <a:noFill/>
          <a:ln>
            <a:noFill/>
          </a:ln>
        </p:spPr>
      </p:sp>
      <p:sp>
        <p:nvSpPr>
          <p:cNvPr id="134" name="Google Shape;134;p23"/>
          <p:cNvSpPr>
            <a:spLocks noGrp="1"/>
          </p:cNvSpPr>
          <p:nvPr>
            <p:ph type="pic" idx="5"/>
          </p:nvPr>
        </p:nvSpPr>
        <p:spPr>
          <a:xfrm>
            <a:off x="228605" y="1138750"/>
            <a:ext cx="1928700" cy="1928700"/>
          </a:xfrm>
          <a:prstGeom prst="rect">
            <a:avLst/>
          </a:prstGeom>
          <a:noFill/>
          <a:ln>
            <a:noFill/>
          </a:ln>
        </p:spPr>
      </p:sp>
      <p:cxnSp>
        <p:nvCxnSpPr>
          <p:cNvPr id="135" name="Google Shape;135;p23"/>
          <p:cNvCxnSpPr/>
          <p:nvPr/>
        </p:nvCxnSpPr>
        <p:spPr>
          <a:xfrm>
            <a:off x="228600"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6" name="Google Shape;136;p23"/>
          <p:cNvCxnSpPr/>
          <p:nvPr/>
        </p:nvCxnSpPr>
        <p:spPr>
          <a:xfrm>
            <a:off x="2481275"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7" name="Google Shape;137;p23"/>
          <p:cNvCxnSpPr/>
          <p:nvPr/>
        </p:nvCxnSpPr>
        <p:spPr>
          <a:xfrm>
            <a:off x="4733950"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8" name="Google Shape;138;p23"/>
          <p:cNvCxnSpPr/>
          <p:nvPr/>
        </p:nvCxnSpPr>
        <p:spPr>
          <a:xfrm>
            <a:off x="6986625" y="4912325"/>
            <a:ext cx="1928700" cy="0"/>
          </a:xfrm>
          <a:prstGeom prst="straightConnector1">
            <a:avLst/>
          </a:prstGeom>
          <a:noFill/>
          <a:ln w="9525" cap="flat" cmpd="sng">
            <a:solidFill>
              <a:schemeClr val="accent4"/>
            </a:solidFill>
            <a:prstDash val="solid"/>
            <a:round/>
            <a:headEnd type="none" w="med" len="med"/>
            <a:tailEnd type="none" w="med" len="med"/>
          </a:ln>
        </p:spPr>
      </p:cxnSp>
      <p:sp>
        <p:nvSpPr>
          <p:cNvPr id="139" name="Google Shape;139;p23"/>
          <p:cNvSpPr txBox="1">
            <a:spLocks noGrp="1"/>
          </p:cNvSpPr>
          <p:nvPr>
            <p:ph type="title"/>
          </p:nvPr>
        </p:nvSpPr>
        <p:spPr>
          <a:xfrm>
            <a:off x="211793" y="143171"/>
            <a:ext cx="6054600" cy="504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000"/>
              <a:buFont typeface="Space Grotesk"/>
              <a:buNone/>
              <a:defRPr sz="3000"/>
            </a:lvl1pPr>
            <a:lvl2pPr lvl="1">
              <a:spcBef>
                <a:spcPts val="0"/>
              </a:spcBef>
              <a:spcAft>
                <a:spcPts val="0"/>
              </a:spcAft>
              <a:buClr>
                <a:schemeClr val="lt1"/>
              </a:buClr>
              <a:buSzPts val="3000"/>
              <a:buFont typeface="Space Grotesk"/>
              <a:buNone/>
              <a:defRPr sz="3000">
                <a:solidFill>
                  <a:schemeClr val="lt1"/>
                </a:solidFill>
              </a:defRPr>
            </a:lvl2pPr>
            <a:lvl3pPr lvl="2">
              <a:spcBef>
                <a:spcPts val="0"/>
              </a:spcBef>
              <a:spcAft>
                <a:spcPts val="0"/>
              </a:spcAft>
              <a:buClr>
                <a:schemeClr val="lt1"/>
              </a:buClr>
              <a:buSzPts val="3000"/>
              <a:buFont typeface="Space Grotesk"/>
              <a:buNone/>
              <a:defRPr sz="3000">
                <a:solidFill>
                  <a:schemeClr val="lt1"/>
                </a:solidFill>
              </a:defRPr>
            </a:lvl3pPr>
            <a:lvl4pPr lvl="3">
              <a:spcBef>
                <a:spcPts val="0"/>
              </a:spcBef>
              <a:spcAft>
                <a:spcPts val="0"/>
              </a:spcAft>
              <a:buClr>
                <a:schemeClr val="lt1"/>
              </a:buClr>
              <a:buSzPts val="3000"/>
              <a:buFont typeface="Space Grotesk"/>
              <a:buNone/>
              <a:defRPr sz="3000">
                <a:solidFill>
                  <a:schemeClr val="lt1"/>
                </a:solidFill>
              </a:defRPr>
            </a:lvl4pPr>
            <a:lvl5pPr lvl="4">
              <a:spcBef>
                <a:spcPts val="0"/>
              </a:spcBef>
              <a:spcAft>
                <a:spcPts val="0"/>
              </a:spcAft>
              <a:buClr>
                <a:schemeClr val="lt1"/>
              </a:buClr>
              <a:buSzPts val="3000"/>
              <a:buFont typeface="Space Grotesk"/>
              <a:buNone/>
              <a:defRPr sz="3000">
                <a:solidFill>
                  <a:schemeClr val="lt1"/>
                </a:solidFill>
              </a:defRPr>
            </a:lvl5pPr>
            <a:lvl6pPr lvl="5">
              <a:spcBef>
                <a:spcPts val="0"/>
              </a:spcBef>
              <a:spcAft>
                <a:spcPts val="0"/>
              </a:spcAft>
              <a:buClr>
                <a:schemeClr val="lt1"/>
              </a:buClr>
              <a:buSzPts val="3000"/>
              <a:buFont typeface="Space Grotesk"/>
              <a:buNone/>
              <a:defRPr sz="3000">
                <a:solidFill>
                  <a:schemeClr val="lt1"/>
                </a:solidFill>
              </a:defRPr>
            </a:lvl6pPr>
            <a:lvl7pPr lvl="6">
              <a:spcBef>
                <a:spcPts val="0"/>
              </a:spcBef>
              <a:spcAft>
                <a:spcPts val="0"/>
              </a:spcAft>
              <a:buClr>
                <a:schemeClr val="lt1"/>
              </a:buClr>
              <a:buSzPts val="3000"/>
              <a:buFont typeface="Space Grotesk"/>
              <a:buNone/>
              <a:defRPr sz="3000">
                <a:solidFill>
                  <a:schemeClr val="lt1"/>
                </a:solidFill>
              </a:defRPr>
            </a:lvl7pPr>
            <a:lvl8pPr lvl="7">
              <a:spcBef>
                <a:spcPts val="0"/>
              </a:spcBef>
              <a:spcAft>
                <a:spcPts val="0"/>
              </a:spcAft>
              <a:buClr>
                <a:schemeClr val="lt1"/>
              </a:buClr>
              <a:buSzPts val="3000"/>
              <a:buFont typeface="Space Grotesk"/>
              <a:buNone/>
              <a:defRPr sz="3000">
                <a:solidFill>
                  <a:schemeClr val="lt1"/>
                </a:solidFill>
              </a:defRPr>
            </a:lvl8pPr>
            <a:lvl9pPr lvl="8">
              <a:spcBef>
                <a:spcPts val="0"/>
              </a:spcBef>
              <a:spcAft>
                <a:spcPts val="0"/>
              </a:spcAft>
              <a:buClr>
                <a:schemeClr val="lt1"/>
              </a:buClr>
              <a:buSzPts val="3000"/>
              <a:buFont typeface="Space Grotesk"/>
              <a:buNone/>
              <a:defRPr sz="3000">
                <a:solidFill>
                  <a:schemeClr val="lt1"/>
                </a:solidFill>
              </a:defRPr>
            </a:lvl9pPr>
          </a:lstStyle>
          <a:p>
            <a:endParaRPr/>
          </a:p>
        </p:txBody>
      </p:sp>
      <p:sp>
        <p:nvSpPr>
          <p:cNvPr id="140" name="Google Shape;140;p23"/>
          <p:cNvSpPr txBox="1">
            <a:spLocks noGrp="1"/>
          </p:cNvSpPr>
          <p:nvPr>
            <p:ph type="subTitle" idx="1"/>
          </p:nvPr>
        </p:nvSpPr>
        <p:spPr>
          <a:xfrm>
            <a:off x="2286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1" name="Google Shape;141;p23"/>
          <p:cNvSpPr txBox="1">
            <a:spLocks noGrp="1"/>
          </p:cNvSpPr>
          <p:nvPr>
            <p:ph type="subTitle" idx="6"/>
          </p:nvPr>
        </p:nvSpPr>
        <p:spPr>
          <a:xfrm>
            <a:off x="2286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2" name="Google Shape;142;p23"/>
          <p:cNvSpPr txBox="1">
            <a:spLocks noGrp="1"/>
          </p:cNvSpPr>
          <p:nvPr>
            <p:ph type="subTitle" idx="7"/>
          </p:nvPr>
        </p:nvSpPr>
        <p:spPr>
          <a:xfrm>
            <a:off x="2286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3" name="Google Shape;143;p23"/>
          <p:cNvSpPr txBox="1">
            <a:spLocks noGrp="1"/>
          </p:cNvSpPr>
          <p:nvPr>
            <p:ph type="subTitle" idx="8"/>
          </p:nvPr>
        </p:nvSpPr>
        <p:spPr>
          <a:xfrm>
            <a:off x="24813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4" name="Google Shape;144;p23"/>
          <p:cNvSpPr txBox="1">
            <a:spLocks noGrp="1"/>
          </p:cNvSpPr>
          <p:nvPr>
            <p:ph type="subTitle" idx="9"/>
          </p:nvPr>
        </p:nvSpPr>
        <p:spPr>
          <a:xfrm>
            <a:off x="24813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5" name="Google Shape;145;p23"/>
          <p:cNvSpPr txBox="1">
            <a:spLocks noGrp="1"/>
          </p:cNvSpPr>
          <p:nvPr>
            <p:ph type="subTitle" idx="13"/>
          </p:nvPr>
        </p:nvSpPr>
        <p:spPr>
          <a:xfrm>
            <a:off x="24813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6" name="Google Shape;146;p23"/>
          <p:cNvSpPr txBox="1">
            <a:spLocks noGrp="1"/>
          </p:cNvSpPr>
          <p:nvPr>
            <p:ph type="subTitle" idx="14"/>
          </p:nvPr>
        </p:nvSpPr>
        <p:spPr>
          <a:xfrm>
            <a:off x="47340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7" name="Google Shape;147;p23"/>
          <p:cNvSpPr txBox="1">
            <a:spLocks noGrp="1"/>
          </p:cNvSpPr>
          <p:nvPr>
            <p:ph type="subTitle" idx="15"/>
          </p:nvPr>
        </p:nvSpPr>
        <p:spPr>
          <a:xfrm>
            <a:off x="47340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8" name="Google Shape;148;p23"/>
          <p:cNvSpPr txBox="1">
            <a:spLocks noGrp="1"/>
          </p:cNvSpPr>
          <p:nvPr>
            <p:ph type="subTitle" idx="16"/>
          </p:nvPr>
        </p:nvSpPr>
        <p:spPr>
          <a:xfrm>
            <a:off x="47340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9" name="Google Shape;149;p23"/>
          <p:cNvSpPr txBox="1">
            <a:spLocks noGrp="1"/>
          </p:cNvSpPr>
          <p:nvPr>
            <p:ph type="subTitle" idx="17"/>
          </p:nvPr>
        </p:nvSpPr>
        <p:spPr>
          <a:xfrm>
            <a:off x="69867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50" name="Google Shape;150;p23"/>
          <p:cNvSpPr txBox="1">
            <a:spLocks noGrp="1"/>
          </p:cNvSpPr>
          <p:nvPr>
            <p:ph type="subTitle" idx="18"/>
          </p:nvPr>
        </p:nvSpPr>
        <p:spPr>
          <a:xfrm>
            <a:off x="69867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51" name="Google Shape;151;p23"/>
          <p:cNvSpPr txBox="1">
            <a:spLocks noGrp="1"/>
          </p:cNvSpPr>
          <p:nvPr>
            <p:ph type="subTitle" idx="19"/>
          </p:nvPr>
        </p:nvSpPr>
        <p:spPr>
          <a:xfrm>
            <a:off x="69867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eet the team 2">
  <p:cSld name="CUSTOM_1">
    <p:bg>
      <p:bgPr>
        <a:gradFill>
          <a:gsLst>
            <a:gs pos="0">
              <a:schemeClr val="accent4"/>
            </a:gs>
            <a:gs pos="100000">
              <a:schemeClr val="dk1"/>
            </a:gs>
          </a:gsLst>
          <a:path path="circle">
            <a:fillToRect l="50000" t="50000" r="50000" b="50000"/>
          </a:path>
          <a:tileRect/>
        </a:gradFill>
        <a:effectLst/>
      </p:bgPr>
    </p:bg>
    <p:spTree>
      <p:nvGrpSpPr>
        <p:cNvPr id="1" name="Shape 152"/>
        <p:cNvGrpSpPr/>
        <p:nvPr/>
      </p:nvGrpSpPr>
      <p:grpSpPr>
        <a:xfrm>
          <a:off x="0" y="0"/>
          <a:ext cx="0" cy="0"/>
          <a:chOff x="0" y="0"/>
          <a:chExt cx="0" cy="0"/>
        </a:xfrm>
      </p:grpSpPr>
      <p:sp>
        <p:nvSpPr>
          <p:cNvPr id="153" name="Google Shape;153;p24"/>
          <p:cNvSpPr>
            <a:spLocks noGrp="1"/>
          </p:cNvSpPr>
          <p:nvPr>
            <p:ph type="pic" idx="2"/>
          </p:nvPr>
        </p:nvSpPr>
        <p:spPr>
          <a:xfrm>
            <a:off x="7034475" y="1338925"/>
            <a:ext cx="1833000" cy="1833000"/>
          </a:xfrm>
          <a:prstGeom prst="rect">
            <a:avLst/>
          </a:prstGeom>
          <a:noFill/>
          <a:ln>
            <a:noFill/>
          </a:ln>
        </p:spPr>
      </p:sp>
      <p:sp>
        <p:nvSpPr>
          <p:cNvPr id="154" name="Google Shape;154;p24"/>
          <p:cNvSpPr>
            <a:spLocks noGrp="1"/>
          </p:cNvSpPr>
          <p:nvPr>
            <p:ph type="pic" idx="3"/>
          </p:nvPr>
        </p:nvSpPr>
        <p:spPr>
          <a:xfrm>
            <a:off x="2529125" y="1338925"/>
            <a:ext cx="1833000" cy="1833000"/>
          </a:xfrm>
          <a:prstGeom prst="rect">
            <a:avLst/>
          </a:prstGeom>
          <a:noFill/>
          <a:ln>
            <a:noFill/>
          </a:ln>
        </p:spPr>
      </p:sp>
      <p:sp>
        <p:nvSpPr>
          <p:cNvPr id="155" name="Google Shape;155;p24"/>
          <p:cNvSpPr>
            <a:spLocks noGrp="1"/>
          </p:cNvSpPr>
          <p:nvPr>
            <p:ph type="pic" idx="4"/>
          </p:nvPr>
        </p:nvSpPr>
        <p:spPr>
          <a:xfrm>
            <a:off x="4781800" y="1338925"/>
            <a:ext cx="1833000" cy="1833000"/>
          </a:xfrm>
          <a:prstGeom prst="rect">
            <a:avLst/>
          </a:prstGeom>
          <a:noFill/>
          <a:ln>
            <a:noFill/>
          </a:ln>
        </p:spPr>
      </p:sp>
      <p:sp>
        <p:nvSpPr>
          <p:cNvPr id="156" name="Google Shape;156;p24"/>
          <p:cNvSpPr>
            <a:spLocks noGrp="1"/>
          </p:cNvSpPr>
          <p:nvPr>
            <p:ph type="pic" idx="5"/>
          </p:nvPr>
        </p:nvSpPr>
        <p:spPr>
          <a:xfrm>
            <a:off x="276450" y="1338925"/>
            <a:ext cx="1833000" cy="1833000"/>
          </a:xfrm>
          <a:prstGeom prst="rect">
            <a:avLst/>
          </a:prstGeom>
          <a:noFill/>
          <a:ln>
            <a:noFill/>
          </a:ln>
        </p:spPr>
      </p:sp>
      <p:sp>
        <p:nvSpPr>
          <p:cNvPr id="157" name="Google Shape;157;p24"/>
          <p:cNvSpPr txBox="1">
            <a:spLocks noGrp="1"/>
          </p:cNvSpPr>
          <p:nvPr>
            <p:ph type="title"/>
          </p:nvPr>
        </p:nvSpPr>
        <p:spPr>
          <a:xfrm>
            <a:off x="211793" y="143171"/>
            <a:ext cx="6054600" cy="504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000"/>
              <a:buFont typeface="Space Grotesk"/>
              <a:buNone/>
              <a:defRPr sz="3000"/>
            </a:lvl1pPr>
            <a:lvl2pPr lvl="1">
              <a:spcBef>
                <a:spcPts val="0"/>
              </a:spcBef>
              <a:spcAft>
                <a:spcPts val="0"/>
              </a:spcAft>
              <a:buClr>
                <a:schemeClr val="lt1"/>
              </a:buClr>
              <a:buSzPts val="3000"/>
              <a:buFont typeface="Space Grotesk"/>
              <a:buNone/>
              <a:defRPr sz="3000">
                <a:solidFill>
                  <a:schemeClr val="lt1"/>
                </a:solidFill>
              </a:defRPr>
            </a:lvl2pPr>
            <a:lvl3pPr lvl="2">
              <a:spcBef>
                <a:spcPts val="0"/>
              </a:spcBef>
              <a:spcAft>
                <a:spcPts val="0"/>
              </a:spcAft>
              <a:buClr>
                <a:schemeClr val="lt1"/>
              </a:buClr>
              <a:buSzPts val="3000"/>
              <a:buFont typeface="Space Grotesk"/>
              <a:buNone/>
              <a:defRPr sz="3000">
                <a:solidFill>
                  <a:schemeClr val="lt1"/>
                </a:solidFill>
              </a:defRPr>
            </a:lvl3pPr>
            <a:lvl4pPr lvl="3">
              <a:spcBef>
                <a:spcPts val="0"/>
              </a:spcBef>
              <a:spcAft>
                <a:spcPts val="0"/>
              </a:spcAft>
              <a:buClr>
                <a:schemeClr val="lt1"/>
              </a:buClr>
              <a:buSzPts val="3000"/>
              <a:buFont typeface="Space Grotesk"/>
              <a:buNone/>
              <a:defRPr sz="3000">
                <a:solidFill>
                  <a:schemeClr val="lt1"/>
                </a:solidFill>
              </a:defRPr>
            </a:lvl4pPr>
            <a:lvl5pPr lvl="4">
              <a:spcBef>
                <a:spcPts val="0"/>
              </a:spcBef>
              <a:spcAft>
                <a:spcPts val="0"/>
              </a:spcAft>
              <a:buClr>
                <a:schemeClr val="lt1"/>
              </a:buClr>
              <a:buSzPts val="3000"/>
              <a:buFont typeface="Space Grotesk"/>
              <a:buNone/>
              <a:defRPr sz="3000">
                <a:solidFill>
                  <a:schemeClr val="lt1"/>
                </a:solidFill>
              </a:defRPr>
            </a:lvl5pPr>
            <a:lvl6pPr lvl="5">
              <a:spcBef>
                <a:spcPts val="0"/>
              </a:spcBef>
              <a:spcAft>
                <a:spcPts val="0"/>
              </a:spcAft>
              <a:buClr>
                <a:schemeClr val="lt1"/>
              </a:buClr>
              <a:buSzPts val="3000"/>
              <a:buFont typeface="Space Grotesk"/>
              <a:buNone/>
              <a:defRPr sz="3000">
                <a:solidFill>
                  <a:schemeClr val="lt1"/>
                </a:solidFill>
              </a:defRPr>
            </a:lvl6pPr>
            <a:lvl7pPr lvl="6">
              <a:spcBef>
                <a:spcPts val="0"/>
              </a:spcBef>
              <a:spcAft>
                <a:spcPts val="0"/>
              </a:spcAft>
              <a:buClr>
                <a:schemeClr val="lt1"/>
              </a:buClr>
              <a:buSzPts val="3000"/>
              <a:buFont typeface="Space Grotesk"/>
              <a:buNone/>
              <a:defRPr sz="3000">
                <a:solidFill>
                  <a:schemeClr val="lt1"/>
                </a:solidFill>
              </a:defRPr>
            </a:lvl7pPr>
            <a:lvl8pPr lvl="7">
              <a:spcBef>
                <a:spcPts val="0"/>
              </a:spcBef>
              <a:spcAft>
                <a:spcPts val="0"/>
              </a:spcAft>
              <a:buClr>
                <a:schemeClr val="lt1"/>
              </a:buClr>
              <a:buSzPts val="3000"/>
              <a:buFont typeface="Space Grotesk"/>
              <a:buNone/>
              <a:defRPr sz="3000">
                <a:solidFill>
                  <a:schemeClr val="lt1"/>
                </a:solidFill>
              </a:defRPr>
            </a:lvl8pPr>
            <a:lvl9pPr lvl="8">
              <a:spcBef>
                <a:spcPts val="0"/>
              </a:spcBef>
              <a:spcAft>
                <a:spcPts val="0"/>
              </a:spcAft>
              <a:buClr>
                <a:schemeClr val="lt1"/>
              </a:buClr>
              <a:buSzPts val="3000"/>
              <a:buFont typeface="Space Grotesk"/>
              <a:buNone/>
              <a:defRPr sz="3000">
                <a:solidFill>
                  <a:schemeClr val="lt1"/>
                </a:solidFill>
              </a:defRPr>
            </a:lvl9pPr>
          </a:lstStyle>
          <a:p>
            <a:endParaRPr/>
          </a:p>
        </p:txBody>
      </p:sp>
      <p:sp>
        <p:nvSpPr>
          <p:cNvPr id="158" name="Google Shape;158;p24"/>
          <p:cNvSpPr txBox="1">
            <a:spLocks noGrp="1"/>
          </p:cNvSpPr>
          <p:nvPr>
            <p:ph type="subTitle" idx="1"/>
          </p:nvPr>
        </p:nvSpPr>
        <p:spPr>
          <a:xfrm>
            <a:off x="424150"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59" name="Google Shape;159;p24"/>
          <p:cNvSpPr txBox="1">
            <a:spLocks noGrp="1"/>
          </p:cNvSpPr>
          <p:nvPr>
            <p:ph type="subTitle" idx="6"/>
          </p:nvPr>
        </p:nvSpPr>
        <p:spPr>
          <a:xfrm>
            <a:off x="424100"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0" name="Google Shape;160;p24"/>
          <p:cNvSpPr txBox="1">
            <a:spLocks noGrp="1"/>
          </p:cNvSpPr>
          <p:nvPr>
            <p:ph type="subTitle" idx="7"/>
          </p:nvPr>
        </p:nvSpPr>
        <p:spPr>
          <a:xfrm>
            <a:off x="267682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1" name="Google Shape;161;p24"/>
          <p:cNvSpPr txBox="1">
            <a:spLocks noGrp="1"/>
          </p:cNvSpPr>
          <p:nvPr>
            <p:ph type="subTitle" idx="8"/>
          </p:nvPr>
        </p:nvSpPr>
        <p:spPr>
          <a:xfrm>
            <a:off x="267677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2" name="Google Shape;162;p24"/>
          <p:cNvSpPr txBox="1">
            <a:spLocks noGrp="1"/>
          </p:cNvSpPr>
          <p:nvPr>
            <p:ph type="subTitle" idx="9"/>
          </p:nvPr>
        </p:nvSpPr>
        <p:spPr>
          <a:xfrm>
            <a:off x="492147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3" name="Google Shape;163;p24"/>
          <p:cNvSpPr txBox="1">
            <a:spLocks noGrp="1"/>
          </p:cNvSpPr>
          <p:nvPr>
            <p:ph type="subTitle" idx="13"/>
          </p:nvPr>
        </p:nvSpPr>
        <p:spPr>
          <a:xfrm>
            <a:off x="492142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4" name="Google Shape;164;p24"/>
          <p:cNvSpPr txBox="1">
            <a:spLocks noGrp="1"/>
          </p:cNvSpPr>
          <p:nvPr>
            <p:ph type="subTitle" idx="14"/>
          </p:nvPr>
        </p:nvSpPr>
        <p:spPr>
          <a:xfrm>
            <a:off x="718217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5" name="Google Shape;165;p24"/>
          <p:cNvSpPr txBox="1">
            <a:spLocks noGrp="1"/>
          </p:cNvSpPr>
          <p:nvPr>
            <p:ph type="subTitle" idx="15"/>
          </p:nvPr>
        </p:nvSpPr>
        <p:spPr>
          <a:xfrm>
            <a:off x="718212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ubtitle and body">
  <p:cSld name="BLANK_1_1_1_1_2">
    <p:bg>
      <p:bgPr>
        <a:gradFill>
          <a:gsLst>
            <a:gs pos="0">
              <a:schemeClr val="accent4"/>
            </a:gs>
            <a:gs pos="100000">
              <a:schemeClr val="dk1"/>
            </a:gs>
          </a:gsLst>
          <a:path path="circle">
            <a:fillToRect l="50000" t="50000" r="50000" b="50000"/>
          </a:path>
          <a:tileRect/>
        </a:gradFill>
        <a:effectLst/>
      </p:bgPr>
    </p:bg>
    <p:spTree>
      <p:nvGrpSpPr>
        <p:cNvPr id="1" name="Shape 166"/>
        <p:cNvGrpSpPr/>
        <p:nvPr/>
      </p:nvGrpSpPr>
      <p:grpSpPr>
        <a:xfrm>
          <a:off x="0" y="0"/>
          <a:ext cx="0" cy="0"/>
          <a:chOff x="0" y="0"/>
          <a:chExt cx="0" cy="0"/>
        </a:xfrm>
      </p:grpSpPr>
      <p:sp>
        <p:nvSpPr>
          <p:cNvPr id="167" name="Google Shape;167;p25"/>
          <p:cNvSpPr txBox="1">
            <a:spLocks noGrp="1"/>
          </p:cNvSpPr>
          <p:nvPr>
            <p:ph type="title"/>
          </p:nvPr>
        </p:nvSpPr>
        <p:spPr>
          <a:xfrm>
            <a:off x="212450" y="177900"/>
            <a:ext cx="64470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solidFill>
                  <a:schemeClr val="accent2"/>
                </a:solidFill>
              </a:defRPr>
            </a:lvl1pPr>
            <a:lvl2pPr lvl="1">
              <a:lnSpc>
                <a:spcPct val="115000"/>
              </a:lnSpc>
              <a:spcBef>
                <a:spcPts val="0"/>
              </a:spcBef>
              <a:spcAft>
                <a:spcPts val="0"/>
              </a:spcAft>
              <a:buNone/>
              <a:defRPr sz="3000">
                <a:solidFill>
                  <a:schemeClr val="accent2"/>
                </a:solidFill>
              </a:defRPr>
            </a:lvl2pPr>
            <a:lvl3pPr lvl="2">
              <a:lnSpc>
                <a:spcPct val="115000"/>
              </a:lnSpc>
              <a:spcBef>
                <a:spcPts val="0"/>
              </a:spcBef>
              <a:spcAft>
                <a:spcPts val="0"/>
              </a:spcAft>
              <a:buNone/>
              <a:defRPr sz="3000">
                <a:solidFill>
                  <a:schemeClr val="accent2"/>
                </a:solidFill>
              </a:defRPr>
            </a:lvl3pPr>
            <a:lvl4pPr lvl="3">
              <a:lnSpc>
                <a:spcPct val="115000"/>
              </a:lnSpc>
              <a:spcBef>
                <a:spcPts val="0"/>
              </a:spcBef>
              <a:spcAft>
                <a:spcPts val="0"/>
              </a:spcAft>
              <a:buNone/>
              <a:defRPr sz="3000">
                <a:solidFill>
                  <a:schemeClr val="accent2"/>
                </a:solidFill>
              </a:defRPr>
            </a:lvl4pPr>
            <a:lvl5pPr lvl="4">
              <a:lnSpc>
                <a:spcPct val="115000"/>
              </a:lnSpc>
              <a:spcBef>
                <a:spcPts val="0"/>
              </a:spcBef>
              <a:spcAft>
                <a:spcPts val="0"/>
              </a:spcAft>
              <a:buNone/>
              <a:defRPr sz="3000">
                <a:solidFill>
                  <a:schemeClr val="accent2"/>
                </a:solidFill>
              </a:defRPr>
            </a:lvl5pPr>
            <a:lvl6pPr lvl="5">
              <a:lnSpc>
                <a:spcPct val="115000"/>
              </a:lnSpc>
              <a:spcBef>
                <a:spcPts val="0"/>
              </a:spcBef>
              <a:spcAft>
                <a:spcPts val="0"/>
              </a:spcAft>
              <a:buNone/>
              <a:defRPr sz="3000">
                <a:solidFill>
                  <a:schemeClr val="accent2"/>
                </a:solidFill>
              </a:defRPr>
            </a:lvl6pPr>
            <a:lvl7pPr lvl="6">
              <a:lnSpc>
                <a:spcPct val="115000"/>
              </a:lnSpc>
              <a:spcBef>
                <a:spcPts val="0"/>
              </a:spcBef>
              <a:spcAft>
                <a:spcPts val="0"/>
              </a:spcAft>
              <a:buNone/>
              <a:defRPr sz="3000">
                <a:solidFill>
                  <a:schemeClr val="accent2"/>
                </a:solidFill>
              </a:defRPr>
            </a:lvl7pPr>
            <a:lvl8pPr lvl="7">
              <a:lnSpc>
                <a:spcPct val="115000"/>
              </a:lnSpc>
              <a:spcBef>
                <a:spcPts val="0"/>
              </a:spcBef>
              <a:spcAft>
                <a:spcPts val="0"/>
              </a:spcAft>
              <a:buNone/>
              <a:defRPr sz="3000">
                <a:solidFill>
                  <a:schemeClr val="accent2"/>
                </a:solidFill>
              </a:defRPr>
            </a:lvl8pPr>
            <a:lvl9pPr lvl="8">
              <a:lnSpc>
                <a:spcPct val="115000"/>
              </a:lnSpc>
              <a:spcBef>
                <a:spcPts val="0"/>
              </a:spcBef>
              <a:spcAft>
                <a:spcPts val="0"/>
              </a:spcAft>
              <a:buNone/>
              <a:defRPr sz="3000">
                <a:solidFill>
                  <a:schemeClr val="accent2"/>
                </a:solidFill>
              </a:defRPr>
            </a:lvl9pPr>
          </a:lstStyle>
          <a:p>
            <a:endParaRPr/>
          </a:p>
        </p:txBody>
      </p:sp>
      <p:cxnSp>
        <p:nvCxnSpPr>
          <p:cNvPr id="168" name="Google Shape;168;p25"/>
          <p:cNvCxnSpPr/>
          <p:nvPr/>
        </p:nvCxnSpPr>
        <p:spPr>
          <a:xfrm>
            <a:off x="228600" y="627300"/>
            <a:ext cx="440700" cy="0"/>
          </a:xfrm>
          <a:prstGeom prst="straightConnector1">
            <a:avLst/>
          </a:prstGeom>
          <a:noFill/>
          <a:ln w="19050" cap="flat" cmpd="sng">
            <a:solidFill>
              <a:schemeClr val="accent2"/>
            </a:solidFill>
            <a:prstDash val="solid"/>
            <a:round/>
            <a:headEnd type="none" w="med" len="med"/>
            <a:tailEnd type="none" w="med" len="med"/>
          </a:ln>
        </p:spPr>
      </p:cxnSp>
      <p:sp>
        <p:nvSpPr>
          <p:cNvPr id="169" name="Google Shape;169;p25"/>
          <p:cNvSpPr txBox="1">
            <a:spLocks noGrp="1"/>
          </p:cNvSpPr>
          <p:nvPr>
            <p:ph type="body" idx="1"/>
          </p:nvPr>
        </p:nvSpPr>
        <p:spPr>
          <a:xfrm>
            <a:off x="228600" y="1343100"/>
            <a:ext cx="4390500" cy="1120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170" name="Google Shape;170;p25"/>
          <p:cNvSpPr txBox="1">
            <a:spLocks noGrp="1"/>
          </p:cNvSpPr>
          <p:nvPr>
            <p:ph type="subTitle" idx="2"/>
          </p:nvPr>
        </p:nvSpPr>
        <p:spPr>
          <a:xfrm>
            <a:off x="230434" y="881700"/>
            <a:ext cx="6447000" cy="5541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 Quotes - Alt 1">
  <p:cSld name="BLANK_1_1_1_1_2_1_1">
    <p:bg>
      <p:bgPr>
        <a:gradFill>
          <a:gsLst>
            <a:gs pos="0">
              <a:schemeClr val="accent4"/>
            </a:gs>
            <a:gs pos="100000">
              <a:schemeClr val="dk1"/>
            </a:gs>
          </a:gsLst>
          <a:path path="circle">
            <a:fillToRect l="50000" t="50000" r="50000" b="50000"/>
          </a:path>
          <a:tileRect/>
        </a:gradFill>
        <a:effectLst/>
      </p:bgPr>
    </p:bg>
    <p:spTree>
      <p:nvGrpSpPr>
        <p:cNvPr id="1" name="Shape 171"/>
        <p:cNvGrpSpPr/>
        <p:nvPr/>
      </p:nvGrpSpPr>
      <p:grpSpPr>
        <a:xfrm>
          <a:off x="0" y="0"/>
          <a:ext cx="0" cy="0"/>
          <a:chOff x="0" y="0"/>
          <a:chExt cx="0" cy="0"/>
        </a:xfrm>
      </p:grpSpPr>
      <p:sp>
        <p:nvSpPr>
          <p:cNvPr id="172" name="Google Shape;172;p26"/>
          <p:cNvSpPr>
            <a:spLocks noGrp="1"/>
          </p:cNvSpPr>
          <p:nvPr>
            <p:ph type="pic" idx="2"/>
          </p:nvPr>
        </p:nvSpPr>
        <p:spPr>
          <a:xfrm>
            <a:off x="468925" y="3643975"/>
            <a:ext cx="686400" cy="686400"/>
          </a:xfrm>
          <a:prstGeom prst="rect">
            <a:avLst/>
          </a:prstGeom>
          <a:noFill/>
          <a:ln>
            <a:noFill/>
          </a:ln>
        </p:spPr>
      </p:sp>
      <p:sp>
        <p:nvSpPr>
          <p:cNvPr id="173" name="Google Shape;173;p26"/>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solidFill>
                  <a:schemeClr val="accent2"/>
                </a:solidFill>
              </a:defRPr>
            </a:lvl1pPr>
            <a:lvl2pPr lvl="1">
              <a:lnSpc>
                <a:spcPct val="115000"/>
              </a:lnSpc>
              <a:spcBef>
                <a:spcPts val="0"/>
              </a:spcBef>
              <a:spcAft>
                <a:spcPts val="0"/>
              </a:spcAft>
              <a:buNone/>
              <a:defRPr sz="3000">
                <a:solidFill>
                  <a:schemeClr val="accent2"/>
                </a:solidFill>
              </a:defRPr>
            </a:lvl2pPr>
            <a:lvl3pPr lvl="2">
              <a:lnSpc>
                <a:spcPct val="115000"/>
              </a:lnSpc>
              <a:spcBef>
                <a:spcPts val="0"/>
              </a:spcBef>
              <a:spcAft>
                <a:spcPts val="0"/>
              </a:spcAft>
              <a:buNone/>
              <a:defRPr sz="3000">
                <a:solidFill>
                  <a:schemeClr val="accent2"/>
                </a:solidFill>
              </a:defRPr>
            </a:lvl3pPr>
            <a:lvl4pPr lvl="3">
              <a:lnSpc>
                <a:spcPct val="115000"/>
              </a:lnSpc>
              <a:spcBef>
                <a:spcPts val="0"/>
              </a:spcBef>
              <a:spcAft>
                <a:spcPts val="0"/>
              </a:spcAft>
              <a:buNone/>
              <a:defRPr sz="3000">
                <a:solidFill>
                  <a:schemeClr val="accent2"/>
                </a:solidFill>
              </a:defRPr>
            </a:lvl4pPr>
            <a:lvl5pPr lvl="4">
              <a:lnSpc>
                <a:spcPct val="115000"/>
              </a:lnSpc>
              <a:spcBef>
                <a:spcPts val="0"/>
              </a:spcBef>
              <a:spcAft>
                <a:spcPts val="0"/>
              </a:spcAft>
              <a:buNone/>
              <a:defRPr sz="3000">
                <a:solidFill>
                  <a:schemeClr val="accent2"/>
                </a:solidFill>
              </a:defRPr>
            </a:lvl5pPr>
            <a:lvl6pPr lvl="5">
              <a:lnSpc>
                <a:spcPct val="115000"/>
              </a:lnSpc>
              <a:spcBef>
                <a:spcPts val="0"/>
              </a:spcBef>
              <a:spcAft>
                <a:spcPts val="0"/>
              </a:spcAft>
              <a:buNone/>
              <a:defRPr sz="3000">
                <a:solidFill>
                  <a:schemeClr val="accent2"/>
                </a:solidFill>
              </a:defRPr>
            </a:lvl6pPr>
            <a:lvl7pPr lvl="6">
              <a:lnSpc>
                <a:spcPct val="115000"/>
              </a:lnSpc>
              <a:spcBef>
                <a:spcPts val="0"/>
              </a:spcBef>
              <a:spcAft>
                <a:spcPts val="0"/>
              </a:spcAft>
              <a:buNone/>
              <a:defRPr sz="3000">
                <a:solidFill>
                  <a:schemeClr val="accent2"/>
                </a:solidFill>
              </a:defRPr>
            </a:lvl7pPr>
            <a:lvl8pPr lvl="7">
              <a:lnSpc>
                <a:spcPct val="115000"/>
              </a:lnSpc>
              <a:spcBef>
                <a:spcPts val="0"/>
              </a:spcBef>
              <a:spcAft>
                <a:spcPts val="0"/>
              </a:spcAft>
              <a:buNone/>
              <a:defRPr sz="3000">
                <a:solidFill>
                  <a:schemeClr val="accent2"/>
                </a:solidFill>
              </a:defRPr>
            </a:lvl8pPr>
            <a:lvl9pPr lvl="8">
              <a:lnSpc>
                <a:spcPct val="115000"/>
              </a:lnSpc>
              <a:spcBef>
                <a:spcPts val="0"/>
              </a:spcBef>
              <a:spcAft>
                <a:spcPts val="0"/>
              </a:spcAft>
              <a:buNone/>
              <a:defRPr sz="3000">
                <a:solidFill>
                  <a:schemeClr val="accent2"/>
                </a:solidFill>
              </a:defRPr>
            </a:lvl9pPr>
          </a:lstStyle>
          <a:p>
            <a:endParaRPr/>
          </a:p>
        </p:txBody>
      </p:sp>
      <p:sp>
        <p:nvSpPr>
          <p:cNvPr id="174" name="Google Shape;174;p26"/>
          <p:cNvSpPr txBox="1">
            <a:spLocks noGrp="1"/>
          </p:cNvSpPr>
          <p:nvPr>
            <p:ph type="body" idx="1"/>
          </p:nvPr>
        </p:nvSpPr>
        <p:spPr>
          <a:xfrm>
            <a:off x="228600" y="1343100"/>
            <a:ext cx="4390500" cy="1120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175" name="Google Shape;175;p26"/>
          <p:cNvSpPr txBox="1">
            <a:spLocks noGrp="1"/>
          </p:cNvSpPr>
          <p:nvPr>
            <p:ph type="subTitle" idx="3"/>
          </p:nvPr>
        </p:nvSpPr>
        <p:spPr>
          <a:xfrm>
            <a:off x="228600" y="881700"/>
            <a:ext cx="8686800" cy="5541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76" name="Google Shape;176;p26"/>
          <p:cNvSpPr txBox="1">
            <a:spLocks noGrp="1"/>
          </p:cNvSpPr>
          <p:nvPr>
            <p:ph type="subTitle" idx="4"/>
          </p:nvPr>
        </p:nvSpPr>
        <p:spPr>
          <a:xfrm>
            <a:off x="1326075" y="3653375"/>
            <a:ext cx="2902200" cy="6198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77" name="Google Shape;177;p26"/>
          <p:cNvSpPr txBox="1">
            <a:spLocks noGrp="1"/>
          </p:cNvSpPr>
          <p:nvPr>
            <p:ph type="subTitle" idx="5"/>
          </p:nvPr>
        </p:nvSpPr>
        <p:spPr>
          <a:xfrm>
            <a:off x="1334825" y="4491500"/>
            <a:ext cx="2902200" cy="2097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178" name="Google Shape;178;p26"/>
          <p:cNvSpPr>
            <a:spLocks noGrp="1"/>
          </p:cNvSpPr>
          <p:nvPr>
            <p:ph type="pic" idx="6"/>
          </p:nvPr>
        </p:nvSpPr>
        <p:spPr>
          <a:xfrm>
            <a:off x="4909975" y="3643975"/>
            <a:ext cx="686400" cy="686400"/>
          </a:xfrm>
          <a:prstGeom prst="rect">
            <a:avLst/>
          </a:prstGeom>
          <a:noFill/>
          <a:ln>
            <a:noFill/>
          </a:ln>
        </p:spPr>
      </p:sp>
      <p:sp>
        <p:nvSpPr>
          <p:cNvPr id="179" name="Google Shape;179;p26"/>
          <p:cNvSpPr txBox="1">
            <a:spLocks noGrp="1"/>
          </p:cNvSpPr>
          <p:nvPr>
            <p:ph type="subTitle" idx="7"/>
          </p:nvPr>
        </p:nvSpPr>
        <p:spPr>
          <a:xfrm>
            <a:off x="5764775" y="3653375"/>
            <a:ext cx="2902200" cy="6198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80" name="Google Shape;180;p26"/>
          <p:cNvSpPr txBox="1">
            <a:spLocks noGrp="1"/>
          </p:cNvSpPr>
          <p:nvPr>
            <p:ph type="subTitle" idx="8"/>
          </p:nvPr>
        </p:nvSpPr>
        <p:spPr>
          <a:xfrm>
            <a:off x="5773525" y="4491500"/>
            <a:ext cx="2902200" cy="2097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BLANK_1_1_1_1_1_1">
    <p:bg>
      <p:bgPr>
        <a:gradFill>
          <a:gsLst>
            <a:gs pos="0">
              <a:schemeClr val="accent4"/>
            </a:gs>
            <a:gs pos="100000">
              <a:schemeClr val="dk1"/>
            </a:gs>
          </a:gsLst>
          <a:lin ang="16200038" scaled="0"/>
        </a:gradFill>
        <a:effectLst/>
      </p:bgPr>
    </p:bg>
    <p:spTree>
      <p:nvGrpSpPr>
        <p:cNvPr id="1" name="Shape 181"/>
        <p:cNvGrpSpPr/>
        <p:nvPr/>
      </p:nvGrpSpPr>
      <p:grpSpPr>
        <a:xfrm>
          <a:off x="0" y="0"/>
          <a:ext cx="0" cy="0"/>
          <a:chOff x="0" y="0"/>
          <a:chExt cx="0" cy="0"/>
        </a:xfrm>
      </p:grpSpPr>
      <p:sp>
        <p:nvSpPr>
          <p:cNvPr id="182" name="Google Shape;182;p27"/>
          <p:cNvSpPr/>
          <p:nvPr/>
        </p:nvSpPr>
        <p:spPr>
          <a:xfrm rot="10800000">
            <a:off x="-533850" y="726875"/>
            <a:ext cx="5915100" cy="59151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3" name="Google Shape;183;p27"/>
          <p:cNvSpPr/>
          <p:nvPr/>
        </p:nvSpPr>
        <p:spPr>
          <a:xfrm>
            <a:off x="3370825" y="-960900"/>
            <a:ext cx="2762400" cy="27624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4" name="Google Shape;184;p27"/>
          <p:cNvSpPr/>
          <p:nvPr/>
        </p:nvSpPr>
        <p:spPr>
          <a:xfrm>
            <a:off x="7959600" y="2651706"/>
            <a:ext cx="1184400" cy="11844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5" name="Google Shape;185;p27"/>
          <p:cNvSpPr/>
          <p:nvPr/>
        </p:nvSpPr>
        <p:spPr>
          <a:xfrm rot="5400000">
            <a:off x="8226006" y="4222931"/>
            <a:ext cx="24300" cy="13545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6" name="Google Shape;186;p27"/>
          <p:cNvSpPr/>
          <p:nvPr/>
        </p:nvSpPr>
        <p:spPr>
          <a:xfrm rot="-5400000" flipH="1">
            <a:off x="5305483" y="4527881"/>
            <a:ext cx="24300" cy="7446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7" name="Google Shape;187;p27"/>
          <p:cNvSpPr/>
          <p:nvPr/>
        </p:nvSpPr>
        <p:spPr>
          <a:xfrm rot="5400000">
            <a:off x="6836506"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8" name="Google Shape;188;p27"/>
          <p:cNvSpPr/>
          <p:nvPr/>
        </p:nvSpPr>
        <p:spPr>
          <a:xfrm rot="5400000">
            <a:off x="4231694"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9" name="Google Shape;189;p27"/>
          <p:cNvSpPr/>
          <p:nvPr/>
        </p:nvSpPr>
        <p:spPr>
          <a:xfrm rot="5400000">
            <a:off x="6618644"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0" name="Google Shape;190;p27"/>
          <p:cNvSpPr/>
          <p:nvPr/>
        </p:nvSpPr>
        <p:spPr>
          <a:xfrm rot="5400000">
            <a:off x="3164781" y="4222931"/>
            <a:ext cx="24300" cy="13545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1" name="Google Shape;191;p27"/>
          <p:cNvSpPr/>
          <p:nvPr/>
        </p:nvSpPr>
        <p:spPr>
          <a:xfrm rot="-5400000" flipH="1">
            <a:off x="531076" y="4586075"/>
            <a:ext cx="24300" cy="6282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2" name="Google Shape;192;p27"/>
          <p:cNvSpPr/>
          <p:nvPr/>
        </p:nvSpPr>
        <p:spPr>
          <a:xfrm rot="5400000">
            <a:off x="6400806"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3" name="Google Shape;193;p27"/>
          <p:cNvSpPr/>
          <p:nvPr/>
        </p:nvSpPr>
        <p:spPr>
          <a:xfrm rot="5400000">
            <a:off x="1557419"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4" name="Google Shape;194;p27"/>
          <p:cNvSpPr txBox="1">
            <a:spLocks noGrp="1"/>
          </p:cNvSpPr>
          <p:nvPr>
            <p:ph type="title"/>
          </p:nvPr>
        </p:nvSpPr>
        <p:spPr>
          <a:xfrm>
            <a:off x="977700" y="1410450"/>
            <a:ext cx="7188600" cy="2322600"/>
          </a:xfrm>
          <a:prstGeom prst="rect">
            <a:avLst/>
          </a:prstGeom>
        </p:spPr>
        <p:txBody>
          <a:bodyPr spcFirstLastPara="1" wrap="square" lIns="0" tIns="0" rIns="0" bIns="0" anchor="ctr" anchorCtr="0">
            <a:noAutofit/>
          </a:bodyPr>
          <a:lstStyle>
            <a:lvl1pPr lvl="0" algn="ctr">
              <a:spcBef>
                <a:spcPts val="0"/>
              </a:spcBef>
              <a:spcAft>
                <a:spcPts val="0"/>
              </a:spcAft>
              <a:buNone/>
              <a:defRPr>
                <a:latin typeface="Space Grotesk Light"/>
                <a:ea typeface="Space Grotesk Light"/>
                <a:cs typeface="Space Grotesk Light"/>
                <a:sym typeface="Space Grotesk Light"/>
              </a:defRPr>
            </a:lvl1pPr>
            <a:lvl2pPr lvl="1" algn="ctr">
              <a:spcBef>
                <a:spcPts val="0"/>
              </a:spcBef>
              <a:spcAft>
                <a:spcPts val="0"/>
              </a:spcAft>
              <a:buNone/>
              <a:defRPr>
                <a:latin typeface="Space Grotesk Light"/>
                <a:ea typeface="Space Grotesk Light"/>
                <a:cs typeface="Space Grotesk Light"/>
                <a:sym typeface="Space Grotesk Light"/>
              </a:defRPr>
            </a:lvl2pPr>
            <a:lvl3pPr lvl="2" algn="ctr">
              <a:spcBef>
                <a:spcPts val="0"/>
              </a:spcBef>
              <a:spcAft>
                <a:spcPts val="0"/>
              </a:spcAft>
              <a:buNone/>
              <a:defRPr>
                <a:latin typeface="Space Grotesk Light"/>
                <a:ea typeface="Space Grotesk Light"/>
                <a:cs typeface="Space Grotesk Light"/>
                <a:sym typeface="Space Grotesk Light"/>
              </a:defRPr>
            </a:lvl3pPr>
            <a:lvl4pPr lvl="3" algn="ctr">
              <a:spcBef>
                <a:spcPts val="0"/>
              </a:spcBef>
              <a:spcAft>
                <a:spcPts val="0"/>
              </a:spcAft>
              <a:buNone/>
              <a:defRPr>
                <a:latin typeface="Space Grotesk Light"/>
                <a:ea typeface="Space Grotesk Light"/>
                <a:cs typeface="Space Grotesk Light"/>
                <a:sym typeface="Space Grotesk Light"/>
              </a:defRPr>
            </a:lvl4pPr>
            <a:lvl5pPr lvl="4" algn="ctr">
              <a:spcBef>
                <a:spcPts val="0"/>
              </a:spcBef>
              <a:spcAft>
                <a:spcPts val="0"/>
              </a:spcAft>
              <a:buNone/>
              <a:defRPr>
                <a:latin typeface="Space Grotesk Light"/>
                <a:ea typeface="Space Grotesk Light"/>
                <a:cs typeface="Space Grotesk Light"/>
                <a:sym typeface="Space Grotesk Light"/>
              </a:defRPr>
            </a:lvl5pPr>
            <a:lvl6pPr lvl="5" algn="ctr">
              <a:spcBef>
                <a:spcPts val="0"/>
              </a:spcBef>
              <a:spcAft>
                <a:spcPts val="0"/>
              </a:spcAft>
              <a:buNone/>
              <a:defRPr>
                <a:latin typeface="Space Grotesk Light"/>
                <a:ea typeface="Space Grotesk Light"/>
                <a:cs typeface="Space Grotesk Light"/>
                <a:sym typeface="Space Grotesk Light"/>
              </a:defRPr>
            </a:lvl6pPr>
            <a:lvl7pPr lvl="6" algn="ctr">
              <a:spcBef>
                <a:spcPts val="0"/>
              </a:spcBef>
              <a:spcAft>
                <a:spcPts val="0"/>
              </a:spcAft>
              <a:buNone/>
              <a:defRPr>
                <a:latin typeface="Space Grotesk Light"/>
                <a:ea typeface="Space Grotesk Light"/>
                <a:cs typeface="Space Grotesk Light"/>
                <a:sym typeface="Space Grotesk Light"/>
              </a:defRPr>
            </a:lvl7pPr>
            <a:lvl8pPr lvl="7" algn="ctr">
              <a:spcBef>
                <a:spcPts val="0"/>
              </a:spcBef>
              <a:spcAft>
                <a:spcPts val="0"/>
              </a:spcAft>
              <a:buNone/>
              <a:defRPr>
                <a:latin typeface="Space Grotesk Light"/>
                <a:ea typeface="Space Grotesk Light"/>
                <a:cs typeface="Space Grotesk Light"/>
                <a:sym typeface="Space Grotesk Light"/>
              </a:defRPr>
            </a:lvl8pPr>
            <a:lvl9pPr lvl="8" algn="ctr">
              <a:spcBef>
                <a:spcPts val="0"/>
              </a:spcBef>
              <a:spcAft>
                <a:spcPts val="0"/>
              </a:spcAft>
              <a:buNone/>
              <a:defRPr>
                <a:latin typeface="Space Grotesk Light"/>
                <a:ea typeface="Space Grotesk Light"/>
                <a:cs typeface="Space Grotesk Light"/>
                <a:sym typeface="Space Grotesk Light"/>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 alt">
  <p:cSld name="BLANK_1_1_1_1_1_1_1">
    <p:spTree>
      <p:nvGrpSpPr>
        <p:cNvPr id="1" name="Shape 195"/>
        <p:cNvGrpSpPr/>
        <p:nvPr/>
      </p:nvGrpSpPr>
      <p:grpSpPr>
        <a:xfrm>
          <a:off x="0" y="0"/>
          <a:ext cx="0" cy="0"/>
          <a:chOff x="0" y="0"/>
          <a:chExt cx="0" cy="0"/>
        </a:xfrm>
      </p:grpSpPr>
      <p:sp>
        <p:nvSpPr>
          <p:cNvPr id="196" name="Google Shape;196;p28"/>
          <p:cNvSpPr/>
          <p:nvPr/>
        </p:nvSpPr>
        <p:spPr>
          <a:xfrm rot="-8920466">
            <a:off x="2599338" y="503023"/>
            <a:ext cx="5915173" cy="5915173"/>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Roboto"/>
              <a:ea typeface="Roboto"/>
              <a:cs typeface="Roboto"/>
              <a:sym typeface="Roboto"/>
            </a:endParaRPr>
          </a:p>
        </p:txBody>
      </p:sp>
      <p:sp>
        <p:nvSpPr>
          <p:cNvPr id="197" name="Google Shape;197;p28"/>
          <p:cNvSpPr txBox="1">
            <a:spLocks noGrp="1"/>
          </p:cNvSpPr>
          <p:nvPr>
            <p:ph type="subTitle" idx="1"/>
          </p:nvPr>
        </p:nvSpPr>
        <p:spPr>
          <a:xfrm>
            <a:off x="3237075" y="4074650"/>
            <a:ext cx="2669700" cy="369300"/>
          </a:xfrm>
          <a:prstGeom prst="rect">
            <a:avLst/>
          </a:prstGeom>
        </p:spPr>
        <p:txBody>
          <a:bodyPr spcFirstLastPara="1" wrap="square" lIns="0" tIns="0" rIns="0" bIns="0" anchor="ctr" anchorCtr="0">
            <a:noAutofit/>
          </a:bodyPr>
          <a:lstStyle>
            <a:lvl1pPr lvl="0"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1pPr>
            <a:lvl2pPr lvl="1"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2pPr>
            <a:lvl3pPr lvl="2"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3pPr>
            <a:lvl4pPr lvl="3"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4pPr>
            <a:lvl5pPr lvl="4"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5pPr>
            <a:lvl6pPr lvl="5"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6pPr>
            <a:lvl7pPr lvl="6"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7pPr>
            <a:lvl8pPr lvl="7"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8pPr>
            <a:lvl9pPr lvl="8"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9pPr>
          </a:lstStyle>
          <a:p>
            <a:endParaRPr/>
          </a:p>
        </p:txBody>
      </p:sp>
      <p:sp>
        <p:nvSpPr>
          <p:cNvPr id="198" name="Google Shape;198;p28"/>
          <p:cNvSpPr/>
          <p:nvPr/>
        </p:nvSpPr>
        <p:spPr>
          <a:xfrm rot="-8920806">
            <a:off x="581601" y="399117"/>
            <a:ext cx="1887207" cy="1887207"/>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Roboto"/>
              <a:ea typeface="Roboto"/>
              <a:cs typeface="Roboto"/>
              <a:sym typeface="Roboto"/>
            </a:endParaRPr>
          </a:p>
        </p:txBody>
      </p:sp>
      <p:sp>
        <p:nvSpPr>
          <p:cNvPr id="199" name="Google Shape;199;p28"/>
          <p:cNvSpPr txBox="1">
            <a:spLocks noGrp="1"/>
          </p:cNvSpPr>
          <p:nvPr>
            <p:ph type="title"/>
          </p:nvPr>
        </p:nvSpPr>
        <p:spPr>
          <a:xfrm>
            <a:off x="1174800" y="1562850"/>
            <a:ext cx="6794400" cy="2322600"/>
          </a:xfrm>
          <a:prstGeom prst="rect">
            <a:avLst/>
          </a:prstGeom>
        </p:spPr>
        <p:txBody>
          <a:bodyPr spcFirstLastPara="1" wrap="square" lIns="0" tIns="0" rIns="0" bIns="0" anchor="ctr" anchorCtr="0">
            <a:noAutofit/>
          </a:bodyPr>
          <a:lstStyle>
            <a:lvl1pPr lvl="0" algn="ctr">
              <a:spcBef>
                <a:spcPts val="0"/>
              </a:spcBef>
              <a:spcAft>
                <a:spcPts val="0"/>
              </a:spcAft>
              <a:buNone/>
              <a:defRPr sz="3400">
                <a:latin typeface="Space Grotesk Light"/>
                <a:ea typeface="Space Grotesk Light"/>
                <a:cs typeface="Space Grotesk Light"/>
                <a:sym typeface="Space Grotesk Light"/>
              </a:defRPr>
            </a:lvl1pPr>
            <a:lvl2pPr lvl="1" algn="ctr">
              <a:spcBef>
                <a:spcPts val="0"/>
              </a:spcBef>
              <a:spcAft>
                <a:spcPts val="0"/>
              </a:spcAft>
              <a:buNone/>
              <a:defRPr sz="3400">
                <a:latin typeface="Space Grotesk Light"/>
                <a:ea typeface="Space Grotesk Light"/>
                <a:cs typeface="Space Grotesk Light"/>
                <a:sym typeface="Space Grotesk Light"/>
              </a:defRPr>
            </a:lvl2pPr>
            <a:lvl3pPr lvl="2" algn="ctr">
              <a:spcBef>
                <a:spcPts val="0"/>
              </a:spcBef>
              <a:spcAft>
                <a:spcPts val="0"/>
              </a:spcAft>
              <a:buNone/>
              <a:defRPr sz="3400">
                <a:latin typeface="Space Grotesk Light"/>
                <a:ea typeface="Space Grotesk Light"/>
                <a:cs typeface="Space Grotesk Light"/>
                <a:sym typeface="Space Grotesk Light"/>
              </a:defRPr>
            </a:lvl3pPr>
            <a:lvl4pPr lvl="3" algn="ctr">
              <a:spcBef>
                <a:spcPts val="0"/>
              </a:spcBef>
              <a:spcAft>
                <a:spcPts val="0"/>
              </a:spcAft>
              <a:buNone/>
              <a:defRPr sz="3400">
                <a:latin typeface="Space Grotesk Light"/>
                <a:ea typeface="Space Grotesk Light"/>
                <a:cs typeface="Space Grotesk Light"/>
                <a:sym typeface="Space Grotesk Light"/>
              </a:defRPr>
            </a:lvl4pPr>
            <a:lvl5pPr lvl="4" algn="ctr">
              <a:spcBef>
                <a:spcPts val="0"/>
              </a:spcBef>
              <a:spcAft>
                <a:spcPts val="0"/>
              </a:spcAft>
              <a:buNone/>
              <a:defRPr sz="3400">
                <a:latin typeface="Space Grotesk Light"/>
                <a:ea typeface="Space Grotesk Light"/>
                <a:cs typeface="Space Grotesk Light"/>
                <a:sym typeface="Space Grotesk Light"/>
              </a:defRPr>
            </a:lvl5pPr>
            <a:lvl6pPr lvl="5" algn="ctr">
              <a:spcBef>
                <a:spcPts val="0"/>
              </a:spcBef>
              <a:spcAft>
                <a:spcPts val="0"/>
              </a:spcAft>
              <a:buNone/>
              <a:defRPr sz="3400">
                <a:latin typeface="Space Grotesk Light"/>
                <a:ea typeface="Space Grotesk Light"/>
                <a:cs typeface="Space Grotesk Light"/>
                <a:sym typeface="Space Grotesk Light"/>
              </a:defRPr>
            </a:lvl6pPr>
            <a:lvl7pPr lvl="6" algn="ctr">
              <a:spcBef>
                <a:spcPts val="0"/>
              </a:spcBef>
              <a:spcAft>
                <a:spcPts val="0"/>
              </a:spcAft>
              <a:buNone/>
              <a:defRPr sz="3400">
                <a:latin typeface="Space Grotesk Light"/>
                <a:ea typeface="Space Grotesk Light"/>
                <a:cs typeface="Space Grotesk Light"/>
                <a:sym typeface="Space Grotesk Light"/>
              </a:defRPr>
            </a:lvl7pPr>
            <a:lvl8pPr lvl="7" algn="ctr">
              <a:spcBef>
                <a:spcPts val="0"/>
              </a:spcBef>
              <a:spcAft>
                <a:spcPts val="0"/>
              </a:spcAft>
              <a:buNone/>
              <a:defRPr sz="3400">
                <a:latin typeface="Space Grotesk Light"/>
                <a:ea typeface="Space Grotesk Light"/>
                <a:cs typeface="Space Grotesk Light"/>
                <a:sym typeface="Space Grotesk Light"/>
              </a:defRPr>
            </a:lvl8pPr>
            <a:lvl9pPr lvl="8" algn="ctr">
              <a:spcBef>
                <a:spcPts val="0"/>
              </a:spcBef>
              <a:spcAft>
                <a:spcPts val="0"/>
              </a:spcAft>
              <a:buNone/>
              <a:defRPr sz="3400">
                <a:latin typeface="Space Grotesk Light"/>
                <a:ea typeface="Space Grotesk Light"/>
                <a:cs typeface="Space Grotesk Light"/>
                <a:sym typeface="Space Grotesk Light"/>
              </a:defRPr>
            </a:lvl9pPr>
          </a:lstStyle>
          <a:p>
            <a:endParaRPr/>
          </a:p>
        </p:txBody>
      </p:sp>
      <p:sp>
        <p:nvSpPr>
          <p:cNvPr id="200" name="Google Shape;200;p28"/>
          <p:cNvSpPr/>
          <p:nvPr/>
        </p:nvSpPr>
        <p:spPr>
          <a:xfrm>
            <a:off x="8891100" y="228600"/>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1" name="Google Shape;201;p28"/>
          <p:cNvSpPr/>
          <p:nvPr/>
        </p:nvSpPr>
        <p:spPr>
          <a:xfrm>
            <a:off x="8891100" y="4464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2" name="Google Shape;202;p28"/>
          <p:cNvSpPr/>
          <p:nvPr/>
        </p:nvSpPr>
        <p:spPr>
          <a:xfrm rot="5400000">
            <a:off x="8673244" y="2286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3" name="Google Shape;203;p28"/>
          <p:cNvSpPr/>
          <p:nvPr/>
        </p:nvSpPr>
        <p:spPr>
          <a:xfrm rot="-5400000">
            <a:off x="228591" y="22860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4" name="Google Shape;204;p28"/>
          <p:cNvSpPr/>
          <p:nvPr/>
        </p:nvSpPr>
        <p:spPr>
          <a:xfrm rot="-5400000">
            <a:off x="446453" y="22860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5" name="Google Shape;205;p28"/>
          <p:cNvSpPr/>
          <p:nvPr/>
        </p:nvSpPr>
        <p:spPr>
          <a:xfrm>
            <a:off x="228622" y="446459"/>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6" name="Google Shape;206;p28"/>
          <p:cNvSpPr/>
          <p:nvPr/>
        </p:nvSpPr>
        <p:spPr>
          <a:xfrm rot="10800000">
            <a:off x="228591" y="4888025"/>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7" name="Google Shape;207;p28"/>
          <p:cNvSpPr/>
          <p:nvPr/>
        </p:nvSpPr>
        <p:spPr>
          <a:xfrm rot="10800000">
            <a:off x="228591" y="46701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8" name="Google Shape;208;p28"/>
          <p:cNvSpPr/>
          <p:nvPr/>
        </p:nvSpPr>
        <p:spPr>
          <a:xfrm rot="-5400000">
            <a:off x="446447" y="4887994"/>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9" name="Google Shape;209;p28"/>
          <p:cNvSpPr/>
          <p:nvPr/>
        </p:nvSpPr>
        <p:spPr>
          <a:xfrm rot="5400000">
            <a:off x="8891100" y="4888022"/>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0" name="Google Shape;210;p28"/>
          <p:cNvSpPr/>
          <p:nvPr/>
        </p:nvSpPr>
        <p:spPr>
          <a:xfrm rot="5400000">
            <a:off x="8673238" y="4888022"/>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1" name="Google Shape;211;p28"/>
          <p:cNvSpPr/>
          <p:nvPr/>
        </p:nvSpPr>
        <p:spPr>
          <a:xfrm rot="10800000">
            <a:off x="8891069" y="4670166"/>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2" name="Google Shape;212;p28"/>
          <p:cNvSpPr txBox="1">
            <a:spLocks noGrp="1"/>
          </p:cNvSpPr>
          <p:nvPr>
            <p:ph type="subTitle" idx="2"/>
          </p:nvPr>
        </p:nvSpPr>
        <p:spPr>
          <a:xfrm>
            <a:off x="3237075" y="4300975"/>
            <a:ext cx="2669700" cy="369300"/>
          </a:xfrm>
          <a:prstGeom prst="rect">
            <a:avLst/>
          </a:prstGeom>
        </p:spPr>
        <p:txBody>
          <a:bodyPr spcFirstLastPara="1" wrap="square" lIns="0" tIns="0" rIns="0" bIns="0" anchor="ctr" anchorCtr="0">
            <a:noAutofit/>
          </a:bodyPr>
          <a:lstStyle>
            <a:lvl1pPr lvl="0" algn="ctr">
              <a:spcBef>
                <a:spcPts val="0"/>
              </a:spcBef>
              <a:spcAft>
                <a:spcPts val="0"/>
              </a:spcAft>
              <a:buClr>
                <a:schemeClr val="lt1"/>
              </a:buClr>
              <a:buSzPts val="1000"/>
              <a:buFont typeface="Roboto"/>
              <a:buNone/>
              <a:defRPr sz="1000">
                <a:latin typeface="Roboto"/>
                <a:ea typeface="Roboto"/>
                <a:cs typeface="Roboto"/>
                <a:sym typeface="Roboto"/>
              </a:defRPr>
            </a:lvl1pPr>
            <a:lvl2pPr lvl="1" algn="ctr">
              <a:spcBef>
                <a:spcPts val="0"/>
              </a:spcBef>
              <a:spcAft>
                <a:spcPts val="0"/>
              </a:spcAft>
              <a:buClr>
                <a:schemeClr val="lt1"/>
              </a:buClr>
              <a:buSzPts val="1000"/>
              <a:buFont typeface="Roboto"/>
              <a:buNone/>
              <a:defRPr sz="1000">
                <a:latin typeface="Roboto"/>
                <a:ea typeface="Roboto"/>
                <a:cs typeface="Roboto"/>
                <a:sym typeface="Roboto"/>
              </a:defRPr>
            </a:lvl2pPr>
            <a:lvl3pPr lvl="2" algn="ctr">
              <a:spcBef>
                <a:spcPts val="0"/>
              </a:spcBef>
              <a:spcAft>
                <a:spcPts val="0"/>
              </a:spcAft>
              <a:buClr>
                <a:schemeClr val="lt1"/>
              </a:buClr>
              <a:buSzPts val="1000"/>
              <a:buFont typeface="Roboto"/>
              <a:buNone/>
              <a:defRPr sz="1000">
                <a:latin typeface="Roboto"/>
                <a:ea typeface="Roboto"/>
                <a:cs typeface="Roboto"/>
                <a:sym typeface="Roboto"/>
              </a:defRPr>
            </a:lvl3pPr>
            <a:lvl4pPr lvl="3" algn="ctr">
              <a:spcBef>
                <a:spcPts val="0"/>
              </a:spcBef>
              <a:spcAft>
                <a:spcPts val="0"/>
              </a:spcAft>
              <a:buClr>
                <a:schemeClr val="lt1"/>
              </a:buClr>
              <a:buSzPts val="1000"/>
              <a:buFont typeface="Roboto"/>
              <a:buNone/>
              <a:defRPr sz="1000">
                <a:latin typeface="Roboto"/>
                <a:ea typeface="Roboto"/>
                <a:cs typeface="Roboto"/>
                <a:sym typeface="Roboto"/>
              </a:defRPr>
            </a:lvl4pPr>
            <a:lvl5pPr lvl="4" algn="ctr">
              <a:spcBef>
                <a:spcPts val="0"/>
              </a:spcBef>
              <a:spcAft>
                <a:spcPts val="0"/>
              </a:spcAft>
              <a:buClr>
                <a:schemeClr val="lt1"/>
              </a:buClr>
              <a:buSzPts val="1000"/>
              <a:buFont typeface="Roboto"/>
              <a:buNone/>
              <a:defRPr sz="1000">
                <a:latin typeface="Roboto"/>
                <a:ea typeface="Roboto"/>
                <a:cs typeface="Roboto"/>
                <a:sym typeface="Roboto"/>
              </a:defRPr>
            </a:lvl5pPr>
            <a:lvl6pPr lvl="5" algn="ctr">
              <a:spcBef>
                <a:spcPts val="0"/>
              </a:spcBef>
              <a:spcAft>
                <a:spcPts val="0"/>
              </a:spcAft>
              <a:buClr>
                <a:schemeClr val="lt1"/>
              </a:buClr>
              <a:buSzPts val="1000"/>
              <a:buFont typeface="Roboto"/>
              <a:buNone/>
              <a:defRPr sz="1000">
                <a:latin typeface="Roboto"/>
                <a:ea typeface="Roboto"/>
                <a:cs typeface="Roboto"/>
                <a:sym typeface="Roboto"/>
              </a:defRPr>
            </a:lvl6pPr>
            <a:lvl7pPr lvl="6" algn="ctr">
              <a:spcBef>
                <a:spcPts val="0"/>
              </a:spcBef>
              <a:spcAft>
                <a:spcPts val="0"/>
              </a:spcAft>
              <a:buClr>
                <a:schemeClr val="lt1"/>
              </a:buClr>
              <a:buSzPts val="1000"/>
              <a:buFont typeface="Roboto"/>
              <a:buNone/>
              <a:defRPr sz="1000">
                <a:latin typeface="Roboto"/>
                <a:ea typeface="Roboto"/>
                <a:cs typeface="Roboto"/>
                <a:sym typeface="Roboto"/>
              </a:defRPr>
            </a:lvl7pPr>
            <a:lvl8pPr lvl="7" algn="ctr">
              <a:spcBef>
                <a:spcPts val="0"/>
              </a:spcBef>
              <a:spcAft>
                <a:spcPts val="0"/>
              </a:spcAft>
              <a:buClr>
                <a:schemeClr val="lt1"/>
              </a:buClr>
              <a:buSzPts val="1000"/>
              <a:buFont typeface="Roboto"/>
              <a:buNone/>
              <a:defRPr sz="1000">
                <a:latin typeface="Roboto"/>
                <a:ea typeface="Roboto"/>
                <a:cs typeface="Roboto"/>
                <a:sym typeface="Roboto"/>
              </a:defRPr>
            </a:lvl8pPr>
            <a:lvl9pPr lvl="8" algn="ctr">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List">
  <p:cSld name="BLANK_1_1_1_1_1_1_1_1_1_1_2">
    <p:spTree>
      <p:nvGrpSpPr>
        <p:cNvPr id="1" name="Shape 213"/>
        <p:cNvGrpSpPr/>
        <p:nvPr/>
      </p:nvGrpSpPr>
      <p:grpSpPr>
        <a:xfrm>
          <a:off x="0" y="0"/>
          <a:ext cx="0" cy="0"/>
          <a:chOff x="0" y="0"/>
          <a:chExt cx="0" cy="0"/>
        </a:xfrm>
      </p:grpSpPr>
      <p:sp>
        <p:nvSpPr>
          <p:cNvPr id="214" name="Google Shape;214;p29"/>
          <p:cNvSpPr txBox="1">
            <a:spLocks noGrp="1"/>
          </p:cNvSpPr>
          <p:nvPr>
            <p:ph type="subTitle" idx="1"/>
          </p:nvPr>
        </p:nvSpPr>
        <p:spPr>
          <a:xfrm>
            <a:off x="228600" y="2077513"/>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5" name="Google Shape;215;p29"/>
          <p:cNvSpPr txBox="1">
            <a:spLocks noGrp="1"/>
          </p:cNvSpPr>
          <p:nvPr>
            <p:ph type="subTitle" idx="2"/>
          </p:nvPr>
        </p:nvSpPr>
        <p:spPr>
          <a:xfrm>
            <a:off x="228600" y="2764250"/>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6" name="Google Shape;216;p29"/>
          <p:cNvSpPr txBox="1">
            <a:spLocks noGrp="1"/>
          </p:cNvSpPr>
          <p:nvPr>
            <p:ph type="subTitle" idx="3"/>
          </p:nvPr>
        </p:nvSpPr>
        <p:spPr>
          <a:xfrm>
            <a:off x="228700" y="3469938"/>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7" name="Google Shape;217;p29"/>
          <p:cNvSpPr txBox="1">
            <a:spLocks noGrp="1"/>
          </p:cNvSpPr>
          <p:nvPr>
            <p:ph type="subTitle" idx="4"/>
          </p:nvPr>
        </p:nvSpPr>
        <p:spPr>
          <a:xfrm>
            <a:off x="228700" y="4194625"/>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8" name="Google Shape;218;p29"/>
          <p:cNvSpPr txBox="1">
            <a:spLocks noGrp="1"/>
          </p:cNvSpPr>
          <p:nvPr>
            <p:ph type="title"/>
          </p:nvPr>
        </p:nvSpPr>
        <p:spPr>
          <a:xfrm>
            <a:off x="212450" y="177900"/>
            <a:ext cx="64467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19" name="Google Shape;219;p29"/>
          <p:cNvSpPr txBox="1">
            <a:spLocks noGrp="1"/>
          </p:cNvSpPr>
          <p:nvPr>
            <p:ph type="subTitle" idx="5"/>
          </p:nvPr>
        </p:nvSpPr>
        <p:spPr>
          <a:xfrm>
            <a:off x="631800" y="2060357"/>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0" name="Google Shape;220;p29"/>
          <p:cNvSpPr txBox="1">
            <a:spLocks noGrp="1"/>
          </p:cNvSpPr>
          <p:nvPr>
            <p:ph type="subTitle" idx="6"/>
          </p:nvPr>
        </p:nvSpPr>
        <p:spPr>
          <a:xfrm>
            <a:off x="631800" y="2747082"/>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1" name="Google Shape;221;p29"/>
          <p:cNvSpPr txBox="1">
            <a:spLocks noGrp="1"/>
          </p:cNvSpPr>
          <p:nvPr>
            <p:ph type="subTitle" idx="7"/>
          </p:nvPr>
        </p:nvSpPr>
        <p:spPr>
          <a:xfrm>
            <a:off x="631850" y="3452782"/>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2" name="Google Shape;222;p29"/>
          <p:cNvSpPr txBox="1">
            <a:spLocks noGrp="1"/>
          </p:cNvSpPr>
          <p:nvPr>
            <p:ph type="subTitle" idx="8"/>
          </p:nvPr>
        </p:nvSpPr>
        <p:spPr>
          <a:xfrm>
            <a:off x="631900" y="4177457"/>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3" name="Google Shape;223;p29"/>
          <p:cNvSpPr txBox="1">
            <a:spLocks noGrp="1"/>
          </p:cNvSpPr>
          <p:nvPr>
            <p:ph type="body" idx="9"/>
          </p:nvPr>
        </p:nvSpPr>
        <p:spPr>
          <a:xfrm>
            <a:off x="2906500" y="4194625"/>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4" name="Google Shape;224;p29"/>
          <p:cNvSpPr txBox="1">
            <a:spLocks noGrp="1"/>
          </p:cNvSpPr>
          <p:nvPr>
            <p:ph type="body" idx="13"/>
          </p:nvPr>
        </p:nvSpPr>
        <p:spPr>
          <a:xfrm>
            <a:off x="2906400" y="3479438"/>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5" name="Google Shape;225;p29"/>
          <p:cNvSpPr txBox="1">
            <a:spLocks noGrp="1"/>
          </p:cNvSpPr>
          <p:nvPr>
            <p:ph type="body" idx="14"/>
          </p:nvPr>
        </p:nvSpPr>
        <p:spPr>
          <a:xfrm>
            <a:off x="2906400" y="2764263"/>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6" name="Google Shape;226;p29"/>
          <p:cNvSpPr txBox="1">
            <a:spLocks noGrp="1"/>
          </p:cNvSpPr>
          <p:nvPr>
            <p:ph type="body" idx="15"/>
          </p:nvPr>
        </p:nvSpPr>
        <p:spPr>
          <a:xfrm>
            <a:off x="2906400" y="2048313"/>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genda - Alt 1">
  <p:cSld name="BLANK_1_1_1_1_1_1_1_1_1_1_1">
    <p:bg>
      <p:bgPr>
        <a:gradFill>
          <a:gsLst>
            <a:gs pos="0">
              <a:schemeClr val="accent4"/>
            </a:gs>
            <a:gs pos="100000">
              <a:schemeClr val="dk1"/>
            </a:gs>
          </a:gsLst>
          <a:lin ang="5400012" scaled="0"/>
        </a:gradFill>
        <a:effectLst/>
      </p:bgPr>
    </p:bg>
    <p:spTree>
      <p:nvGrpSpPr>
        <p:cNvPr id="1" name="Shape 227"/>
        <p:cNvGrpSpPr/>
        <p:nvPr/>
      </p:nvGrpSpPr>
      <p:grpSpPr>
        <a:xfrm>
          <a:off x="0" y="0"/>
          <a:ext cx="0" cy="0"/>
          <a:chOff x="0" y="0"/>
          <a:chExt cx="0" cy="0"/>
        </a:xfrm>
      </p:grpSpPr>
      <p:sp>
        <p:nvSpPr>
          <p:cNvPr id="228" name="Google Shape;228;p30"/>
          <p:cNvSpPr/>
          <p:nvPr/>
        </p:nvSpPr>
        <p:spPr>
          <a:xfrm>
            <a:off x="8891100" y="228600"/>
            <a:ext cx="24300" cy="13545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29" name="Google Shape;229;p30"/>
          <p:cNvSpPr/>
          <p:nvPr/>
        </p:nvSpPr>
        <p:spPr>
          <a:xfrm rot="10800000" flipH="1">
            <a:off x="8891100" y="3225473"/>
            <a:ext cx="24300" cy="7446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0" name="Google Shape;230;p30"/>
          <p:cNvSpPr/>
          <p:nvPr/>
        </p:nvSpPr>
        <p:spPr>
          <a:xfrm>
            <a:off x="8891100" y="2283200"/>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1" name="Google Shape;231;p30"/>
          <p:cNvSpPr/>
          <p:nvPr/>
        </p:nvSpPr>
        <p:spPr>
          <a:xfrm>
            <a:off x="8891100" y="488801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2" name="Google Shape;232;p30"/>
          <p:cNvSpPr/>
          <p:nvPr/>
        </p:nvSpPr>
        <p:spPr>
          <a:xfrm>
            <a:off x="8891100" y="2392138"/>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3" name="Google Shape;233;p30"/>
          <p:cNvSpPr/>
          <p:nvPr/>
        </p:nvSpPr>
        <p:spPr>
          <a:xfrm>
            <a:off x="8891100" y="25010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4" name="Google Shape;234;p30"/>
          <p:cNvSpPr/>
          <p:nvPr/>
        </p:nvSpPr>
        <p:spPr>
          <a:xfrm>
            <a:off x="-4353375" y="-4359625"/>
            <a:ext cx="8713800" cy="8713800"/>
          </a:xfrm>
          <a:prstGeom prst="pie">
            <a:avLst>
              <a:gd name="adj1" fmla="val 2137"/>
              <a:gd name="adj2" fmla="val 5410266"/>
            </a:avLst>
          </a:prstGeom>
          <a:gradFill>
            <a:gsLst>
              <a:gs pos="0">
                <a:schemeClr val="dk1"/>
              </a:gs>
              <a:gs pos="28000">
                <a:schemeClr val="dk1"/>
              </a:gs>
              <a:gs pos="100000">
                <a:schemeClr val="dk2"/>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5" name="Google Shape;235;p30"/>
          <p:cNvSpPr/>
          <p:nvPr/>
        </p:nvSpPr>
        <p:spPr>
          <a:xfrm>
            <a:off x="7661425" y="1330972"/>
            <a:ext cx="406500" cy="406500"/>
          </a:xfrm>
          <a:prstGeom prst="ellipse">
            <a:avLst/>
          </a:prstGeom>
          <a:gradFill>
            <a:gsLst>
              <a:gs pos="0">
                <a:schemeClr val="dk1"/>
              </a:gs>
              <a:gs pos="31000">
                <a:schemeClr val="dk1"/>
              </a:gs>
              <a:gs pos="100000">
                <a:schemeClr val="accent4"/>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6" name="Google Shape;236;p30"/>
          <p:cNvSpPr txBox="1">
            <a:spLocks noGrp="1"/>
          </p:cNvSpPr>
          <p:nvPr>
            <p:ph type="subTitle" idx="1"/>
          </p:nvPr>
        </p:nvSpPr>
        <p:spPr>
          <a:xfrm>
            <a:off x="228600" y="36294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37" name="Google Shape;237;p30"/>
          <p:cNvSpPr/>
          <p:nvPr/>
        </p:nvSpPr>
        <p:spPr>
          <a:xfrm>
            <a:off x="5772475" y="912625"/>
            <a:ext cx="1243200" cy="1243200"/>
          </a:xfrm>
          <a:prstGeom prst="ellipse">
            <a:avLst/>
          </a:prstGeom>
          <a:gradFill>
            <a:gsLst>
              <a:gs pos="0">
                <a:schemeClr val="dk1"/>
              </a:gs>
              <a:gs pos="28000">
                <a:schemeClr val="dk1"/>
              </a:gs>
              <a:gs pos="100000">
                <a:schemeClr val="dk2"/>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8" name="Google Shape;238;p30"/>
          <p:cNvSpPr txBox="1">
            <a:spLocks noGrp="1"/>
          </p:cNvSpPr>
          <p:nvPr>
            <p:ph type="subTitle" idx="2"/>
          </p:nvPr>
        </p:nvSpPr>
        <p:spPr>
          <a:xfrm>
            <a:off x="541125" y="2779925"/>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39" name="Google Shape;239;p30"/>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40" name="Google Shape;240;p30"/>
          <p:cNvSpPr txBox="1">
            <a:spLocks noGrp="1"/>
          </p:cNvSpPr>
          <p:nvPr>
            <p:ph type="subTitle" idx="3"/>
          </p:nvPr>
        </p:nvSpPr>
        <p:spPr>
          <a:xfrm>
            <a:off x="541125" y="3001750"/>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1" name="Google Shape;241;p30"/>
          <p:cNvSpPr txBox="1">
            <a:spLocks noGrp="1"/>
          </p:cNvSpPr>
          <p:nvPr>
            <p:ph type="subTitle" idx="4"/>
          </p:nvPr>
        </p:nvSpPr>
        <p:spPr>
          <a:xfrm>
            <a:off x="228600" y="2767150"/>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2" name="Google Shape;242;p30"/>
          <p:cNvSpPr txBox="1">
            <a:spLocks noGrp="1"/>
          </p:cNvSpPr>
          <p:nvPr>
            <p:ph type="subTitle" idx="5"/>
          </p:nvPr>
        </p:nvSpPr>
        <p:spPr>
          <a:xfrm>
            <a:off x="3914650" y="2779925"/>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3" name="Google Shape;243;p30"/>
          <p:cNvSpPr txBox="1">
            <a:spLocks noGrp="1"/>
          </p:cNvSpPr>
          <p:nvPr>
            <p:ph type="subTitle" idx="6"/>
          </p:nvPr>
        </p:nvSpPr>
        <p:spPr>
          <a:xfrm>
            <a:off x="3914650" y="3001750"/>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4" name="Google Shape;244;p30"/>
          <p:cNvSpPr txBox="1">
            <a:spLocks noGrp="1"/>
          </p:cNvSpPr>
          <p:nvPr>
            <p:ph type="subTitle" idx="7"/>
          </p:nvPr>
        </p:nvSpPr>
        <p:spPr>
          <a:xfrm>
            <a:off x="3602125" y="2767150"/>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5" name="Google Shape;245;p30"/>
          <p:cNvSpPr txBox="1">
            <a:spLocks noGrp="1"/>
          </p:cNvSpPr>
          <p:nvPr>
            <p:ph type="subTitle" idx="8"/>
          </p:nvPr>
        </p:nvSpPr>
        <p:spPr>
          <a:xfrm>
            <a:off x="541125" y="45045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6" name="Google Shape;246;p30"/>
          <p:cNvSpPr txBox="1">
            <a:spLocks noGrp="1"/>
          </p:cNvSpPr>
          <p:nvPr>
            <p:ph type="subTitle" idx="9"/>
          </p:nvPr>
        </p:nvSpPr>
        <p:spPr>
          <a:xfrm>
            <a:off x="541125" y="47263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7" name="Google Shape;247;p30"/>
          <p:cNvSpPr txBox="1">
            <a:spLocks noGrp="1"/>
          </p:cNvSpPr>
          <p:nvPr>
            <p:ph type="subTitle" idx="13"/>
          </p:nvPr>
        </p:nvSpPr>
        <p:spPr>
          <a:xfrm>
            <a:off x="228600" y="44917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8" name="Google Shape;248;p30"/>
          <p:cNvSpPr txBox="1">
            <a:spLocks noGrp="1"/>
          </p:cNvSpPr>
          <p:nvPr>
            <p:ph type="subTitle" idx="14"/>
          </p:nvPr>
        </p:nvSpPr>
        <p:spPr>
          <a:xfrm>
            <a:off x="3914650" y="45045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9" name="Google Shape;249;p30"/>
          <p:cNvSpPr txBox="1">
            <a:spLocks noGrp="1"/>
          </p:cNvSpPr>
          <p:nvPr>
            <p:ph type="subTitle" idx="15"/>
          </p:nvPr>
        </p:nvSpPr>
        <p:spPr>
          <a:xfrm>
            <a:off x="3914650" y="47263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50" name="Google Shape;250;p30"/>
          <p:cNvSpPr txBox="1">
            <a:spLocks noGrp="1"/>
          </p:cNvSpPr>
          <p:nvPr>
            <p:ph type="subTitle" idx="16"/>
          </p:nvPr>
        </p:nvSpPr>
        <p:spPr>
          <a:xfrm>
            <a:off x="3602125" y="36294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51" name="Google Shape;251;p30"/>
          <p:cNvSpPr txBox="1">
            <a:spLocks noGrp="1"/>
          </p:cNvSpPr>
          <p:nvPr>
            <p:ph type="subTitle" idx="17"/>
          </p:nvPr>
        </p:nvSpPr>
        <p:spPr>
          <a:xfrm>
            <a:off x="3602125" y="44917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52" name="Google Shape;252;p30"/>
          <p:cNvSpPr txBox="1">
            <a:spLocks noGrp="1"/>
          </p:cNvSpPr>
          <p:nvPr>
            <p:ph type="subTitle" idx="18"/>
          </p:nvPr>
        </p:nvSpPr>
        <p:spPr>
          <a:xfrm>
            <a:off x="541125" y="36422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53" name="Google Shape;253;p30"/>
          <p:cNvSpPr txBox="1">
            <a:spLocks noGrp="1"/>
          </p:cNvSpPr>
          <p:nvPr>
            <p:ph type="subTitle" idx="19"/>
          </p:nvPr>
        </p:nvSpPr>
        <p:spPr>
          <a:xfrm>
            <a:off x="541125" y="38640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54" name="Google Shape;254;p30"/>
          <p:cNvSpPr txBox="1">
            <a:spLocks noGrp="1"/>
          </p:cNvSpPr>
          <p:nvPr>
            <p:ph type="subTitle" idx="20"/>
          </p:nvPr>
        </p:nvSpPr>
        <p:spPr>
          <a:xfrm>
            <a:off x="3914650" y="36422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55" name="Google Shape;255;p30"/>
          <p:cNvSpPr txBox="1">
            <a:spLocks noGrp="1"/>
          </p:cNvSpPr>
          <p:nvPr>
            <p:ph type="subTitle" idx="21"/>
          </p:nvPr>
        </p:nvSpPr>
        <p:spPr>
          <a:xfrm>
            <a:off x="3914650" y="38640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body and image">
  <p:cSld name="BLANK_1_1_1_1_1_1_1_1_1_1_1_1">
    <p:bg>
      <p:bgPr>
        <a:gradFill>
          <a:gsLst>
            <a:gs pos="0">
              <a:schemeClr val="accent4"/>
            </a:gs>
            <a:gs pos="100000">
              <a:schemeClr val="dk1"/>
            </a:gs>
          </a:gsLst>
          <a:path path="circle">
            <a:fillToRect l="50000" t="50000" r="50000" b="50000"/>
          </a:path>
          <a:tileRect/>
        </a:gradFill>
        <a:effectLst/>
      </p:bgPr>
    </p:bg>
    <p:spTree>
      <p:nvGrpSpPr>
        <p:cNvPr id="1" name="Shape 256"/>
        <p:cNvGrpSpPr/>
        <p:nvPr/>
      </p:nvGrpSpPr>
      <p:grpSpPr>
        <a:xfrm>
          <a:off x="0" y="0"/>
          <a:ext cx="0" cy="0"/>
          <a:chOff x="0" y="0"/>
          <a:chExt cx="0" cy="0"/>
        </a:xfrm>
      </p:grpSpPr>
      <p:sp>
        <p:nvSpPr>
          <p:cNvPr id="257" name="Google Shape;257;p31"/>
          <p:cNvSpPr/>
          <p:nvPr/>
        </p:nvSpPr>
        <p:spPr>
          <a:xfrm>
            <a:off x="-2956425" y="-4767225"/>
            <a:ext cx="9144000" cy="9144000"/>
          </a:xfrm>
          <a:prstGeom prst="ellipse">
            <a:avLst/>
          </a:prstGeom>
          <a:gradFill>
            <a:gsLst>
              <a:gs pos="0">
                <a:schemeClr val="accent4"/>
              </a:gs>
              <a:gs pos="100000">
                <a:schemeClr val="dk1"/>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58" name="Google Shape;258;p31"/>
          <p:cNvSpPr txBox="1">
            <a:spLocks noGrp="1"/>
          </p:cNvSpPr>
          <p:nvPr>
            <p:ph type="title"/>
          </p:nvPr>
        </p:nvSpPr>
        <p:spPr>
          <a:xfrm>
            <a:off x="212450" y="177900"/>
            <a:ext cx="38268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59" name="Google Shape;259;p31"/>
          <p:cNvSpPr>
            <a:spLocks noGrp="1"/>
          </p:cNvSpPr>
          <p:nvPr>
            <p:ph type="pic" idx="2"/>
          </p:nvPr>
        </p:nvSpPr>
        <p:spPr>
          <a:xfrm>
            <a:off x="4618525" y="0"/>
            <a:ext cx="4296600" cy="4912200"/>
          </a:xfrm>
          <a:prstGeom prst="rect">
            <a:avLst/>
          </a:prstGeom>
          <a:noFill/>
          <a:ln>
            <a:noFill/>
          </a:ln>
        </p:spPr>
      </p:sp>
      <p:sp>
        <p:nvSpPr>
          <p:cNvPr id="260" name="Google Shape;260;p31"/>
          <p:cNvSpPr txBox="1">
            <a:spLocks noGrp="1"/>
          </p:cNvSpPr>
          <p:nvPr>
            <p:ph type="body" idx="1"/>
          </p:nvPr>
        </p:nvSpPr>
        <p:spPr>
          <a:xfrm>
            <a:off x="228600" y="1177425"/>
            <a:ext cx="3321300" cy="22080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61" name="Google Shape;261;p31"/>
          <p:cNvSpPr/>
          <p:nvPr/>
        </p:nvSpPr>
        <p:spPr>
          <a:xfrm rot="-5400000">
            <a:off x="893689" y="4222811"/>
            <a:ext cx="24300" cy="13545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2" name="Google Shape;262;p31"/>
          <p:cNvSpPr/>
          <p:nvPr/>
        </p:nvSpPr>
        <p:spPr>
          <a:xfrm rot="5400000" flipH="1">
            <a:off x="3585611" y="4527761"/>
            <a:ext cx="24300" cy="7446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3" name="Google Shape;263;p31"/>
          <p:cNvSpPr/>
          <p:nvPr/>
        </p:nvSpPr>
        <p:spPr>
          <a:xfrm rot="-5400000">
            <a:off x="2283189" y="488791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4" name="Google Shape;264;p31"/>
          <p:cNvSpPr/>
          <p:nvPr/>
        </p:nvSpPr>
        <p:spPr>
          <a:xfrm rot="-5400000">
            <a:off x="2501051" y="488791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image and CTA">
  <p:cSld name="CUSTOM_4">
    <p:bg>
      <p:bgPr>
        <a:gradFill>
          <a:gsLst>
            <a:gs pos="0">
              <a:schemeClr val="accent4"/>
            </a:gs>
            <a:gs pos="100000">
              <a:schemeClr val="dk1"/>
            </a:gs>
          </a:gsLst>
          <a:lin ang="5400012" scaled="0"/>
        </a:gradFill>
        <a:effectLst/>
      </p:bgPr>
    </p:bg>
    <p:spTree>
      <p:nvGrpSpPr>
        <p:cNvPr id="1" name="Shape 265"/>
        <p:cNvGrpSpPr/>
        <p:nvPr/>
      </p:nvGrpSpPr>
      <p:grpSpPr>
        <a:xfrm>
          <a:off x="0" y="0"/>
          <a:ext cx="0" cy="0"/>
          <a:chOff x="0" y="0"/>
          <a:chExt cx="0" cy="0"/>
        </a:xfrm>
      </p:grpSpPr>
      <p:sp>
        <p:nvSpPr>
          <p:cNvPr id="266" name="Google Shape;266;p32"/>
          <p:cNvSpPr txBox="1">
            <a:spLocks noGrp="1"/>
          </p:cNvSpPr>
          <p:nvPr>
            <p:ph type="body" idx="1"/>
          </p:nvPr>
        </p:nvSpPr>
        <p:spPr>
          <a:xfrm>
            <a:off x="230900" y="2443800"/>
            <a:ext cx="1458300" cy="355200"/>
          </a:xfrm>
          <a:prstGeom prst="rect">
            <a:avLst/>
          </a:prstGeom>
          <a:noFill/>
        </p:spPr>
        <p:txBody>
          <a:bodyPr spcFirstLastPara="1" wrap="square" lIns="91425" tIns="91425" rIns="91425" bIns="91425" anchor="ctr" anchorCtr="0">
            <a:noAutofit/>
          </a:bodyPr>
          <a:lstStyle>
            <a:lvl1pPr marL="457200" lvl="0" indent="-228600" algn="ctr">
              <a:spcBef>
                <a:spcPts val="0"/>
              </a:spcBef>
              <a:spcAft>
                <a:spcPts val="0"/>
              </a:spcAft>
              <a:buNone/>
              <a:defRPr>
                <a:latin typeface="Space Grotesk"/>
                <a:ea typeface="Space Grotesk"/>
                <a:cs typeface="Space Grotesk"/>
                <a:sym typeface="Space Grotesk"/>
              </a:defRPr>
            </a:lvl1pPr>
            <a:lvl2pPr marL="914400" lvl="1"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2pPr>
            <a:lvl3pPr marL="1371600" lvl="2"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3pPr>
            <a:lvl4pPr marL="1828800" lvl="3"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4pPr>
            <a:lvl5pPr marL="2286000" lvl="4"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5pPr>
            <a:lvl6pPr marL="2743200" lvl="5"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6pPr>
            <a:lvl7pPr marL="3200400" lvl="6"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7pPr>
            <a:lvl8pPr marL="3657600" lvl="7"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8pPr>
            <a:lvl9pPr marL="4114800" lvl="8"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9pPr>
          </a:lstStyle>
          <a:p>
            <a:endParaRPr/>
          </a:p>
        </p:txBody>
      </p:sp>
      <p:sp>
        <p:nvSpPr>
          <p:cNvPr id="267" name="Google Shape;267;p32"/>
          <p:cNvSpPr>
            <a:spLocks noGrp="1"/>
          </p:cNvSpPr>
          <p:nvPr>
            <p:ph type="pic" idx="2"/>
          </p:nvPr>
        </p:nvSpPr>
        <p:spPr>
          <a:xfrm>
            <a:off x="5303800" y="881700"/>
            <a:ext cx="3611400" cy="4271400"/>
          </a:xfrm>
          <a:prstGeom prst="rect">
            <a:avLst/>
          </a:prstGeom>
          <a:noFill/>
          <a:ln>
            <a:noFill/>
          </a:ln>
        </p:spPr>
      </p:sp>
      <p:sp>
        <p:nvSpPr>
          <p:cNvPr id="268" name="Google Shape;268;p32"/>
          <p:cNvSpPr txBox="1">
            <a:spLocks noGrp="1"/>
          </p:cNvSpPr>
          <p:nvPr>
            <p:ph type="title" hasCustomPrompt="1"/>
          </p:nvPr>
        </p:nvSpPr>
        <p:spPr>
          <a:xfrm>
            <a:off x="141051" y="271577"/>
            <a:ext cx="1226400" cy="4155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6"/>
              </a:buClr>
              <a:buSzPts val="3000"/>
              <a:buFont typeface="Space Grotesk"/>
              <a:buNone/>
              <a:defRPr sz="3000">
                <a:solidFill>
                  <a:schemeClr val="accent6"/>
                </a:solidFill>
              </a:defRPr>
            </a:lvl1pPr>
            <a:lvl2pPr lvl="1">
              <a:spcBef>
                <a:spcPts val="0"/>
              </a:spcBef>
              <a:spcAft>
                <a:spcPts val="0"/>
              </a:spcAft>
              <a:buClr>
                <a:schemeClr val="accent6"/>
              </a:buClr>
              <a:buSzPts val="3000"/>
              <a:buFont typeface="Space Grotesk"/>
              <a:buNone/>
              <a:defRPr sz="3000">
                <a:solidFill>
                  <a:schemeClr val="accent6"/>
                </a:solidFill>
              </a:defRPr>
            </a:lvl2pPr>
            <a:lvl3pPr lvl="2">
              <a:spcBef>
                <a:spcPts val="0"/>
              </a:spcBef>
              <a:spcAft>
                <a:spcPts val="0"/>
              </a:spcAft>
              <a:buClr>
                <a:schemeClr val="accent6"/>
              </a:buClr>
              <a:buSzPts val="3000"/>
              <a:buFont typeface="Space Grotesk"/>
              <a:buNone/>
              <a:defRPr sz="3000">
                <a:solidFill>
                  <a:schemeClr val="accent6"/>
                </a:solidFill>
              </a:defRPr>
            </a:lvl3pPr>
            <a:lvl4pPr lvl="3">
              <a:spcBef>
                <a:spcPts val="0"/>
              </a:spcBef>
              <a:spcAft>
                <a:spcPts val="0"/>
              </a:spcAft>
              <a:buClr>
                <a:schemeClr val="accent6"/>
              </a:buClr>
              <a:buSzPts val="3000"/>
              <a:buFont typeface="Space Grotesk"/>
              <a:buNone/>
              <a:defRPr sz="3000">
                <a:solidFill>
                  <a:schemeClr val="accent6"/>
                </a:solidFill>
              </a:defRPr>
            </a:lvl4pPr>
            <a:lvl5pPr lvl="4">
              <a:spcBef>
                <a:spcPts val="0"/>
              </a:spcBef>
              <a:spcAft>
                <a:spcPts val="0"/>
              </a:spcAft>
              <a:buClr>
                <a:schemeClr val="accent6"/>
              </a:buClr>
              <a:buSzPts val="3000"/>
              <a:buFont typeface="Space Grotesk"/>
              <a:buNone/>
              <a:defRPr sz="3000">
                <a:solidFill>
                  <a:schemeClr val="accent6"/>
                </a:solidFill>
              </a:defRPr>
            </a:lvl5pPr>
            <a:lvl6pPr lvl="5">
              <a:spcBef>
                <a:spcPts val="0"/>
              </a:spcBef>
              <a:spcAft>
                <a:spcPts val="0"/>
              </a:spcAft>
              <a:buClr>
                <a:schemeClr val="accent6"/>
              </a:buClr>
              <a:buSzPts val="3000"/>
              <a:buFont typeface="Space Grotesk"/>
              <a:buNone/>
              <a:defRPr sz="3000">
                <a:solidFill>
                  <a:schemeClr val="accent6"/>
                </a:solidFill>
              </a:defRPr>
            </a:lvl6pPr>
            <a:lvl7pPr lvl="6">
              <a:spcBef>
                <a:spcPts val="0"/>
              </a:spcBef>
              <a:spcAft>
                <a:spcPts val="0"/>
              </a:spcAft>
              <a:buClr>
                <a:schemeClr val="accent6"/>
              </a:buClr>
              <a:buSzPts val="3000"/>
              <a:buFont typeface="Space Grotesk"/>
              <a:buNone/>
              <a:defRPr sz="3000">
                <a:solidFill>
                  <a:schemeClr val="accent6"/>
                </a:solidFill>
              </a:defRPr>
            </a:lvl7pPr>
            <a:lvl8pPr lvl="7">
              <a:spcBef>
                <a:spcPts val="0"/>
              </a:spcBef>
              <a:spcAft>
                <a:spcPts val="0"/>
              </a:spcAft>
              <a:buClr>
                <a:schemeClr val="accent6"/>
              </a:buClr>
              <a:buSzPts val="3000"/>
              <a:buFont typeface="Space Grotesk"/>
              <a:buNone/>
              <a:defRPr sz="3000">
                <a:solidFill>
                  <a:schemeClr val="accent6"/>
                </a:solidFill>
              </a:defRPr>
            </a:lvl8pPr>
            <a:lvl9pPr lvl="8">
              <a:spcBef>
                <a:spcPts val="0"/>
              </a:spcBef>
              <a:spcAft>
                <a:spcPts val="0"/>
              </a:spcAft>
              <a:buClr>
                <a:schemeClr val="accent6"/>
              </a:buClr>
              <a:buSzPts val="3000"/>
              <a:buFont typeface="Space Grotesk"/>
              <a:buNone/>
              <a:defRPr sz="3000">
                <a:solidFill>
                  <a:schemeClr val="accent6"/>
                </a:solidFill>
              </a:defRPr>
            </a:lvl9pPr>
          </a:lstStyle>
          <a:p>
            <a:r>
              <a:t>xx%</a:t>
            </a:r>
          </a:p>
        </p:txBody>
      </p:sp>
      <p:sp>
        <p:nvSpPr>
          <p:cNvPr id="269" name="Google Shape;269;p32"/>
          <p:cNvSpPr txBox="1">
            <a:spLocks noGrp="1"/>
          </p:cNvSpPr>
          <p:nvPr>
            <p:ph type="title" idx="3"/>
          </p:nvPr>
        </p:nvSpPr>
        <p:spPr>
          <a:xfrm>
            <a:off x="228600" y="881625"/>
            <a:ext cx="5565300" cy="277200"/>
          </a:xfrm>
          <a:prstGeom prst="rect">
            <a:avLst/>
          </a:prstGeom>
        </p:spPr>
        <p:txBody>
          <a:bodyPr spcFirstLastPara="1" wrap="square" lIns="0" tIns="0" rIns="0" bIns="0" anchor="t" anchorCtr="0">
            <a:noAutofit/>
          </a:bodyPr>
          <a:lstStyle>
            <a:lvl1pPr lvl="0">
              <a:spcBef>
                <a:spcPts val="0"/>
              </a:spcBef>
              <a:spcAft>
                <a:spcPts val="0"/>
              </a:spcAft>
              <a:buClr>
                <a:schemeClr val="lt2"/>
              </a:buClr>
              <a:buSzPts val="1800"/>
              <a:buFont typeface="Space Grotesk"/>
              <a:buNone/>
              <a:defRPr sz="1800">
                <a:solidFill>
                  <a:schemeClr val="lt2"/>
                </a:solidFill>
              </a:defRPr>
            </a:lvl1pPr>
            <a:lvl2pPr lvl="1">
              <a:spcBef>
                <a:spcPts val="0"/>
              </a:spcBef>
              <a:spcAft>
                <a:spcPts val="0"/>
              </a:spcAft>
              <a:buClr>
                <a:schemeClr val="lt2"/>
              </a:buClr>
              <a:buSzPts val="1800"/>
              <a:buFont typeface="Space Grotesk"/>
              <a:buNone/>
              <a:defRPr sz="1800">
                <a:solidFill>
                  <a:schemeClr val="lt2"/>
                </a:solidFill>
              </a:defRPr>
            </a:lvl2pPr>
            <a:lvl3pPr lvl="2">
              <a:spcBef>
                <a:spcPts val="0"/>
              </a:spcBef>
              <a:spcAft>
                <a:spcPts val="0"/>
              </a:spcAft>
              <a:buClr>
                <a:schemeClr val="lt2"/>
              </a:buClr>
              <a:buSzPts val="1800"/>
              <a:buFont typeface="Space Grotesk"/>
              <a:buNone/>
              <a:defRPr sz="1800">
                <a:solidFill>
                  <a:schemeClr val="lt2"/>
                </a:solidFill>
              </a:defRPr>
            </a:lvl3pPr>
            <a:lvl4pPr lvl="3">
              <a:spcBef>
                <a:spcPts val="0"/>
              </a:spcBef>
              <a:spcAft>
                <a:spcPts val="0"/>
              </a:spcAft>
              <a:buClr>
                <a:schemeClr val="lt2"/>
              </a:buClr>
              <a:buSzPts val="1800"/>
              <a:buFont typeface="Space Grotesk"/>
              <a:buNone/>
              <a:defRPr sz="1800">
                <a:solidFill>
                  <a:schemeClr val="lt2"/>
                </a:solidFill>
              </a:defRPr>
            </a:lvl4pPr>
            <a:lvl5pPr lvl="4">
              <a:spcBef>
                <a:spcPts val="0"/>
              </a:spcBef>
              <a:spcAft>
                <a:spcPts val="0"/>
              </a:spcAft>
              <a:buClr>
                <a:schemeClr val="lt2"/>
              </a:buClr>
              <a:buSzPts val="1800"/>
              <a:buFont typeface="Space Grotesk"/>
              <a:buNone/>
              <a:defRPr sz="1800">
                <a:solidFill>
                  <a:schemeClr val="lt2"/>
                </a:solidFill>
              </a:defRPr>
            </a:lvl5pPr>
            <a:lvl6pPr lvl="5">
              <a:spcBef>
                <a:spcPts val="0"/>
              </a:spcBef>
              <a:spcAft>
                <a:spcPts val="0"/>
              </a:spcAft>
              <a:buClr>
                <a:schemeClr val="lt2"/>
              </a:buClr>
              <a:buSzPts val="1800"/>
              <a:buFont typeface="Space Grotesk"/>
              <a:buNone/>
              <a:defRPr sz="1800">
                <a:solidFill>
                  <a:schemeClr val="lt2"/>
                </a:solidFill>
              </a:defRPr>
            </a:lvl6pPr>
            <a:lvl7pPr lvl="6">
              <a:spcBef>
                <a:spcPts val="0"/>
              </a:spcBef>
              <a:spcAft>
                <a:spcPts val="0"/>
              </a:spcAft>
              <a:buClr>
                <a:schemeClr val="lt2"/>
              </a:buClr>
              <a:buSzPts val="1800"/>
              <a:buFont typeface="Space Grotesk"/>
              <a:buNone/>
              <a:defRPr sz="1800">
                <a:solidFill>
                  <a:schemeClr val="lt2"/>
                </a:solidFill>
              </a:defRPr>
            </a:lvl7pPr>
            <a:lvl8pPr lvl="7">
              <a:spcBef>
                <a:spcPts val="0"/>
              </a:spcBef>
              <a:spcAft>
                <a:spcPts val="0"/>
              </a:spcAft>
              <a:buClr>
                <a:schemeClr val="lt2"/>
              </a:buClr>
              <a:buSzPts val="1800"/>
              <a:buFont typeface="Space Grotesk"/>
              <a:buNone/>
              <a:defRPr sz="1800">
                <a:solidFill>
                  <a:schemeClr val="lt2"/>
                </a:solidFill>
              </a:defRPr>
            </a:lvl8pPr>
            <a:lvl9pPr lvl="8">
              <a:spcBef>
                <a:spcPts val="0"/>
              </a:spcBef>
              <a:spcAft>
                <a:spcPts val="0"/>
              </a:spcAft>
              <a:buClr>
                <a:schemeClr val="lt2"/>
              </a:buClr>
              <a:buSzPts val="1800"/>
              <a:buFont typeface="Space Grotesk"/>
              <a:buNone/>
              <a:defRPr sz="1800">
                <a:solidFill>
                  <a:schemeClr val="lt2"/>
                </a:solidFill>
              </a:defRPr>
            </a:lvl9pPr>
          </a:lstStyle>
          <a:p>
            <a:endParaRPr/>
          </a:p>
        </p:txBody>
      </p:sp>
      <p:sp>
        <p:nvSpPr>
          <p:cNvPr id="270" name="Google Shape;270;p32"/>
          <p:cNvSpPr txBox="1">
            <a:spLocks noGrp="1"/>
          </p:cNvSpPr>
          <p:nvPr>
            <p:ph type="subTitle" idx="4"/>
          </p:nvPr>
        </p:nvSpPr>
        <p:spPr>
          <a:xfrm>
            <a:off x="230900" y="1660325"/>
            <a:ext cx="4404300" cy="366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hree storyboards">
  <p:cSld name="BLANK_1_1_1_1_1_1_1_1_1_1_1_1_1_1_1_1_1_1">
    <p:bg>
      <p:bgPr>
        <a:gradFill>
          <a:gsLst>
            <a:gs pos="0">
              <a:schemeClr val="accent4"/>
            </a:gs>
            <a:gs pos="100000">
              <a:schemeClr val="dk1"/>
            </a:gs>
          </a:gsLst>
          <a:path path="circle">
            <a:fillToRect l="50000" t="50000" r="50000" b="50000"/>
          </a:path>
          <a:tileRect/>
        </a:gradFill>
        <a:effectLst/>
      </p:bgPr>
    </p:bg>
    <p:spTree>
      <p:nvGrpSpPr>
        <p:cNvPr id="1" name="Shape 271"/>
        <p:cNvGrpSpPr/>
        <p:nvPr/>
      </p:nvGrpSpPr>
      <p:grpSpPr>
        <a:xfrm>
          <a:off x="0" y="0"/>
          <a:ext cx="0" cy="0"/>
          <a:chOff x="0" y="0"/>
          <a:chExt cx="0" cy="0"/>
        </a:xfrm>
      </p:grpSpPr>
      <p:sp>
        <p:nvSpPr>
          <p:cNvPr id="272" name="Google Shape;272;p33"/>
          <p:cNvSpPr>
            <a:spLocks noGrp="1"/>
          </p:cNvSpPr>
          <p:nvPr>
            <p:ph type="pic" idx="2"/>
          </p:nvPr>
        </p:nvSpPr>
        <p:spPr>
          <a:xfrm>
            <a:off x="228600" y="1510550"/>
            <a:ext cx="2773500" cy="1560300"/>
          </a:xfrm>
          <a:prstGeom prst="rect">
            <a:avLst/>
          </a:prstGeom>
          <a:noFill/>
          <a:ln>
            <a:noFill/>
          </a:ln>
        </p:spPr>
      </p:sp>
      <p:sp>
        <p:nvSpPr>
          <p:cNvPr id="273" name="Google Shape;273;p33"/>
          <p:cNvSpPr>
            <a:spLocks noGrp="1"/>
          </p:cNvSpPr>
          <p:nvPr>
            <p:ph type="pic" idx="3"/>
          </p:nvPr>
        </p:nvSpPr>
        <p:spPr>
          <a:xfrm>
            <a:off x="3185250" y="1510550"/>
            <a:ext cx="2773500" cy="1560300"/>
          </a:xfrm>
          <a:prstGeom prst="rect">
            <a:avLst/>
          </a:prstGeom>
          <a:noFill/>
          <a:ln>
            <a:noFill/>
          </a:ln>
        </p:spPr>
      </p:sp>
      <p:sp>
        <p:nvSpPr>
          <p:cNvPr id="274" name="Google Shape;274;p33"/>
          <p:cNvSpPr>
            <a:spLocks noGrp="1"/>
          </p:cNvSpPr>
          <p:nvPr>
            <p:ph type="pic" idx="4"/>
          </p:nvPr>
        </p:nvSpPr>
        <p:spPr>
          <a:xfrm>
            <a:off x="6141900" y="1510550"/>
            <a:ext cx="2773500" cy="1560300"/>
          </a:xfrm>
          <a:prstGeom prst="rect">
            <a:avLst/>
          </a:prstGeom>
          <a:noFill/>
          <a:ln>
            <a:noFill/>
          </a:ln>
        </p:spPr>
      </p:sp>
      <p:sp>
        <p:nvSpPr>
          <p:cNvPr id="275" name="Google Shape;275;p33"/>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76" name="Google Shape;276;p33"/>
          <p:cNvSpPr txBox="1">
            <a:spLocks noGrp="1"/>
          </p:cNvSpPr>
          <p:nvPr>
            <p:ph type="body" idx="1"/>
          </p:nvPr>
        </p:nvSpPr>
        <p:spPr>
          <a:xfrm>
            <a:off x="22860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7" name="Google Shape;277;p33"/>
          <p:cNvSpPr txBox="1">
            <a:spLocks noGrp="1"/>
          </p:cNvSpPr>
          <p:nvPr>
            <p:ph type="body" idx="5"/>
          </p:nvPr>
        </p:nvSpPr>
        <p:spPr>
          <a:xfrm>
            <a:off x="318525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8" name="Google Shape;278;p33"/>
          <p:cNvSpPr txBox="1">
            <a:spLocks noGrp="1"/>
          </p:cNvSpPr>
          <p:nvPr>
            <p:ph type="body" idx="6"/>
          </p:nvPr>
        </p:nvSpPr>
        <p:spPr>
          <a:xfrm>
            <a:off x="614190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9" name="Google Shape;279;p33"/>
          <p:cNvSpPr txBox="1">
            <a:spLocks noGrp="1"/>
          </p:cNvSpPr>
          <p:nvPr>
            <p:ph type="subTitle" idx="7"/>
          </p:nvPr>
        </p:nvSpPr>
        <p:spPr>
          <a:xfrm>
            <a:off x="22860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280" name="Google Shape;280;p33"/>
          <p:cNvSpPr txBox="1">
            <a:spLocks noGrp="1"/>
          </p:cNvSpPr>
          <p:nvPr>
            <p:ph type="subTitle" idx="8"/>
          </p:nvPr>
        </p:nvSpPr>
        <p:spPr>
          <a:xfrm>
            <a:off x="318525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281" name="Google Shape;281;p33"/>
          <p:cNvSpPr txBox="1">
            <a:spLocks noGrp="1"/>
          </p:cNvSpPr>
          <p:nvPr>
            <p:ph type="subTitle" idx="9"/>
          </p:nvPr>
        </p:nvSpPr>
        <p:spPr>
          <a:xfrm>
            <a:off x="614190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82"/>
        <p:cNvGrpSpPr/>
        <p:nvPr/>
      </p:nvGrpSpPr>
      <p:grpSpPr>
        <a:xfrm>
          <a:off x="0" y="0"/>
          <a:ext cx="0" cy="0"/>
          <a:chOff x="0" y="0"/>
          <a:chExt cx="0" cy="0"/>
        </a:xfrm>
      </p:grpSpPr>
      <p:sp>
        <p:nvSpPr>
          <p:cNvPr id="283" name="Google Shape;283;p3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284" name="Google Shape;284;p3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285"/>
        <p:cNvGrpSpPr/>
        <p:nvPr/>
      </p:nvGrpSpPr>
      <p:grpSpPr>
        <a:xfrm>
          <a:off x="0" y="0"/>
          <a:ext cx="0" cy="0"/>
          <a:chOff x="0" y="0"/>
          <a:chExt cx="0" cy="0"/>
        </a:xfrm>
      </p:grpSpPr>
      <p:sp>
        <p:nvSpPr>
          <p:cNvPr id="286" name="Google Shape;286;p3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287"/>
        <p:cNvGrpSpPr/>
        <p:nvPr/>
      </p:nvGrpSpPr>
      <p:grpSpPr>
        <a:xfrm>
          <a:off x="0" y="0"/>
          <a:ext cx="0" cy="0"/>
          <a:chOff x="0" y="0"/>
          <a:chExt cx="0" cy="0"/>
        </a:xfrm>
      </p:grpSpPr>
      <p:sp>
        <p:nvSpPr>
          <p:cNvPr id="288" name="Google Shape;288;p3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9" name="Google Shape;289;p36"/>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90" name="Google Shape;290;p36"/>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91"/>
        <p:cNvGrpSpPr/>
        <p:nvPr/>
      </p:nvGrpSpPr>
      <p:grpSpPr>
        <a:xfrm>
          <a:off x="0" y="0"/>
          <a:ext cx="0" cy="0"/>
          <a:chOff x="0" y="0"/>
          <a:chExt cx="0" cy="0"/>
        </a:xfrm>
      </p:grpSpPr>
      <p:sp>
        <p:nvSpPr>
          <p:cNvPr id="292" name="Google Shape;292;p3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3" name="Google Shape;293;p3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294"/>
        <p:cNvGrpSpPr/>
        <p:nvPr/>
      </p:nvGrpSpPr>
      <p:grpSpPr>
        <a:xfrm>
          <a:off x="0" y="0"/>
          <a:ext cx="0" cy="0"/>
          <a:chOff x="0" y="0"/>
          <a:chExt cx="0" cy="0"/>
        </a:xfrm>
      </p:grpSpPr>
      <p:sp>
        <p:nvSpPr>
          <p:cNvPr id="295" name="Google Shape;295;p38"/>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296" name="Google Shape;296;p3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297" name="Google Shape;297;p3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298"/>
        <p:cNvGrpSpPr/>
        <p:nvPr/>
      </p:nvGrpSpPr>
      <p:grpSpPr>
        <a:xfrm>
          <a:off x="0" y="0"/>
          <a:ext cx="0" cy="0"/>
          <a:chOff x="0" y="0"/>
          <a:chExt cx="0" cy="0"/>
        </a:xfrm>
      </p:grpSpPr>
      <p:sp>
        <p:nvSpPr>
          <p:cNvPr id="299" name="Google Shape;299;p39"/>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000"/>
              <a:buNone/>
              <a:defRPr/>
            </a:lvl1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300"/>
        <p:cNvGrpSpPr/>
        <p:nvPr/>
      </p:nvGrpSpPr>
      <p:grpSpPr>
        <a:xfrm>
          <a:off x="0" y="0"/>
          <a:ext cx="0" cy="0"/>
          <a:chOff x="0" y="0"/>
          <a:chExt cx="0" cy="0"/>
        </a:xfrm>
      </p:grpSpPr>
      <p:sp>
        <p:nvSpPr>
          <p:cNvPr id="301" name="Google Shape;301;p40"/>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02" name="Google Shape;302;p40"/>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Char char="●"/>
              <a:defRPr/>
            </a:lvl1pPr>
            <a:lvl2pPr marL="914400" lvl="1" indent="-292100" algn="ctr">
              <a:spcBef>
                <a:spcPts val="0"/>
              </a:spcBef>
              <a:spcAft>
                <a:spcPts val="0"/>
              </a:spcAft>
              <a:buSzPts val="1000"/>
              <a:buChar char="○"/>
              <a:defRPr/>
            </a:lvl2pPr>
            <a:lvl3pPr marL="1371600" lvl="2" indent="-292100" algn="ctr">
              <a:spcBef>
                <a:spcPts val="0"/>
              </a:spcBef>
              <a:spcAft>
                <a:spcPts val="0"/>
              </a:spcAft>
              <a:buSzPts val="1000"/>
              <a:buChar char="■"/>
              <a:defRPr/>
            </a:lvl3pPr>
            <a:lvl4pPr marL="1828800" lvl="3" indent="-292100" algn="ctr">
              <a:spcBef>
                <a:spcPts val="0"/>
              </a:spcBef>
              <a:spcAft>
                <a:spcPts val="0"/>
              </a:spcAft>
              <a:buSzPts val="1000"/>
              <a:buChar char="●"/>
              <a:defRPr/>
            </a:lvl4pPr>
            <a:lvl5pPr marL="2286000" lvl="4" indent="-292100" algn="ctr">
              <a:spcBef>
                <a:spcPts val="0"/>
              </a:spcBef>
              <a:spcAft>
                <a:spcPts val="0"/>
              </a:spcAft>
              <a:buSzPts val="1000"/>
              <a:buChar char="○"/>
              <a:defRPr/>
            </a:lvl5pPr>
            <a:lvl6pPr marL="2743200" lvl="5" indent="-292100" algn="ctr">
              <a:spcBef>
                <a:spcPts val="0"/>
              </a:spcBef>
              <a:spcAft>
                <a:spcPts val="0"/>
              </a:spcAft>
              <a:buSzPts val="1000"/>
              <a:buChar char="■"/>
              <a:defRPr/>
            </a:lvl6pPr>
            <a:lvl7pPr marL="3200400" lvl="6" indent="-292100" algn="ctr">
              <a:spcBef>
                <a:spcPts val="0"/>
              </a:spcBef>
              <a:spcAft>
                <a:spcPts val="0"/>
              </a:spcAft>
              <a:buSzPts val="1000"/>
              <a:buChar char="●"/>
              <a:defRPr/>
            </a:lvl7pPr>
            <a:lvl8pPr marL="3657600" lvl="7" indent="-292100" algn="ctr">
              <a:spcBef>
                <a:spcPts val="0"/>
              </a:spcBef>
              <a:spcAft>
                <a:spcPts val="0"/>
              </a:spcAft>
              <a:buSzPts val="1000"/>
              <a:buChar char="○"/>
              <a:defRPr/>
            </a:lvl8pPr>
            <a:lvl9pPr marL="4114800" lvl="8" indent="-292100" algn="ctr">
              <a:spcBef>
                <a:spcPts val="0"/>
              </a:spcBef>
              <a:spcAft>
                <a:spcPts val="0"/>
              </a:spcAft>
              <a:buSzPts val="1000"/>
              <a:buChar cha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03"/>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304"/>
        <p:cNvGrpSpPr/>
        <p:nvPr/>
      </p:nvGrpSpPr>
      <p:grpSpPr>
        <a:xfrm>
          <a:off x="0" y="0"/>
          <a:ext cx="0" cy="0"/>
          <a:chOff x="0" y="0"/>
          <a:chExt cx="0" cy="0"/>
        </a:xfrm>
      </p:grpSpPr>
      <p:sp>
        <p:nvSpPr>
          <p:cNvPr id="305" name="Google Shape;305;p42"/>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6" name="Google Shape;306;p42"/>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7" name="Google Shape;307;p42"/>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8" name="Google Shape;308;p42"/>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9" name="Google Shape;309;p42"/>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0" name="Google Shape;310;p42"/>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1" name="Google Shape;311;p42"/>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312"/>
        <p:cNvGrpSpPr/>
        <p:nvPr/>
      </p:nvGrpSpPr>
      <p:grpSpPr>
        <a:xfrm>
          <a:off x="0" y="0"/>
          <a:ext cx="0" cy="0"/>
          <a:chOff x="0" y="0"/>
          <a:chExt cx="0" cy="0"/>
        </a:xfrm>
      </p:grpSpPr>
      <p:sp>
        <p:nvSpPr>
          <p:cNvPr id="313" name="Google Shape;313;p43"/>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14" name="Google Shape;314;p43"/>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15" name="Google Shape;315;p43"/>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16" name="Google Shape;316;p43"/>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7" name="Google Shape;317;p43"/>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318"/>
        <p:cNvGrpSpPr/>
        <p:nvPr/>
      </p:nvGrpSpPr>
      <p:grpSpPr>
        <a:xfrm>
          <a:off x="0" y="0"/>
          <a:ext cx="0" cy="0"/>
          <a:chOff x="0" y="0"/>
          <a:chExt cx="0" cy="0"/>
        </a:xfrm>
      </p:grpSpPr>
      <p:sp>
        <p:nvSpPr>
          <p:cNvPr id="319" name="Google Shape;319;p44"/>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0" name="Google Shape;320;p44"/>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1" name="Google Shape;321;p44"/>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22" name="Google Shape;322;p44"/>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3" name="Google Shape;323;p44"/>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4" name="Google Shape;324;p44"/>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5" name="Google Shape;325;p44"/>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326"/>
        <p:cNvGrpSpPr/>
        <p:nvPr/>
      </p:nvGrpSpPr>
      <p:grpSpPr>
        <a:xfrm>
          <a:off x="0" y="0"/>
          <a:ext cx="0" cy="0"/>
          <a:chOff x="0" y="0"/>
          <a:chExt cx="0" cy="0"/>
        </a:xfrm>
      </p:grpSpPr>
      <p:sp>
        <p:nvSpPr>
          <p:cNvPr id="327" name="Google Shape;327;p45"/>
          <p:cNvSpPr txBox="1">
            <a:spLocks noGrp="1"/>
          </p:cNvSpPr>
          <p:nvPr>
            <p:ph type="body" idx="1"/>
          </p:nvPr>
        </p:nvSpPr>
        <p:spPr>
          <a:xfrm>
            <a:off x="366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8" name="Google Shape;328;p45"/>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9" name="Google Shape;329;p45"/>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30" name="Google Shape;330;p45"/>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31" name="Google Shape;331;p45"/>
          <p:cNvSpPr txBox="1">
            <a:spLocks noGrp="1"/>
          </p:cNvSpPr>
          <p:nvPr>
            <p:ph type="title"/>
          </p:nvPr>
        </p:nvSpPr>
        <p:spPr>
          <a:xfrm>
            <a:off x="366750"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32" name="Google Shape;332;p45"/>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3" name="Google Shape;333;p45"/>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4" name="Google Shape;334;p45"/>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5" name="Google Shape;335;p45"/>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336"/>
        <p:cNvGrpSpPr/>
        <p:nvPr/>
      </p:nvGrpSpPr>
      <p:grpSpPr>
        <a:xfrm>
          <a:off x="0" y="0"/>
          <a:ext cx="0" cy="0"/>
          <a:chOff x="0" y="0"/>
          <a:chExt cx="0" cy="0"/>
        </a:xfrm>
      </p:grpSpPr>
      <p:sp>
        <p:nvSpPr>
          <p:cNvPr id="337" name="Google Shape;337;p4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8" name="Google Shape;338;p46"/>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339"/>
        <p:cNvGrpSpPr/>
        <p:nvPr/>
      </p:nvGrpSpPr>
      <p:grpSpPr>
        <a:xfrm>
          <a:off x="0" y="0"/>
          <a:ext cx="0" cy="0"/>
          <a:chOff x="0" y="0"/>
          <a:chExt cx="0" cy="0"/>
        </a:xfrm>
      </p:grpSpPr>
      <p:sp>
        <p:nvSpPr>
          <p:cNvPr id="340" name="Google Shape;340;p47"/>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1" name="Google Shape;341;p47"/>
          <p:cNvSpPr>
            <a:spLocks noGrp="1"/>
          </p:cNvSpPr>
          <p:nvPr>
            <p:ph type="pic" idx="2"/>
          </p:nvPr>
        </p:nvSpPr>
        <p:spPr>
          <a:xfrm>
            <a:off x="4804825" y="1133300"/>
            <a:ext cx="4027500" cy="2392800"/>
          </a:xfrm>
          <a:prstGeom prst="rect">
            <a:avLst/>
          </a:prstGeom>
          <a:noFill/>
          <a:ln>
            <a:noFill/>
          </a:ln>
        </p:spPr>
      </p:sp>
      <p:sp>
        <p:nvSpPr>
          <p:cNvPr id="342" name="Google Shape;342;p47"/>
          <p:cNvSpPr>
            <a:spLocks noGrp="1"/>
          </p:cNvSpPr>
          <p:nvPr>
            <p:ph type="pic" idx="3"/>
          </p:nvPr>
        </p:nvSpPr>
        <p:spPr>
          <a:xfrm>
            <a:off x="311725" y="1133300"/>
            <a:ext cx="4027500" cy="2392800"/>
          </a:xfrm>
          <a:prstGeom prst="rect">
            <a:avLst/>
          </a:prstGeom>
          <a:noFill/>
          <a:ln>
            <a:noFill/>
          </a:ln>
        </p:spPr>
      </p:sp>
      <p:sp>
        <p:nvSpPr>
          <p:cNvPr id="343" name="Google Shape;343;p47"/>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4" name="Google Shape;344;p4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5" name="Google Shape;345;p47"/>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346" name="Google Shape;346;p47"/>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347"/>
        <p:cNvGrpSpPr/>
        <p:nvPr/>
      </p:nvGrpSpPr>
      <p:grpSpPr>
        <a:xfrm>
          <a:off x="0" y="0"/>
          <a:ext cx="0" cy="0"/>
          <a:chOff x="0" y="0"/>
          <a:chExt cx="0" cy="0"/>
        </a:xfrm>
      </p:grpSpPr>
      <p:sp>
        <p:nvSpPr>
          <p:cNvPr id="348" name="Google Shape;348;p48"/>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349"/>
        <p:cNvGrpSpPr/>
        <p:nvPr/>
      </p:nvGrpSpPr>
      <p:grpSpPr>
        <a:xfrm>
          <a:off x="0" y="0"/>
          <a:ext cx="0" cy="0"/>
          <a:chOff x="0" y="0"/>
          <a:chExt cx="0" cy="0"/>
        </a:xfrm>
      </p:grpSpPr>
      <p:sp>
        <p:nvSpPr>
          <p:cNvPr id="350" name="Google Shape;350;p49"/>
          <p:cNvSpPr>
            <a:spLocks noGrp="1"/>
          </p:cNvSpPr>
          <p:nvPr>
            <p:ph type="pic" idx="2"/>
          </p:nvPr>
        </p:nvSpPr>
        <p:spPr>
          <a:xfrm>
            <a:off x="3389600" y="118913"/>
            <a:ext cx="1643700" cy="1535100"/>
          </a:xfrm>
          <a:prstGeom prst="rect">
            <a:avLst/>
          </a:prstGeom>
          <a:noFill/>
          <a:ln>
            <a:noFill/>
          </a:ln>
        </p:spPr>
      </p:sp>
      <p:sp>
        <p:nvSpPr>
          <p:cNvPr id="351" name="Google Shape;351;p49"/>
          <p:cNvSpPr>
            <a:spLocks noGrp="1"/>
          </p:cNvSpPr>
          <p:nvPr>
            <p:ph type="pic" idx="3"/>
          </p:nvPr>
        </p:nvSpPr>
        <p:spPr>
          <a:xfrm>
            <a:off x="5195935" y="118913"/>
            <a:ext cx="1643700" cy="1535100"/>
          </a:xfrm>
          <a:prstGeom prst="rect">
            <a:avLst/>
          </a:prstGeom>
          <a:noFill/>
          <a:ln>
            <a:noFill/>
          </a:ln>
        </p:spPr>
      </p:sp>
      <p:sp>
        <p:nvSpPr>
          <p:cNvPr id="352" name="Google Shape;352;p49"/>
          <p:cNvSpPr>
            <a:spLocks noGrp="1"/>
          </p:cNvSpPr>
          <p:nvPr>
            <p:ph type="pic" idx="4"/>
          </p:nvPr>
        </p:nvSpPr>
        <p:spPr>
          <a:xfrm>
            <a:off x="7002270" y="118913"/>
            <a:ext cx="1643700" cy="1535100"/>
          </a:xfrm>
          <a:prstGeom prst="rect">
            <a:avLst/>
          </a:prstGeom>
          <a:noFill/>
          <a:ln>
            <a:noFill/>
          </a:ln>
        </p:spPr>
      </p:sp>
      <p:sp>
        <p:nvSpPr>
          <p:cNvPr id="353" name="Google Shape;353;p49"/>
          <p:cNvSpPr>
            <a:spLocks noGrp="1"/>
          </p:cNvSpPr>
          <p:nvPr>
            <p:ph type="pic" idx="5"/>
          </p:nvPr>
        </p:nvSpPr>
        <p:spPr>
          <a:xfrm>
            <a:off x="3389588" y="1804212"/>
            <a:ext cx="1643700" cy="1535100"/>
          </a:xfrm>
          <a:prstGeom prst="rect">
            <a:avLst/>
          </a:prstGeom>
          <a:noFill/>
          <a:ln>
            <a:noFill/>
          </a:ln>
        </p:spPr>
      </p:sp>
      <p:sp>
        <p:nvSpPr>
          <p:cNvPr id="354" name="Google Shape;354;p49"/>
          <p:cNvSpPr>
            <a:spLocks noGrp="1"/>
          </p:cNvSpPr>
          <p:nvPr>
            <p:ph type="pic" idx="6"/>
          </p:nvPr>
        </p:nvSpPr>
        <p:spPr>
          <a:xfrm>
            <a:off x="5195922" y="1804212"/>
            <a:ext cx="1643700" cy="1535100"/>
          </a:xfrm>
          <a:prstGeom prst="rect">
            <a:avLst/>
          </a:prstGeom>
          <a:noFill/>
          <a:ln>
            <a:noFill/>
          </a:ln>
        </p:spPr>
      </p:sp>
      <p:sp>
        <p:nvSpPr>
          <p:cNvPr id="355" name="Google Shape;355;p49"/>
          <p:cNvSpPr>
            <a:spLocks noGrp="1"/>
          </p:cNvSpPr>
          <p:nvPr>
            <p:ph type="pic" idx="7"/>
          </p:nvPr>
        </p:nvSpPr>
        <p:spPr>
          <a:xfrm>
            <a:off x="7002257" y="1804212"/>
            <a:ext cx="1643700" cy="1535100"/>
          </a:xfrm>
          <a:prstGeom prst="rect">
            <a:avLst/>
          </a:prstGeom>
          <a:noFill/>
          <a:ln>
            <a:noFill/>
          </a:ln>
        </p:spPr>
      </p:sp>
      <p:sp>
        <p:nvSpPr>
          <p:cNvPr id="356" name="Google Shape;356;p49"/>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7" name="Google Shape;357;p49"/>
          <p:cNvSpPr>
            <a:spLocks noGrp="1"/>
          </p:cNvSpPr>
          <p:nvPr>
            <p:ph type="pic" idx="8"/>
          </p:nvPr>
        </p:nvSpPr>
        <p:spPr>
          <a:xfrm>
            <a:off x="3389588" y="3489487"/>
            <a:ext cx="1643700" cy="1535100"/>
          </a:xfrm>
          <a:prstGeom prst="rect">
            <a:avLst/>
          </a:prstGeom>
          <a:noFill/>
          <a:ln>
            <a:noFill/>
          </a:ln>
        </p:spPr>
      </p:sp>
      <p:sp>
        <p:nvSpPr>
          <p:cNvPr id="358" name="Google Shape;358;p49"/>
          <p:cNvSpPr>
            <a:spLocks noGrp="1"/>
          </p:cNvSpPr>
          <p:nvPr>
            <p:ph type="pic" idx="9"/>
          </p:nvPr>
        </p:nvSpPr>
        <p:spPr>
          <a:xfrm>
            <a:off x="5195922" y="3489487"/>
            <a:ext cx="1643700" cy="1535100"/>
          </a:xfrm>
          <a:prstGeom prst="rect">
            <a:avLst/>
          </a:prstGeom>
          <a:noFill/>
          <a:ln>
            <a:noFill/>
          </a:ln>
        </p:spPr>
      </p:sp>
      <p:sp>
        <p:nvSpPr>
          <p:cNvPr id="359" name="Google Shape;359;p49"/>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8" Type="http://schemas.openxmlformats.org/officeDocument/2006/relationships/slideLayout" Target="../slideLayouts/slideLayout19.xml"/><Relationship Id="rId3"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88025" y="635200"/>
            <a:ext cx="5802000" cy="22773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4800"/>
              <a:buFont typeface="Space Grotesk"/>
              <a:buNone/>
              <a:defRPr sz="4800">
                <a:solidFill>
                  <a:schemeClr val="lt1"/>
                </a:solidFill>
                <a:latin typeface="Space Grotesk"/>
                <a:ea typeface="Space Grotesk"/>
                <a:cs typeface="Space Grotesk"/>
                <a:sym typeface="Space Grotesk"/>
              </a:defRPr>
            </a:lvl1pPr>
            <a:lvl2pPr lvl="1">
              <a:spcBef>
                <a:spcPts val="0"/>
              </a:spcBef>
              <a:spcAft>
                <a:spcPts val="0"/>
              </a:spcAft>
              <a:buSzPts val="1400"/>
              <a:buFont typeface="Space Grotesk"/>
              <a:buNone/>
              <a:defRPr>
                <a:latin typeface="Space Grotesk"/>
                <a:ea typeface="Space Grotesk"/>
                <a:cs typeface="Space Grotesk"/>
                <a:sym typeface="Space Grotesk"/>
              </a:defRPr>
            </a:lvl2pPr>
            <a:lvl3pPr lvl="2">
              <a:spcBef>
                <a:spcPts val="0"/>
              </a:spcBef>
              <a:spcAft>
                <a:spcPts val="0"/>
              </a:spcAft>
              <a:buSzPts val="1400"/>
              <a:buFont typeface="Space Grotesk"/>
              <a:buNone/>
              <a:defRPr>
                <a:latin typeface="Space Grotesk"/>
                <a:ea typeface="Space Grotesk"/>
                <a:cs typeface="Space Grotesk"/>
                <a:sym typeface="Space Grotesk"/>
              </a:defRPr>
            </a:lvl3pPr>
            <a:lvl4pPr lvl="3">
              <a:spcBef>
                <a:spcPts val="0"/>
              </a:spcBef>
              <a:spcAft>
                <a:spcPts val="0"/>
              </a:spcAft>
              <a:buSzPts val="1400"/>
              <a:buFont typeface="Space Grotesk"/>
              <a:buNone/>
              <a:defRPr>
                <a:latin typeface="Space Grotesk"/>
                <a:ea typeface="Space Grotesk"/>
                <a:cs typeface="Space Grotesk"/>
                <a:sym typeface="Space Grotesk"/>
              </a:defRPr>
            </a:lvl4pPr>
            <a:lvl5pPr lvl="4">
              <a:spcBef>
                <a:spcPts val="0"/>
              </a:spcBef>
              <a:spcAft>
                <a:spcPts val="0"/>
              </a:spcAft>
              <a:buSzPts val="1400"/>
              <a:buFont typeface="Space Grotesk"/>
              <a:buNone/>
              <a:defRPr>
                <a:latin typeface="Space Grotesk"/>
                <a:ea typeface="Space Grotesk"/>
                <a:cs typeface="Space Grotesk"/>
                <a:sym typeface="Space Grotesk"/>
              </a:defRPr>
            </a:lvl5pPr>
            <a:lvl6pPr lvl="5">
              <a:spcBef>
                <a:spcPts val="0"/>
              </a:spcBef>
              <a:spcAft>
                <a:spcPts val="0"/>
              </a:spcAft>
              <a:buSzPts val="1400"/>
              <a:buFont typeface="Space Grotesk"/>
              <a:buNone/>
              <a:defRPr>
                <a:latin typeface="Space Grotesk"/>
                <a:ea typeface="Space Grotesk"/>
                <a:cs typeface="Space Grotesk"/>
                <a:sym typeface="Space Grotesk"/>
              </a:defRPr>
            </a:lvl6pPr>
            <a:lvl7pPr lvl="6">
              <a:spcBef>
                <a:spcPts val="0"/>
              </a:spcBef>
              <a:spcAft>
                <a:spcPts val="0"/>
              </a:spcAft>
              <a:buSzPts val="1400"/>
              <a:buFont typeface="Space Grotesk"/>
              <a:buNone/>
              <a:defRPr>
                <a:latin typeface="Space Grotesk"/>
                <a:ea typeface="Space Grotesk"/>
                <a:cs typeface="Space Grotesk"/>
                <a:sym typeface="Space Grotesk"/>
              </a:defRPr>
            </a:lvl7pPr>
            <a:lvl8pPr lvl="7">
              <a:spcBef>
                <a:spcPts val="0"/>
              </a:spcBef>
              <a:spcAft>
                <a:spcPts val="0"/>
              </a:spcAft>
              <a:buSzPts val="1400"/>
              <a:buFont typeface="Space Grotesk"/>
              <a:buNone/>
              <a:defRPr>
                <a:latin typeface="Space Grotesk"/>
                <a:ea typeface="Space Grotesk"/>
                <a:cs typeface="Space Grotesk"/>
                <a:sym typeface="Space Grotesk"/>
              </a:defRPr>
            </a:lvl8pPr>
            <a:lvl9pPr lvl="8">
              <a:spcBef>
                <a:spcPts val="0"/>
              </a:spcBef>
              <a:spcAft>
                <a:spcPts val="0"/>
              </a:spcAft>
              <a:buSzPts val="1400"/>
              <a:buFont typeface="Space Grotesk"/>
              <a:buNone/>
              <a:defRPr>
                <a:latin typeface="Space Grotesk"/>
                <a:ea typeface="Space Grotesk"/>
                <a:cs typeface="Space Grotesk"/>
                <a:sym typeface="Space Grotesk"/>
              </a:defRPr>
            </a:lvl9pPr>
          </a:lstStyle>
          <a:p>
            <a:endParaRPr/>
          </a:p>
        </p:txBody>
      </p:sp>
      <p:sp>
        <p:nvSpPr>
          <p:cNvPr id="52" name="Google Shape;52;p13"/>
          <p:cNvSpPr txBox="1">
            <a:spLocks noGrp="1"/>
          </p:cNvSpPr>
          <p:nvPr>
            <p:ph type="body" idx="1"/>
          </p:nvPr>
        </p:nvSpPr>
        <p:spPr>
          <a:xfrm>
            <a:off x="611950" y="2966800"/>
            <a:ext cx="4547100" cy="1642200"/>
          </a:xfrm>
          <a:prstGeom prst="rect">
            <a:avLst/>
          </a:prstGeom>
          <a:noFill/>
          <a:ln>
            <a:noFill/>
          </a:ln>
        </p:spPr>
        <p:txBody>
          <a:bodyPr spcFirstLastPara="1" wrap="square" lIns="91425" tIns="91425" rIns="91425" bIns="91425" anchor="t" anchorCtr="0">
            <a:noAutofit/>
          </a:bodyPr>
          <a:lstStyle>
            <a:lvl1pPr marL="457200" lvl="0"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1pPr>
            <a:lvl2pPr marL="914400" lvl="1"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2pPr>
            <a:lvl3pPr marL="1371600" lvl="2"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3pPr>
            <a:lvl4pPr marL="1828800" lvl="3"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4pPr>
            <a:lvl5pPr marL="2286000" lvl="4"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5pPr>
            <a:lvl6pPr marL="2743200" lvl="5"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6pPr>
            <a:lvl7pPr marL="3200400" lvl="6"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7pPr>
            <a:lvl8pPr marL="3657600" lvl="7"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8pPr>
            <a:lvl9pPr marL="4114800" lvl="8"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4.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0.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0.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0.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30.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3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31.xml"/><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31.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50"/>
          <p:cNvSpPr txBox="1">
            <a:spLocks noGrp="1"/>
          </p:cNvSpPr>
          <p:nvPr>
            <p:ph type="title"/>
          </p:nvPr>
        </p:nvSpPr>
        <p:spPr>
          <a:xfrm>
            <a:off x="226100" y="144575"/>
            <a:ext cx="8689200" cy="16746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Network Routing Optimization</a:t>
            </a:r>
            <a:endParaRPr/>
          </a:p>
        </p:txBody>
      </p:sp>
      <p:sp>
        <p:nvSpPr>
          <p:cNvPr id="365" name="Google Shape;365;p50"/>
          <p:cNvSpPr txBox="1">
            <a:spLocks noGrp="1"/>
          </p:cNvSpPr>
          <p:nvPr>
            <p:ph type="title" idx="2"/>
          </p:nvPr>
        </p:nvSpPr>
        <p:spPr>
          <a:xfrm>
            <a:off x="226100" y="3919353"/>
            <a:ext cx="7608900" cy="6387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sz="2500" dirty="0"/>
              <a:t>By: Steven Crocker, Bryce Lander, Ricky Newbold</a:t>
            </a:r>
            <a:endParaRPr sz="2500" dirty="0"/>
          </a:p>
        </p:txBody>
      </p:sp>
      <p:sp>
        <p:nvSpPr>
          <p:cNvPr id="366" name="Google Shape;366;p50"/>
          <p:cNvSpPr txBox="1">
            <a:spLocks noGrp="1"/>
          </p:cNvSpPr>
          <p:nvPr>
            <p:ph type="subTitle" idx="1"/>
          </p:nvPr>
        </p:nvSpPr>
        <p:spPr>
          <a:xfrm>
            <a:off x="228600" y="2888900"/>
            <a:ext cx="5107800" cy="3693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dirty="0"/>
              <a:t>CSC 2400</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51"/>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Background</a:t>
            </a:r>
            <a:endParaRPr/>
          </a:p>
        </p:txBody>
      </p:sp>
      <p:sp>
        <p:nvSpPr>
          <p:cNvPr id="372" name="Google Shape;372;p51"/>
          <p:cNvSpPr txBox="1">
            <a:spLocks noGrp="1"/>
          </p:cNvSpPr>
          <p:nvPr>
            <p:ph type="body" idx="1"/>
          </p:nvPr>
        </p:nvSpPr>
        <p:spPr>
          <a:xfrm>
            <a:off x="228600" y="1177425"/>
            <a:ext cx="8472900" cy="1546200"/>
          </a:xfrm>
          <a:prstGeom prst="rect">
            <a:avLst/>
          </a:prstGeom>
        </p:spPr>
        <p:txBody>
          <a:bodyPr spcFirstLastPara="1" wrap="square" lIns="0" tIns="0" rIns="0" bIns="0" anchor="t" anchorCtr="0">
            <a:noAutofit/>
          </a:bodyPr>
          <a:lstStyle/>
          <a:p>
            <a:pPr marL="0" lvl="0" indent="0" algn="l" rtl="0">
              <a:spcBef>
                <a:spcPts val="1200"/>
              </a:spcBef>
              <a:spcAft>
                <a:spcPts val="1200"/>
              </a:spcAft>
              <a:buNone/>
            </a:pPr>
            <a:r>
              <a:rPr lang="en" sz="1600">
                <a:latin typeface="Arial"/>
                <a:ea typeface="Arial"/>
                <a:cs typeface="Arial"/>
                <a:sym typeface="Arial"/>
              </a:rPr>
              <a:t>This project looks at how a GPS system determines routes and how different algorithms can affect that process. We modeled real-world road networks and used several routing approaches to simulate how paths are calculated between locations. By testing this across different cities, we were able to observe how each method performs and how road layout can influence the results.</a:t>
            </a:r>
            <a:endParaRPr sz="1600">
              <a:latin typeface="Arial"/>
              <a:ea typeface="Arial"/>
              <a:cs typeface="Arial"/>
              <a:sym typeface="Arial"/>
            </a:endParaRPr>
          </a:p>
        </p:txBody>
      </p:sp>
      <p:pic>
        <p:nvPicPr>
          <p:cNvPr id="373" name="Google Shape;373;p51"/>
          <p:cNvPicPr preferRelativeResize="0"/>
          <p:nvPr/>
        </p:nvPicPr>
        <p:blipFill>
          <a:blip r:embed="rId3">
            <a:alphaModFix/>
          </a:blip>
          <a:stretch>
            <a:fillRect/>
          </a:stretch>
        </p:blipFill>
        <p:spPr>
          <a:xfrm>
            <a:off x="4571994" y="2571750"/>
            <a:ext cx="3792758" cy="21500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2"/>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Dijkstra’s</a:t>
            </a:r>
            <a:r>
              <a:rPr lang="en"/>
              <a:t> Algorithm</a:t>
            </a:r>
            <a:endParaRPr>
              <a:solidFill>
                <a:schemeClr val="accent2"/>
              </a:solidFill>
            </a:endParaRPr>
          </a:p>
        </p:txBody>
      </p:sp>
      <p:sp>
        <p:nvSpPr>
          <p:cNvPr id="379" name="Google Shape;379;p52"/>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Published in 1959 by Edsger W. Dijkstra.</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An algorithm for finding the shortest paths between nodes in a weighted graph.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Keeps a set of visited nodes and uses a priority queue to select the unvisited node with the smallest distance.</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Guarantees a shortest path.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Worst case: Θ(|E| + |V| log|V|)</a:t>
            </a:r>
            <a:endParaRPr>
              <a:solidFill>
                <a:schemeClr val="lt1"/>
              </a:solidFill>
              <a:latin typeface="Roboto"/>
              <a:ea typeface="Roboto"/>
              <a:cs typeface="Roboto"/>
              <a:sym typeface="Roboto"/>
            </a:endParaRPr>
          </a:p>
        </p:txBody>
      </p:sp>
      <p:pic>
        <p:nvPicPr>
          <p:cNvPr id="380" name="Google Shape;380;p52" title="Dijkstra_Animation.gif"/>
          <p:cNvPicPr preferRelativeResize="0"/>
          <p:nvPr/>
        </p:nvPicPr>
        <p:blipFill>
          <a:blip r:embed="rId3">
            <a:alphaModFix/>
          </a:blip>
          <a:stretch>
            <a:fillRect/>
          </a:stretch>
        </p:blipFill>
        <p:spPr>
          <a:xfrm>
            <a:off x="5240286" y="1010175"/>
            <a:ext cx="3361964" cy="26373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53"/>
          <p:cNvSpPr/>
          <p:nvPr/>
        </p:nvSpPr>
        <p:spPr>
          <a:xfrm>
            <a:off x="5163850"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6" name="Google Shape;386;p53"/>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53"/>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Dijkstra</a:t>
            </a:r>
            <a:r>
              <a:rPr lang="en"/>
              <a:t> Data</a:t>
            </a:r>
            <a:endParaRPr>
              <a:solidFill>
                <a:schemeClr val="accent2"/>
              </a:solidFill>
            </a:endParaRPr>
          </a:p>
        </p:txBody>
      </p:sp>
      <p:sp>
        <p:nvSpPr>
          <p:cNvPr id="388" name="Google Shape;388;p53"/>
          <p:cNvSpPr txBox="1">
            <a:spLocks noGrp="1"/>
          </p:cNvSpPr>
          <p:nvPr>
            <p:ph type="body" idx="1"/>
          </p:nvPr>
        </p:nvSpPr>
        <p:spPr>
          <a:xfrm>
            <a:off x="228600" y="976096"/>
            <a:ext cx="3731700" cy="11640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In our GPS system, Dijkstra builds the route by expanding outward from the starting location and evaluating all nearby roads based on travel time. It continues exploring until it reaches the destination with the lowest total cost. This results in a consistent and reliable route that fully considers the road network.</a:t>
            </a:r>
            <a:endParaRPr sz="1200"/>
          </a:p>
          <a:p>
            <a:pPr marL="0" lvl="0" indent="0" algn="l" rtl="0">
              <a:spcBef>
                <a:spcPts val="1200"/>
              </a:spcBef>
              <a:spcAft>
                <a:spcPts val="800"/>
              </a:spcAft>
              <a:buNone/>
            </a:pPr>
            <a:endParaRPr sz="1200"/>
          </a:p>
        </p:txBody>
      </p:sp>
      <p:grpSp>
        <p:nvGrpSpPr>
          <p:cNvPr id="389" name="Google Shape;389;p53"/>
          <p:cNvGrpSpPr/>
          <p:nvPr/>
        </p:nvGrpSpPr>
        <p:grpSpPr>
          <a:xfrm>
            <a:off x="4571987" y="933712"/>
            <a:ext cx="4514621" cy="1792848"/>
            <a:chOff x="232688" y="3272175"/>
            <a:chExt cx="8678625" cy="1640150"/>
          </a:xfrm>
        </p:grpSpPr>
        <p:cxnSp>
          <p:nvCxnSpPr>
            <p:cNvPr id="390" name="Google Shape;390;p53"/>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391" name="Google Shape;391;p53"/>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392" name="Google Shape;392;p53"/>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393" name="Google Shape;393;p53"/>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394" name="Google Shape;394;p53"/>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395" name="Google Shape;395;p53"/>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396" name="Google Shape;396;p53"/>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397" name="Google Shape;397;p53"/>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398" name="Google Shape;398;p53"/>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0.0721</a:t>
              </a:r>
              <a:endParaRPr sz="692">
                <a:solidFill>
                  <a:schemeClr val="lt1"/>
                </a:solidFill>
                <a:latin typeface="Roboto"/>
                <a:ea typeface="Roboto"/>
                <a:cs typeface="Roboto"/>
                <a:sym typeface="Roboto"/>
              </a:endParaRPr>
            </a:p>
          </p:txBody>
        </p:sp>
        <p:sp>
          <p:nvSpPr>
            <p:cNvPr id="399" name="Google Shape;399;p53"/>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0.4943</a:t>
              </a:r>
              <a:endParaRPr sz="692">
                <a:solidFill>
                  <a:schemeClr val="lt1"/>
                </a:solidFill>
                <a:latin typeface="Roboto"/>
                <a:ea typeface="Roboto"/>
                <a:cs typeface="Roboto"/>
                <a:sym typeface="Roboto"/>
              </a:endParaRPr>
            </a:p>
          </p:txBody>
        </p:sp>
        <p:cxnSp>
          <p:nvCxnSpPr>
            <p:cNvPr id="400" name="Google Shape;400;p53"/>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01" name="Google Shape;401;p53"/>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02" name="Google Shape;402;p53"/>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403" name="Google Shape;403;p53"/>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0.2370</a:t>
              </a:r>
              <a:endParaRPr sz="692">
                <a:solidFill>
                  <a:schemeClr val="lt1"/>
                </a:solidFill>
                <a:latin typeface="Roboto"/>
                <a:ea typeface="Roboto"/>
                <a:cs typeface="Roboto"/>
                <a:sym typeface="Roboto"/>
              </a:endParaRPr>
            </a:p>
          </p:txBody>
        </p:sp>
        <p:sp>
          <p:nvSpPr>
            <p:cNvPr id="404" name="Google Shape;404;p53"/>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1.9153</a:t>
              </a:r>
              <a:endParaRPr sz="692">
                <a:solidFill>
                  <a:schemeClr val="lt1"/>
                </a:solidFill>
                <a:latin typeface="Roboto"/>
                <a:ea typeface="Roboto"/>
                <a:cs typeface="Roboto"/>
                <a:sym typeface="Roboto"/>
              </a:endParaRPr>
            </a:p>
          </p:txBody>
        </p:sp>
        <p:cxnSp>
          <p:nvCxnSpPr>
            <p:cNvPr id="405" name="Google Shape;405;p53"/>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06" name="Google Shape;406;p53"/>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407" name="Google Shape;407;p53"/>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408" name="Google Shape;408;p53"/>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0.2221</a:t>
              </a:r>
              <a:endParaRPr sz="692">
                <a:solidFill>
                  <a:schemeClr val="lt1"/>
                </a:solidFill>
                <a:latin typeface="Roboto"/>
                <a:ea typeface="Roboto"/>
                <a:cs typeface="Roboto"/>
                <a:sym typeface="Roboto"/>
              </a:endParaRPr>
            </a:p>
          </p:txBody>
        </p:sp>
        <p:sp>
          <p:nvSpPr>
            <p:cNvPr id="409" name="Google Shape;409;p53"/>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1.8740</a:t>
              </a:r>
              <a:endParaRPr sz="692">
                <a:solidFill>
                  <a:schemeClr val="lt1"/>
                </a:solidFill>
                <a:latin typeface="Roboto"/>
                <a:ea typeface="Roboto"/>
                <a:cs typeface="Roboto"/>
                <a:sym typeface="Roboto"/>
              </a:endParaRPr>
            </a:p>
          </p:txBody>
        </p:sp>
        <p:cxnSp>
          <p:nvCxnSpPr>
            <p:cNvPr id="410" name="Google Shape;410;p53"/>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11" name="Google Shape;411;p53"/>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412" name="Google Shape;412;p53"/>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sp>
          <p:nvSpPr>
            <p:cNvPr id="413" name="Google Shape;413;p53"/>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0.0809</a:t>
              </a:r>
              <a:endParaRPr sz="692">
                <a:solidFill>
                  <a:schemeClr val="lt1"/>
                </a:solidFill>
                <a:latin typeface="Roboto"/>
                <a:ea typeface="Roboto"/>
                <a:cs typeface="Roboto"/>
                <a:sym typeface="Roboto"/>
              </a:endParaRPr>
            </a:p>
          </p:txBody>
        </p:sp>
        <p:sp>
          <p:nvSpPr>
            <p:cNvPr id="414" name="Google Shape;414;p53"/>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0.4927</a:t>
              </a:r>
              <a:endParaRPr sz="692">
                <a:solidFill>
                  <a:schemeClr val="lt1"/>
                </a:solidFill>
                <a:latin typeface="Roboto"/>
                <a:ea typeface="Roboto"/>
                <a:cs typeface="Roboto"/>
                <a:sym typeface="Roboto"/>
              </a:endParaRPr>
            </a:p>
          </p:txBody>
        </p:sp>
      </p:grpSp>
      <p:pic>
        <p:nvPicPr>
          <p:cNvPr id="415" name="Google Shape;415;p53"/>
          <p:cNvPicPr preferRelativeResize="0"/>
          <p:nvPr/>
        </p:nvPicPr>
        <p:blipFill>
          <a:blip r:embed="rId3">
            <a:alphaModFix/>
          </a:blip>
          <a:stretch>
            <a:fillRect/>
          </a:stretch>
        </p:blipFill>
        <p:spPr>
          <a:xfrm>
            <a:off x="653463" y="3066875"/>
            <a:ext cx="2881974" cy="1968500"/>
          </a:xfrm>
          <a:prstGeom prst="rect">
            <a:avLst/>
          </a:prstGeom>
          <a:noFill/>
          <a:ln>
            <a:noFill/>
          </a:ln>
        </p:spPr>
      </p:pic>
      <p:pic>
        <p:nvPicPr>
          <p:cNvPr id="416" name="Google Shape;416;p53"/>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17" name="Google Shape;417;p53"/>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18" name="Google Shape;418;p53"/>
          <p:cNvPicPr preferRelativeResize="0"/>
          <p:nvPr/>
        </p:nvPicPr>
        <p:blipFill>
          <a:blip r:embed="rId4">
            <a:alphaModFix/>
          </a:blip>
          <a:stretch>
            <a:fillRect/>
          </a:stretch>
        </p:blipFill>
        <p:spPr>
          <a:xfrm>
            <a:off x="6516213" y="3066875"/>
            <a:ext cx="1754074" cy="1720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54"/>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a:t>
            </a:r>
            <a:r>
              <a:rPr lang="en"/>
              <a:t> Algorithm</a:t>
            </a:r>
            <a:endParaRPr>
              <a:solidFill>
                <a:schemeClr val="accent2"/>
              </a:solidFill>
            </a:endParaRPr>
          </a:p>
        </p:txBody>
      </p:sp>
      <p:sp>
        <p:nvSpPr>
          <p:cNvPr id="424" name="Google Shape;424;p54"/>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Pronounced “A-Star”</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Published as an extension of Dijkstra’s algorithm in 1968</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Takes a weighted graph, source node, and goal node, then finds the shortest path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Used in many fields of computer science due to its completeness, optimality, and optimal efficiency</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Worst Case: O(|E| log|V|)</a:t>
            </a:r>
            <a:endParaRPr>
              <a:solidFill>
                <a:schemeClr val="lt1"/>
              </a:solidFill>
              <a:latin typeface="Roboto"/>
              <a:ea typeface="Roboto"/>
              <a:cs typeface="Roboto"/>
              <a:sym typeface="Roboto"/>
            </a:endParaRPr>
          </a:p>
        </p:txBody>
      </p:sp>
      <p:pic>
        <p:nvPicPr>
          <p:cNvPr id="425" name="Google Shape;425;p54" title="AstarExampleEn.gif"/>
          <p:cNvPicPr preferRelativeResize="0"/>
          <p:nvPr/>
        </p:nvPicPr>
        <p:blipFill>
          <a:blip r:embed="rId3">
            <a:alphaModFix/>
          </a:blip>
          <a:stretch>
            <a:fillRect/>
          </a:stretch>
        </p:blipFill>
        <p:spPr>
          <a:xfrm>
            <a:off x="5015892" y="1010175"/>
            <a:ext cx="3727633" cy="26373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55"/>
          <p:cNvSpPr/>
          <p:nvPr/>
        </p:nvSpPr>
        <p:spPr>
          <a:xfrm>
            <a:off x="5163850" y="2958525"/>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1" name="Google Shape;431;p55"/>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2" name="Google Shape;432;p55"/>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 </a:t>
            </a:r>
            <a:r>
              <a:rPr lang="en"/>
              <a:t>Data</a:t>
            </a:r>
            <a:endParaRPr>
              <a:solidFill>
                <a:schemeClr val="accent2"/>
              </a:solidFill>
            </a:endParaRPr>
          </a:p>
        </p:txBody>
      </p:sp>
      <p:sp>
        <p:nvSpPr>
          <p:cNvPr id="433" name="Google Shape;433;p55"/>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 A* calculates routes by focusing the search toward the destination using both current travel time and an estimated remaining distance. This allows it to follow more direct paths across the map while still producing an optimal route. The result is a faster and more targeted route calculation.</a:t>
            </a:r>
            <a:endParaRPr sz="1200"/>
          </a:p>
          <a:p>
            <a:pPr marL="0" lvl="0" indent="0" algn="l" rtl="0">
              <a:spcBef>
                <a:spcPts val="1200"/>
              </a:spcBef>
              <a:spcAft>
                <a:spcPts val="800"/>
              </a:spcAft>
              <a:buNone/>
            </a:pPr>
            <a:endParaRPr sz="1200"/>
          </a:p>
        </p:txBody>
      </p:sp>
      <p:grpSp>
        <p:nvGrpSpPr>
          <p:cNvPr id="434" name="Google Shape;434;p55"/>
          <p:cNvGrpSpPr/>
          <p:nvPr/>
        </p:nvGrpSpPr>
        <p:grpSpPr>
          <a:xfrm>
            <a:off x="4571987" y="879537"/>
            <a:ext cx="4514621" cy="1792848"/>
            <a:chOff x="232688" y="3272175"/>
            <a:chExt cx="8678625" cy="1640150"/>
          </a:xfrm>
        </p:grpSpPr>
        <p:cxnSp>
          <p:nvCxnSpPr>
            <p:cNvPr id="435" name="Google Shape;435;p55"/>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36" name="Google Shape;436;p55"/>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437" name="Google Shape;437;p55"/>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438" name="Google Shape;438;p55"/>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439" name="Google Shape;439;p55"/>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440" name="Google Shape;440;p55"/>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1" name="Google Shape;441;p55"/>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442" name="Google Shape;442;p55"/>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0.0623</a:t>
              </a:r>
              <a:endParaRPr sz="692">
                <a:solidFill>
                  <a:schemeClr val="lt1"/>
                </a:solidFill>
                <a:latin typeface="Roboto"/>
                <a:ea typeface="Roboto"/>
                <a:cs typeface="Roboto"/>
                <a:sym typeface="Roboto"/>
              </a:endParaRPr>
            </a:p>
          </p:txBody>
        </p:sp>
        <p:sp>
          <p:nvSpPr>
            <p:cNvPr id="443" name="Google Shape;443;p55"/>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0.6614</a:t>
              </a:r>
              <a:endParaRPr sz="692">
                <a:solidFill>
                  <a:schemeClr val="lt1"/>
                </a:solidFill>
                <a:latin typeface="Roboto"/>
                <a:ea typeface="Roboto"/>
                <a:cs typeface="Roboto"/>
                <a:sym typeface="Roboto"/>
              </a:endParaRPr>
            </a:p>
          </p:txBody>
        </p:sp>
        <p:cxnSp>
          <p:nvCxnSpPr>
            <p:cNvPr id="444" name="Google Shape;444;p55"/>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5" name="Google Shape;445;p55"/>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46" name="Google Shape;446;p55"/>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0.0670</a:t>
              </a:r>
              <a:endParaRPr sz="692">
                <a:solidFill>
                  <a:schemeClr val="lt1"/>
                </a:solidFill>
                <a:latin typeface="Roboto"/>
                <a:ea typeface="Roboto"/>
                <a:cs typeface="Roboto"/>
                <a:sym typeface="Roboto"/>
              </a:endParaRPr>
            </a:p>
          </p:txBody>
        </p:sp>
        <p:sp>
          <p:nvSpPr>
            <p:cNvPr id="447" name="Google Shape;447;p55"/>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1.9694</a:t>
              </a:r>
              <a:endParaRPr sz="692">
                <a:solidFill>
                  <a:schemeClr val="lt1"/>
                </a:solidFill>
                <a:latin typeface="Roboto"/>
                <a:ea typeface="Roboto"/>
                <a:cs typeface="Roboto"/>
                <a:sym typeface="Roboto"/>
              </a:endParaRPr>
            </a:p>
          </p:txBody>
        </p:sp>
        <p:cxnSp>
          <p:nvCxnSpPr>
            <p:cNvPr id="448" name="Google Shape;448;p55"/>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9" name="Google Shape;449;p55"/>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450" name="Google Shape;450;p55"/>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0.1989</a:t>
              </a:r>
              <a:endParaRPr sz="692">
                <a:solidFill>
                  <a:schemeClr val="lt1"/>
                </a:solidFill>
                <a:latin typeface="Roboto"/>
                <a:ea typeface="Roboto"/>
                <a:cs typeface="Roboto"/>
                <a:sym typeface="Roboto"/>
              </a:endParaRPr>
            </a:p>
          </p:txBody>
        </p:sp>
        <p:sp>
          <p:nvSpPr>
            <p:cNvPr id="451" name="Google Shape;451;p55"/>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2.5426</a:t>
              </a:r>
              <a:endParaRPr sz="692">
                <a:solidFill>
                  <a:schemeClr val="lt1"/>
                </a:solidFill>
                <a:latin typeface="Roboto"/>
                <a:ea typeface="Roboto"/>
                <a:cs typeface="Roboto"/>
                <a:sym typeface="Roboto"/>
              </a:endParaRPr>
            </a:p>
          </p:txBody>
        </p:sp>
        <p:cxnSp>
          <p:nvCxnSpPr>
            <p:cNvPr id="452" name="Google Shape;452;p55"/>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53" name="Google Shape;453;p55"/>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454" name="Google Shape;454;p55"/>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0.0320</a:t>
              </a:r>
              <a:endParaRPr sz="692">
                <a:solidFill>
                  <a:schemeClr val="lt1"/>
                </a:solidFill>
                <a:latin typeface="Roboto"/>
                <a:ea typeface="Roboto"/>
                <a:cs typeface="Roboto"/>
                <a:sym typeface="Roboto"/>
              </a:endParaRPr>
            </a:p>
          </p:txBody>
        </p:sp>
        <p:sp>
          <p:nvSpPr>
            <p:cNvPr id="455" name="Google Shape;455;p55"/>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0.5089</a:t>
              </a:r>
              <a:endParaRPr sz="692">
                <a:solidFill>
                  <a:schemeClr val="lt1"/>
                </a:solidFill>
                <a:latin typeface="Roboto"/>
                <a:ea typeface="Roboto"/>
                <a:cs typeface="Roboto"/>
                <a:sym typeface="Roboto"/>
              </a:endParaRPr>
            </a:p>
          </p:txBody>
        </p:sp>
      </p:grpSp>
      <p:pic>
        <p:nvPicPr>
          <p:cNvPr id="456" name="Google Shape;456;p55"/>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457" name="Google Shape;457;p55"/>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58" name="Google Shape;458;p55"/>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59" name="Google Shape;459;p55"/>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460" name="Google Shape;460;p55"/>
          <p:cNvGrpSpPr/>
          <p:nvPr/>
        </p:nvGrpSpPr>
        <p:grpSpPr>
          <a:xfrm>
            <a:off x="5716401" y="1270785"/>
            <a:ext cx="1081340" cy="1325247"/>
            <a:chOff x="2432638" y="3630100"/>
            <a:chExt cx="2078700" cy="1212375"/>
          </a:xfrm>
        </p:grpSpPr>
        <p:sp>
          <p:nvSpPr>
            <p:cNvPr id="461" name="Google Shape;461;p55"/>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462" name="Google Shape;462;p55"/>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463" name="Google Shape;463;p55"/>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464" name="Google Shape;464;p55"/>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56"/>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Bellman-Ford</a:t>
            </a:r>
            <a:r>
              <a:rPr lang="en"/>
              <a:t> Algorithm</a:t>
            </a:r>
            <a:endParaRPr>
              <a:solidFill>
                <a:schemeClr val="accent2"/>
              </a:solidFill>
            </a:endParaRPr>
          </a:p>
        </p:txBody>
      </p:sp>
      <p:sp>
        <p:nvSpPr>
          <p:cNvPr id="470" name="Google Shape;470;p56"/>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Computes shortest paths from a single source vertex to all of the other vertices in a weighted graph</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Named after Richard Bellman and Lester Ford Jr.</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Slower than Dijkstra's algorithm, but it can handle negative weights</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Worst Case: Θ(|V||E||)</a:t>
            </a:r>
            <a:endParaRPr dirty="0">
              <a:solidFill>
                <a:schemeClr val="lt1"/>
              </a:solidFill>
              <a:latin typeface="Roboto"/>
              <a:ea typeface="Roboto"/>
              <a:cs typeface="Roboto"/>
              <a:sym typeface="Roboto"/>
            </a:endParaRPr>
          </a:p>
        </p:txBody>
      </p:sp>
      <p:sp>
        <p:nvSpPr>
          <p:cNvPr id="471" name="Google Shape;471;p56"/>
          <p:cNvSpPr/>
          <p:nvPr/>
        </p:nvSpPr>
        <p:spPr>
          <a:xfrm>
            <a:off x="4727650" y="755025"/>
            <a:ext cx="4286400" cy="3078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472" name="Google Shape;472;p56" title="Bellman–Ford_algorithm_example.gif"/>
          <p:cNvPicPr preferRelativeResize="0"/>
          <p:nvPr/>
        </p:nvPicPr>
        <p:blipFill>
          <a:blip r:embed="rId3">
            <a:alphaModFix/>
          </a:blip>
          <a:stretch>
            <a:fillRect/>
          </a:stretch>
        </p:blipFill>
        <p:spPr>
          <a:xfrm>
            <a:off x="4724437" y="745800"/>
            <a:ext cx="4267162" cy="30830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76"/>
        <p:cNvGrpSpPr/>
        <p:nvPr/>
      </p:nvGrpSpPr>
      <p:grpSpPr>
        <a:xfrm>
          <a:off x="0" y="0"/>
          <a:ext cx="0" cy="0"/>
          <a:chOff x="0" y="0"/>
          <a:chExt cx="0" cy="0"/>
        </a:xfrm>
      </p:grpSpPr>
      <p:sp>
        <p:nvSpPr>
          <p:cNvPr id="477" name="Google Shape;477;p57"/>
          <p:cNvSpPr/>
          <p:nvPr/>
        </p:nvSpPr>
        <p:spPr>
          <a:xfrm>
            <a:off x="5163863"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78" name="Google Shape;478;p57"/>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79" name="Google Shape;479;p57"/>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Bellman-Ford </a:t>
            </a:r>
            <a:r>
              <a:rPr lang="en"/>
              <a:t>Data</a:t>
            </a:r>
            <a:endParaRPr>
              <a:solidFill>
                <a:schemeClr val="accent2"/>
              </a:solidFill>
            </a:endParaRPr>
          </a:p>
        </p:txBody>
      </p:sp>
      <p:sp>
        <p:nvSpPr>
          <p:cNvPr id="480" name="Google Shape;480;p57"/>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Bellman-Ford determines the route by repeatedly updating travel times across the entire network. It reevaluates all connections multiple times to ensure the final path is correct. This produces accurate results, but requires more computation to reach the final route.</a:t>
            </a:r>
            <a:endParaRPr sz="1200"/>
          </a:p>
          <a:p>
            <a:pPr marL="0" lvl="0" indent="0" algn="l" rtl="0">
              <a:spcBef>
                <a:spcPts val="1200"/>
              </a:spcBef>
              <a:spcAft>
                <a:spcPts val="800"/>
              </a:spcAft>
              <a:buNone/>
            </a:pPr>
            <a:endParaRPr/>
          </a:p>
        </p:txBody>
      </p:sp>
      <p:pic>
        <p:nvPicPr>
          <p:cNvPr id="481" name="Google Shape;481;p57"/>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482" name="Google Shape;482;p57"/>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83" name="Google Shape;483;p57"/>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84" name="Google Shape;484;p57"/>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485" name="Google Shape;485;p57"/>
          <p:cNvGrpSpPr/>
          <p:nvPr/>
        </p:nvGrpSpPr>
        <p:grpSpPr>
          <a:xfrm>
            <a:off x="4572012" y="885400"/>
            <a:ext cx="4514621" cy="1792848"/>
            <a:chOff x="232688" y="3272175"/>
            <a:chExt cx="8678625" cy="1640150"/>
          </a:xfrm>
        </p:grpSpPr>
        <p:cxnSp>
          <p:nvCxnSpPr>
            <p:cNvPr id="486" name="Google Shape;486;p57"/>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87" name="Google Shape;487;p57"/>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488" name="Google Shape;488;p57"/>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489" name="Google Shape;489;p57"/>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490" name="Google Shape;490;p57"/>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491" name="Google Shape;491;p57"/>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92" name="Google Shape;492;p57"/>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493" name="Google Shape;493;p57"/>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0.3413</a:t>
              </a:r>
              <a:endParaRPr sz="692">
                <a:solidFill>
                  <a:schemeClr val="lt1"/>
                </a:solidFill>
                <a:latin typeface="Roboto"/>
                <a:ea typeface="Roboto"/>
                <a:cs typeface="Roboto"/>
                <a:sym typeface="Roboto"/>
              </a:endParaRPr>
            </a:p>
          </p:txBody>
        </p:sp>
        <p:sp>
          <p:nvSpPr>
            <p:cNvPr id="494" name="Google Shape;494;p57"/>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2.2947</a:t>
              </a:r>
              <a:endParaRPr sz="692">
                <a:solidFill>
                  <a:schemeClr val="lt1"/>
                </a:solidFill>
                <a:latin typeface="Roboto"/>
                <a:ea typeface="Roboto"/>
                <a:cs typeface="Roboto"/>
                <a:sym typeface="Roboto"/>
              </a:endParaRPr>
            </a:p>
          </p:txBody>
        </p:sp>
        <p:cxnSp>
          <p:nvCxnSpPr>
            <p:cNvPr id="495" name="Google Shape;495;p57"/>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96" name="Google Shape;496;p57"/>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97" name="Google Shape;497;p57"/>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2.4905</a:t>
              </a:r>
              <a:endParaRPr sz="692">
                <a:solidFill>
                  <a:schemeClr val="lt1"/>
                </a:solidFill>
                <a:latin typeface="Roboto"/>
                <a:ea typeface="Roboto"/>
                <a:cs typeface="Roboto"/>
                <a:sym typeface="Roboto"/>
              </a:endParaRPr>
            </a:p>
          </p:txBody>
        </p:sp>
        <p:sp>
          <p:nvSpPr>
            <p:cNvPr id="498" name="Google Shape;498;p57"/>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9.0311</a:t>
              </a:r>
              <a:endParaRPr sz="692">
                <a:solidFill>
                  <a:schemeClr val="lt1"/>
                </a:solidFill>
                <a:latin typeface="Roboto"/>
                <a:ea typeface="Roboto"/>
                <a:cs typeface="Roboto"/>
                <a:sym typeface="Roboto"/>
              </a:endParaRPr>
            </a:p>
          </p:txBody>
        </p:sp>
        <p:cxnSp>
          <p:nvCxnSpPr>
            <p:cNvPr id="499" name="Google Shape;499;p57"/>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00" name="Google Shape;500;p57"/>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501" name="Google Shape;501;p57"/>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1.8270</a:t>
              </a:r>
              <a:endParaRPr sz="692">
                <a:solidFill>
                  <a:schemeClr val="lt1"/>
                </a:solidFill>
                <a:latin typeface="Roboto"/>
                <a:ea typeface="Roboto"/>
                <a:cs typeface="Roboto"/>
                <a:sym typeface="Roboto"/>
              </a:endParaRPr>
            </a:p>
          </p:txBody>
        </p:sp>
        <p:sp>
          <p:nvSpPr>
            <p:cNvPr id="502" name="Google Shape;502;p57"/>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8.3373</a:t>
              </a:r>
              <a:endParaRPr sz="692">
                <a:solidFill>
                  <a:schemeClr val="lt1"/>
                </a:solidFill>
                <a:latin typeface="Roboto"/>
                <a:ea typeface="Roboto"/>
                <a:cs typeface="Roboto"/>
                <a:sym typeface="Roboto"/>
              </a:endParaRPr>
            </a:p>
          </p:txBody>
        </p:sp>
        <p:cxnSp>
          <p:nvCxnSpPr>
            <p:cNvPr id="503" name="Google Shape;503;p57"/>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04" name="Google Shape;504;p57"/>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505" name="Google Shape;505;p57"/>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0.4889</a:t>
              </a:r>
              <a:endParaRPr sz="692">
                <a:solidFill>
                  <a:schemeClr val="lt1"/>
                </a:solidFill>
                <a:latin typeface="Roboto"/>
                <a:ea typeface="Roboto"/>
                <a:cs typeface="Roboto"/>
                <a:sym typeface="Roboto"/>
              </a:endParaRPr>
            </a:p>
          </p:txBody>
        </p:sp>
        <p:sp>
          <p:nvSpPr>
            <p:cNvPr id="506" name="Google Shape;506;p57"/>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2.3260</a:t>
              </a:r>
              <a:endParaRPr sz="692">
                <a:solidFill>
                  <a:schemeClr val="lt1"/>
                </a:solidFill>
                <a:latin typeface="Roboto"/>
                <a:ea typeface="Roboto"/>
                <a:cs typeface="Roboto"/>
                <a:sym typeface="Roboto"/>
              </a:endParaRPr>
            </a:p>
          </p:txBody>
        </p:sp>
      </p:grpSp>
      <p:grpSp>
        <p:nvGrpSpPr>
          <p:cNvPr id="507" name="Google Shape;507;p57"/>
          <p:cNvGrpSpPr/>
          <p:nvPr/>
        </p:nvGrpSpPr>
        <p:grpSpPr>
          <a:xfrm>
            <a:off x="5716426" y="1276648"/>
            <a:ext cx="1081340" cy="1325247"/>
            <a:chOff x="2432638" y="3630100"/>
            <a:chExt cx="2078700" cy="1212375"/>
          </a:xfrm>
        </p:grpSpPr>
        <p:sp>
          <p:nvSpPr>
            <p:cNvPr id="508" name="Google Shape;508;p57"/>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509" name="Google Shape;509;p57"/>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510" name="Google Shape;510;p57"/>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511" name="Google Shape;511;p57"/>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8"/>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Ant Colony Optimization</a:t>
            </a:r>
            <a:r>
              <a:rPr lang="en"/>
              <a:t> Algorithm</a:t>
            </a:r>
            <a:endParaRPr>
              <a:solidFill>
                <a:schemeClr val="accent2"/>
              </a:solidFill>
            </a:endParaRPr>
          </a:p>
        </p:txBody>
      </p:sp>
      <p:sp>
        <p:nvSpPr>
          <p:cNvPr id="517" name="Google Shape;517;p58"/>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probabilistic technique for solving computational problems that can be reduced to finding good paths through graphs.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Inspired by the pheromone-based communication of real ants.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Artificial ants are used to represent multi-agent methods.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Usually combined with local search algorithms</a:t>
            </a:r>
            <a:endParaRPr>
              <a:solidFill>
                <a:schemeClr val="lt1"/>
              </a:solidFill>
              <a:latin typeface="Roboto"/>
              <a:ea typeface="Roboto"/>
              <a:cs typeface="Roboto"/>
              <a:sym typeface="Roboto"/>
            </a:endParaRPr>
          </a:p>
        </p:txBody>
      </p:sp>
      <p:pic>
        <p:nvPicPr>
          <p:cNvPr id="518" name="Google Shape;518;p58" title="QCLYO8.gif"/>
          <p:cNvPicPr preferRelativeResize="0"/>
          <p:nvPr/>
        </p:nvPicPr>
        <p:blipFill>
          <a:blip r:embed="rId3">
            <a:alphaModFix/>
          </a:blip>
          <a:stretch>
            <a:fillRect/>
          </a:stretch>
        </p:blipFill>
        <p:spPr>
          <a:xfrm>
            <a:off x="5665325" y="1010175"/>
            <a:ext cx="3048000" cy="2286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9"/>
          <p:cNvSpPr/>
          <p:nvPr/>
        </p:nvSpPr>
        <p:spPr>
          <a:xfrm>
            <a:off x="5163850"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24" name="Google Shape;524;p59"/>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25" name="Google Shape;525;p59"/>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ACO</a:t>
            </a:r>
            <a:r>
              <a:rPr lang="en"/>
              <a:t> Data</a:t>
            </a:r>
            <a:endParaRPr>
              <a:solidFill>
                <a:schemeClr val="accent2"/>
              </a:solidFill>
            </a:endParaRPr>
          </a:p>
        </p:txBody>
      </p:sp>
      <p:sp>
        <p:nvSpPr>
          <p:cNvPr id="526" name="Google Shape;526;p59"/>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0"/>
              </a:spcBef>
              <a:spcAft>
                <a:spcPts val="800"/>
              </a:spcAft>
              <a:buNone/>
            </a:pPr>
            <a:r>
              <a:rPr lang="en" sz="1100"/>
              <a:t>ACO models routing based on how ants find paths using pheromones. Multiple ants explore different routes between the start and destination, and paths that perform better are reinforced over time with higher pheromone values. As this process continues, stronger paths become more likely to be chosen, allowing a route to gradually emerge. In a GPS context, this means the route is built through repeated exploration and learning rather than being calculated directly in a single step.</a:t>
            </a:r>
            <a:endParaRPr sz="1100"/>
          </a:p>
        </p:txBody>
      </p:sp>
      <p:pic>
        <p:nvPicPr>
          <p:cNvPr id="527" name="Google Shape;527;p59"/>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528" name="Google Shape;528;p59"/>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529" name="Google Shape;529;p59"/>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530" name="Google Shape;530;p59"/>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531" name="Google Shape;531;p59"/>
          <p:cNvGrpSpPr/>
          <p:nvPr/>
        </p:nvGrpSpPr>
        <p:grpSpPr>
          <a:xfrm>
            <a:off x="4571987" y="885400"/>
            <a:ext cx="4514621" cy="1792848"/>
            <a:chOff x="232688" y="3272175"/>
            <a:chExt cx="8678625" cy="1640150"/>
          </a:xfrm>
        </p:grpSpPr>
        <p:cxnSp>
          <p:nvCxnSpPr>
            <p:cNvPr id="532" name="Google Shape;532;p59"/>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33" name="Google Shape;533;p59"/>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534" name="Google Shape;534;p59"/>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535" name="Google Shape;535;p59"/>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536" name="Google Shape;536;p59"/>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537" name="Google Shape;537;p59"/>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38" name="Google Shape;538;p59"/>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539" name="Google Shape;539;p59"/>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302.1908</a:t>
              </a:r>
              <a:endParaRPr sz="692">
                <a:solidFill>
                  <a:schemeClr val="lt1"/>
                </a:solidFill>
                <a:latin typeface="Roboto"/>
                <a:ea typeface="Roboto"/>
                <a:cs typeface="Roboto"/>
                <a:sym typeface="Roboto"/>
              </a:endParaRPr>
            </a:p>
          </p:txBody>
        </p:sp>
        <p:sp>
          <p:nvSpPr>
            <p:cNvPr id="540" name="Google Shape;540;p59"/>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13.5856</a:t>
              </a:r>
              <a:endParaRPr sz="692">
                <a:solidFill>
                  <a:schemeClr val="lt1"/>
                </a:solidFill>
                <a:latin typeface="Roboto"/>
                <a:ea typeface="Roboto"/>
                <a:cs typeface="Roboto"/>
                <a:sym typeface="Roboto"/>
              </a:endParaRPr>
            </a:p>
          </p:txBody>
        </p:sp>
        <p:cxnSp>
          <p:nvCxnSpPr>
            <p:cNvPr id="541" name="Google Shape;541;p59"/>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42" name="Google Shape;542;p59"/>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543" name="Google Shape;543;p59"/>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sp>
          <p:nvSpPr>
            <p:cNvPr id="544" name="Google Shape;544;p59"/>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cxnSp>
          <p:nvCxnSpPr>
            <p:cNvPr id="545" name="Google Shape;545;p59"/>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46" name="Google Shape;546;p59"/>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547" name="Google Shape;547;p59"/>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sp>
          <p:nvSpPr>
            <p:cNvPr id="548" name="Google Shape;548;p59"/>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cxnSp>
          <p:nvCxnSpPr>
            <p:cNvPr id="549" name="Google Shape;549;p59"/>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50" name="Google Shape;550;p59"/>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551" name="Google Shape;551;p59"/>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231.6754</a:t>
              </a:r>
              <a:endParaRPr sz="692">
                <a:solidFill>
                  <a:schemeClr val="lt1"/>
                </a:solidFill>
                <a:latin typeface="Roboto"/>
                <a:ea typeface="Roboto"/>
                <a:cs typeface="Roboto"/>
                <a:sym typeface="Roboto"/>
              </a:endParaRPr>
            </a:p>
          </p:txBody>
        </p:sp>
        <p:sp>
          <p:nvSpPr>
            <p:cNvPr id="552" name="Google Shape;552;p59"/>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13.6710</a:t>
              </a:r>
              <a:endParaRPr sz="692">
                <a:solidFill>
                  <a:schemeClr val="lt1"/>
                </a:solidFill>
                <a:latin typeface="Roboto"/>
                <a:ea typeface="Roboto"/>
                <a:cs typeface="Roboto"/>
                <a:sym typeface="Roboto"/>
              </a:endParaRPr>
            </a:p>
          </p:txBody>
        </p:sp>
      </p:grpSp>
      <p:grpSp>
        <p:nvGrpSpPr>
          <p:cNvPr id="553" name="Google Shape;553;p59"/>
          <p:cNvGrpSpPr/>
          <p:nvPr/>
        </p:nvGrpSpPr>
        <p:grpSpPr>
          <a:xfrm>
            <a:off x="5716401" y="1276648"/>
            <a:ext cx="1081340" cy="1325247"/>
            <a:chOff x="2432638" y="3630100"/>
            <a:chExt cx="2078700" cy="1212375"/>
          </a:xfrm>
        </p:grpSpPr>
        <p:sp>
          <p:nvSpPr>
            <p:cNvPr id="554" name="Google Shape;554;p59"/>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555" name="Google Shape;555;p59"/>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556" name="Google Shape;556;p59"/>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557" name="Google Shape;557;p59"/>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60"/>
          <p:cNvSpPr/>
          <p:nvPr/>
        </p:nvSpPr>
        <p:spPr>
          <a:xfrm rot="10800000">
            <a:off x="4274400" y="3595500"/>
            <a:ext cx="595200" cy="15480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3" name="Google Shape;563;p60"/>
          <p:cNvSpPr/>
          <p:nvPr/>
        </p:nvSpPr>
        <p:spPr>
          <a:xfrm rot="10800000">
            <a:off x="1794925" y="2276875"/>
            <a:ext cx="595200" cy="15480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4" name="Google Shape;564;p60"/>
          <p:cNvSpPr/>
          <p:nvPr/>
        </p:nvSpPr>
        <p:spPr>
          <a:xfrm>
            <a:off x="6560400" y="2336400"/>
            <a:ext cx="595200" cy="15927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5" name="Google Shape;565;p60"/>
          <p:cNvSpPr/>
          <p:nvPr/>
        </p:nvSpPr>
        <p:spPr>
          <a:xfrm>
            <a:off x="4274400" y="1010375"/>
            <a:ext cx="595200" cy="14007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6" name="Google Shape;566;p60"/>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Comparison</a:t>
            </a:r>
            <a:endParaRPr/>
          </a:p>
        </p:txBody>
      </p:sp>
      <p:pic>
        <p:nvPicPr>
          <p:cNvPr id="567" name="Google Shape;567;p60" title="graph_001_Kansas_1000n.png"/>
          <p:cNvPicPr preferRelativeResize="0"/>
          <p:nvPr/>
        </p:nvPicPr>
        <p:blipFill>
          <a:blip r:embed="rId3">
            <a:alphaModFix/>
          </a:blip>
          <a:stretch>
            <a:fillRect/>
          </a:stretch>
        </p:blipFill>
        <p:spPr>
          <a:xfrm>
            <a:off x="0" y="1010348"/>
            <a:ext cx="4610760" cy="1326050"/>
          </a:xfrm>
          <a:prstGeom prst="rect">
            <a:avLst/>
          </a:prstGeom>
          <a:noFill/>
          <a:ln>
            <a:noFill/>
          </a:ln>
        </p:spPr>
      </p:pic>
      <p:pic>
        <p:nvPicPr>
          <p:cNvPr id="568" name="Google Shape;568;p60" title="graph_002_Kansas_8439n.png"/>
          <p:cNvPicPr preferRelativeResize="0"/>
          <p:nvPr/>
        </p:nvPicPr>
        <p:blipFill>
          <a:blip r:embed="rId4">
            <a:alphaModFix/>
          </a:blip>
          <a:stretch>
            <a:fillRect/>
          </a:stretch>
        </p:blipFill>
        <p:spPr>
          <a:xfrm>
            <a:off x="2113998" y="2336400"/>
            <a:ext cx="4916014" cy="1481050"/>
          </a:xfrm>
          <a:prstGeom prst="rect">
            <a:avLst/>
          </a:prstGeom>
          <a:noFill/>
          <a:ln>
            <a:noFill/>
          </a:ln>
        </p:spPr>
      </p:pic>
      <p:pic>
        <p:nvPicPr>
          <p:cNvPr id="569" name="Google Shape;569;p60" title="graph_003_Kansas_15787n.png"/>
          <p:cNvPicPr preferRelativeResize="0"/>
          <p:nvPr/>
        </p:nvPicPr>
        <p:blipFill>
          <a:blip r:embed="rId5">
            <a:alphaModFix/>
          </a:blip>
          <a:stretch>
            <a:fillRect/>
          </a:stretch>
        </p:blipFill>
        <p:spPr>
          <a:xfrm>
            <a:off x="4572000" y="3817446"/>
            <a:ext cx="4572001" cy="13260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61"/>
          <p:cNvSpPr/>
          <p:nvPr/>
        </p:nvSpPr>
        <p:spPr>
          <a:xfrm>
            <a:off x="104150" y="2959175"/>
            <a:ext cx="8959500" cy="2185200"/>
          </a:xfrm>
          <a:prstGeom prst="round2DiagRect">
            <a:avLst>
              <a:gd name="adj1" fmla="val 16667"/>
              <a:gd name="adj2" fmla="val 0"/>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5" name="Google Shape;575;p61"/>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Runtime Scalability</a:t>
            </a:r>
            <a:endParaRPr/>
          </a:p>
        </p:txBody>
      </p:sp>
      <p:pic>
        <p:nvPicPr>
          <p:cNvPr id="576" name="Google Shape;576;p61"/>
          <p:cNvPicPr preferRelativeResize="0"/>
          <p:nvPr/>
        </p:nvPicPr>
        <p:blipFill>
          <a:blip r:embed="rId3">
            <a:alphaModFix/>
          </a:blip>
          <a:stretch>
            <a:fillRect/>
          </a:stretch>
        </p:blipFill>
        <p:spPr>
          <a:xfrm>
            <a:off x="189125" y="3226825"/>
            <a:ext cx="8765752" cy="1797675"/>
          </a:xfrm>
          <a:prstGeom prst="rect">
            <a:avLst/>
          </a:prstGeom>
          <a:noFill/>
          <a:ln>
            <a:noFill/>
          </a:ln>
        </p:spPr>
      </p:pic>
      <p:sp>
        <p:nvSpPr>
          <p:cNvPr id="577" name="Google Shape;577;p61"/>
          <p:cNvSpPr txBox="1"/>
          <p:nvPr/>
        </p:nvSpPr>
        <p:spPr>
          <a:xfrm>
            <a:off x="331300" y="869675"/>
            <a:ext cx="7992600" cy="20895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ACO and Bellman-Ford do not scale well at all.</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and Dijkstra both scale well as graph size increases but if you are looking to have the most optimal runtime A* would work best.</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If you are looking to have the most optimal path regardless of runtime, Dijkstra's the optimal algorithm.</a:t>
            </a:r>
            <a:endParaRPr>
              <a:solidFill>
                <a:schemeClr val="lt1"/>
              </a:solidFill>
              <a:latin typeface="Roboto"/>
              <a:ea typeface="Roboto"/>
              <a:cs typeface="Roboto"/>
              <a:sym typeface="Roboto"/>
            </a:endParaRPr>
          </a:p>
        </p:txBody>
      </p:sp>
      <p:pic>
        <p:nvPicPr>
          <p:cNvPr id="578" name="Google Shape;578;p61"/>
          <p:cNvPicPr preferRelativeResize="0"/>
          <p:nvPr/>
        </p:nvPicPr>
        <p:blipFill>
          <a:blip r:embed="rId4">
            <a:alphaModFix/>
          </a:blip>
          <a:stretch>
            <a:fillRect/>
          </a:stretch>
        </p:blipFill>
        <p:spPr>
          <a:xfrm>
            <a:off x="1501650" y="3235443"/>
            <a:ext cx="2717850" cy="2156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62"/>
          <p:cNvSpPr/>
          <p:nvPr/>
        </p:nvSpPr>
        <p:spPr>
          <a:xfrm>
            <a:off x="4914700" y="2078100"/>
            <a:ext cx="5789400" cy="30654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84" name="Google Shape;584;p62"/>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Memory Scalability</a:t>
            </a:r>
            <a:endParaRPr/>
          </a:p>
        </p:txBody>
      </p:sp>
      <p:pic>
        <p:nvPicPr>
          <p:cNvPr id="585" name="Google Shape;585;p62"/>
          <p:cNvPicPr preferRelativeResize="0"/>
          <p:nvPr/>
        </p:nvPicPr>
        <p:blipFill>
          <a:blip r:embed="rId3">
            <a:alphaModFix/>
          </a:blip>
          <a:stretch>
            <a:fillRect/>
          </a:stretch>
        </p:blipFill>
        <p:spPr>
          <a:xfrm>
            <a:off x="5084675" y="2261875"/>
            <a:ext cx="4029575" cy="2811775"/>
          </a:xfrm>
          <a:prstGeom prst="rect">
            <a:avLst/>
          </a:prstGeom>
          <a:noFill/>
          <a:ln>
            <a:noFill/>
          </a:ln>
        </p:spPr>
      </p:pic>
      <p:pic>
        <p:nvPicPr>
          <p:cNvPr id="586" name="Google Shape;586;p62"/>
          <p:cNvPicPr preferRelativeResize="0"/>
          <p:nvPr/>
        </p:nvPicPr>
        <p:blipFill>
          <a:blip r:embed="rId4">
            <a:alphaModFix/>
          </a:blip>
          <a:stretch>
            <a:fillRect/>
          </a:stretch>
        </p:blipFill>
        <p:spPr>
          <a:xfrm>
            <a:off x="6757450" y="2261875"/>
            <a:ext cx="2356800" cy="187046"/>
          </a:xfrm>
          <a:prstGeom prst="rect">
            <a:avLst/>
          </a:prstGeom>
          <a:noFill/>
          <a:ln>
            <a:noFill/>
          </a:ln>
        </p:spPr>
      </p:pic>
      <p:sp>
        <p:nvSpPr>
          <p:cNvPr id="587" name="Google Shape;587;p62"/>
          <p:cNvSpPr txBox="1"/>
          <p:nvPr/>
        </p:nvSpPr>
        <p:spPr>
          <a:xfrm>
            <a:off x="331300" y="869675"/>
            <a:ext cx="4334700" cy="24297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ACO and Bellman-Ford do not scale well at all.</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and Dijkstra both scale well as node size increases but overtime Dijkstra is shown to not be as memory efficient as A*.</a:t>
            </a:r>
            <a:endParaRPr>
              <a:solidFill>
                <a:schemeClr val="lt1"/>
              </a:solidFill>
              <a:latin typeface="Roboto"/>
              <a:ea typeface="Roboto"/>
              <a:cs typeface="Roboto"/>
              <a:sym typeface="Roboto"/>
            </a:endParaRPr>
          </a:p>
          <a:p>
            <a:pPr marL="0" lvl="0" indent="0" algn="l" rtl="0">
              <a:spcBef>
                <a:spcPts val="0"/>
              </a:spcBef>
              <a:spcAft>
                <a:spcPts val="0"/>
              </a:spcAft>
              <a:buNone/>
            </a:pP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When optimizing shortest pathfinding memory usage A* would be ideal. Otherwise Dijkstra’s would be ideal for its guaranteed shortest path.</a:t>
            </a:r>
            <a:endParaRPr>
              <a:solidFill>
                <a:schemeClr val="lt1"/>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63"/>
          <p:cNvSpPr/>
          <p:nvPr/>
        </p:nvSpPr>
        <p:spPr>
          <a:xfrm>
            <a:off x="3155150" y="1994300"/>
            <a:ext cx="6221100" cy="3318900"/>
          </a:xfrm>
          <a:prstGeom prst="round2DiagRect">
            <a:avLst>
              <a:gd name="adj1" fmla="val 16667"/>
              <a:gd name="adj2" fmla="val 0"/>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93" name="Google Shape;593;p63"/>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Optimizing Pathfinding</a:t>
            </a:r>
            <a:endParaRPr/>
          </a:p>
        </p:txBody>
      </p:sp>
      <p:pic>
        <p:nvPicPr>
          <p:cNvPr id="594" name="Google Shape;594;p63"/>
          <p:cNvPicPr preferRelativeResize="0"/>
          <p:nvPr/>
        </p:nvPicPr>
        <p:blipFill>
          <a:blip r:embed="rId3">
            <a:alphaModFix/>
          </a:blip>
          <a:stretch>
            <a:fillRect/>
          </a:stretch>
        </p:blipFill>
        <p:spPr>
          <a:xfrm>
            <a:off x="3354600" y="2845264"/>
            <a:ext cx="5789399" cy="2298235"/>
          </a:xfrm>
          <a:prstGeom prst="rect">
            <a:avLst/>
          </a:prstGeom>
          <a:noFill/>
          <a:ln>
            <a:noFill/>
          </a:ln>
        </p:spPr>
      </p:pic>
      <p:sp>
        <p:nvSpPr>
          <p:cNvPr id="595" name="Google Shape;595;p63"/>
          <p:cNvSpPr txBox="1"/>
          <p:nvPr/>
        </p:nvSpPr>
        <p:spPr>
          <a:xfrm>
            <a:off x="386950" y="952500"/>
            <a:ext cx="8498100" cy="12849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When only looking for the most optimal path Dijkstra’s Algorithm will always be best.</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If you are in need to optimize runtime and memory usage this shows that the percent error A* compared to Dijkstra’s only even on larger graph sizes is at most 13.6% which for most use cases is a satisfactory result.</a:t>
            </a:r>
            <a:endParaRPr>
              <a:solidFill>
                <a:schemeClr val="lt1"/>
              </a:solidFill>
              <a:latin typeface="Roboto"/>
              <a:ea typeface="Roboto"/>
              <a:cs typeface="Roboto"/>
              <a:sym typeface="Roboto"/>
            </a:endParaRPr>
          </a:p>
        </p:txBody>
      </p:sp>
      <p:pic>
        <p:nvPicPr>
          <p:cNvPr id="596" name="Google Shape;596;p63"/>
          <p:cNvPicPr preferRelativeResize="0"/>
          <p:nvPr/>
        </p:nvPicPr>
        <p:blipFill>
          <a:blip r:embed="rId4">
            <a:alphaModFix/>
          </a:blip>
          <a:stretch>
            <a:fillRect/>
          </a:stretch>
        </p:blipFill>
        <p:spPr>
          <a:xfrm>
            <a:off x="3354600" y="2182502"/>
            <a:ext cx="5789399" cy="66277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chemeClr val="accent4"/>
            </a:gs>
            <a:gs pos="100000">
              <a:schemeClr val="dk1"/>
            </a:gs>
          </a:gsLst>
          <a:lin ang="5400700" scaled="0"/>
        </a:gradFill>
        <a:effectLst/>
      </p:bgPr>
    </p:bg>
    <p:spTree>
      <p:nvGrpSpPr>
        <p:cNvPr id="1" name="Shape 600"/>
        <p:cNvGrpSpPr/>
        <p:nvPr/>
      </p:nvGrpSpPr>
      <p:grpSpPr>
        <a:xfrm>
          <a:off x="0" y="0"/>
          <a:ext cx="0" cy="0"/>
          <a:chOff x="0" y="0"/>
          <a:chExt cx="0" cy="0"/>
        </a:xfrm>
      </p:grpSpPr>
      <p:sp>
        <p:nvSpPr>
          <p:cNvPr id="601" name="Google Shape;601;p64"/>
          <p:cNvSpPr/>
          <p:nvPr/>
        </p:nvSpPr>
        <p:spPr>
          <a:xfrm rot="-5400000">
            <a:off x="7602600" y="3599525"/>
            <a:ext cx="2601300" cy="24300"/>
          </a:xfrm>
          <a:prstGeom prst="rect">
            <a:avLst/>
          </a:prstGeom>
          <a:gradFill>
            <a:gsLst>
              <a:gs pos="0">
                <a:schemeClr val="lt1"/>
              </a:gs>
              <a:gs pos="100000">
                <a:srgbClr val="FFFFFF">
                  <a:alpha val="0"/>
                </a:srgbClr>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02" name="Google Shape;602;p64"/>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Findings</a:t>
            </a:r>
            <a:endParaRPr/>
          </a:p>
        </p:txBody>
      </p:sp>
      <p:sp>
        <p:nvSpPr>
          <p:cNvPr id="603" name="Google Shape;603;p64"/>
          <p:cNvSpPr txBox="1">
            <a:spLocks noGrp="1"/>
          </p:cNvSpPr>
          <p:nvPr>
            <p:ph type="subTitle" idx="1"/>
          </p:nvPr>
        </p:nvSpPr>
        <p:spPr>
          <a:xfrm>
            <a:off x="575697" y="98710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a:t>
            </a:r>
            <a:endParaRPr/>
          </a:p>
        </p:txBody>
      </p:sp>
      <p:sp>
        <p:nvSpPr>
          <p:cNvPr id="604" name="Google Shape;604;p64"/>
          <p:cNvSpPr txBox="1">
            <a:spLocks noGrp="1"/>
          </p:cNvSpPr>
          <p:nvPr>
            <p:ph type="subTitle" idx="2"/>
          </p:nvPr>
        </p:nvSpPr>
        <p:spPr>
          <a:xfrm>
            <a:off x="570950" y="1363525"/>
            <a:ext cx="2481300" cy="1013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 Algorithm has slightly worse time and memory optimality than A* but has guaranteed shortest path making it very optimal for most use cases unless working in super resource limited environments or ultra large graphs.</a:t>
            </a:r>
            <a:endParaRPr/>
          </a:p>
        </p:txBody>
      </p:sp>
      <p:sp>
        <p:nvSpPr>
          <p:cNvPr id="605" name="Google Shape;605;p64"/>
          <p:cNvSpPr txBox="1">
            <a:spLocks noGrp="1"/>
          </p:cNvSpPr>
          <p:nvPr>
            <p:ph type="subTitle" idx="3"/>
          </p:nvPr>
        </p:nvSpPr>
        <p:spPr>
          <a:xfrm>
            <a:off x="4975622" y="98710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606" name="Google Shape;606;p64"/>
          <p:cNvSpPr txBox="1">
            <a:spLocks noGrp="1"/>
          </p:cNvSpPr>
          <p:nvPr>
            <p:ph type="subTitle" idx="4"/>
          </p:nvPr>
        </p:nvSpPr>
        <p:spPr>
          <a:xfrm>
            <a:off x="575697" y="27639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a:t>
            </a:r>
            <a:endParaRPr/>
          </a:p>
          <a:p>
            <a:pPr marL="0" lvl="0" indent="0" algn="l" rtl="0">
              <a:spcBef>
                <a:spcPts val="0"/>
              </a:spcBef>
              <a:spcAft>
                <a:spcPts val="0"/>
              </a:spcAft>
              <a:buNone/>
            </a:pPr>
            <a:endParaRPr/>
          </a:p>
        </p:txBody>
      </p:sp>
      <p:sp>
        <p:nvSpPr>
          <p:cNvPr id="607" name="Google Shape;607;p64"/>
          <p:cNvSpPr txBox="1">
            <a:spLocks noGrp="1"/>
          </p:cNvSpPr>
          <p:nvPr>
            <p:ph type="subTitle" idx="5"/>
          </p:nvPr>
        </p:nvSpPr>
        <p:spPr>
          <a:xfrm>
            <a:off x="570950" y="3140375"/>
            <a:ext cx="2481300" cy="922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Bellman-Ford’s use case is best for graphs with negative edges which are not in OSM datasets that we are using making it not optimal due to its low runtime and exponential memory usage for shortest pathing in OSM road networks.</a:t>
            </a:r>
            <a:endParaRPr/>
          </a:p>
        </p:txBody>
      </p:sp>
      <p:sp>
        <p:nvSpPr>
          <p:cNvPr id="608" name="Google Shape;608;p64"/>
          <p:cNvSpPr txBox="1">
            <a:spLocks noGrp="1"/>
          </p:cNvSpPr>
          <p:nvPr>
            <p:ph type="subTitle" idx="6"/>
          </p:nvPr>
        </p:nvSpPr>
        <p:spPr>
          <a:xfrm>
            <a:off x="4970875" y="136352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has best time and memory optimality but does not guarantee shortest path. It makes it optimal for resource limited environments or large datasets since its path cost gap from dijkstra is minimal.</a:t>
            </a:r>
            <a:endParaRPr/>
          </a:p>
        </p:txBody>
      </p:sp>
      <p:sp>
        <p:nvSpPr>
          <p:cNvPr id="609" name="Google Shape;609;p64"/>
          <p:cNvSpPr txBox="1">
            <a:spLocks noGrp="1"/>
          </p:cNvSpPr>
          <p:nvPr>
            <p:ph type="subTitle" idx="7"/>
          </p:nvPr>
        </p:nvSpPr>
        <p:spPr>
          <a:xfrm>
            <a:off x="4977997" y="27639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Ant-Colony Optimization</a:t>
            </a:r>
            <a:endParaRPr/>
          </a:p>
          <a:p>
            <a:pPr marL="0" lvl="0" indent="0" algn="l" rtl="0">
              <a:spcBef>
                <a:spcPts val="0"/>
              </a:spcBef>
              <a:spcAft>
                <a:spcPts val="0"/>
              </a:spcAft>
              <a:buNone/>
            </a:pPr>
            <a:endParaRPr/>
          </a:p>
        </p:txBody>
      </p:sp>
      <p:sp>
        <p:nvSpPr>
          <p:cNvPr id="610" name="Google Shape;610;p64"/>
          <p:cNvSpPr txBox="1">
            <a:spLocks noGrp="1"/>
          </p:cNvSpPr>
          <p:nvPr>
            <p:ph type="subTitle" idx="8"/>
          </p:nvPr>
        </p:nvSpPr>
        <p:spPr>
          <a:xfrm>
            <a:off x="4973250" y="3140375"/>
            <a:ext cx="2481300" cy="922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ACO has terrible time and memory optimality. It also does not guarantee a path. It is not optimal whatsoever when working on network routing optimization to find the shortest path in a OSM graph.</a:t>
            </a:r>
            <a:endParaRPr/>
          </a:p>
        </p:txBody>
      </p:sp>
      <p:sp>
        <p:nvSpPr>
          <p:cNvPr id="611" name="Google Shape;611;p64"/>
          <p:cNvSpPr txBox="1"/>
          <p:nvPr/>
        </p:nvSpPr>
        <p:spPr>
          <a:xfrm>
            <a:off x="212450" y="98930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1</a:t>
            </a:r>
            <a:endParaRPr sz="1200">
              <a:solidFill>
                <a:schemeClr val="lt1"/>
              </a:solidFill>
              <a:latin typeface="Space Grotesk"/>
              <a:ea typeface="Space Grotesk"/>
              <a:cs typeface="Space Grotesk"/>
              <a:sym typeface="Space Grotesk"/>
            </a:endParaRPr>
          </a:p>
        </p:txBody>
      </p:sp>
      <p:cxnSp>
        <p:nvCxnSpPr>
          <p:cNvPr id="612" name="Google Shape;612;p64"/>
          <p:cNvCxnSpPr/>
          <p:nvPr/>
        </p:nvCxnSpPr>
        <p:spPr>
          <a:xfrm>
            <a:off x="212489" y="1201600"/>
            <a:ext cx="104400" cy="0"/>
          </a:xfrm>
          <a:prstGeom prst="straightConnector1">
            <a:avLst/>
          </a:prstGeom>
          <a:noFill/>
          <a:ln w="9525" cap="flat" cmpd="sng">
            <a:solidFill>
              <a:schemeClr val="lt1"/>
            </a:solidFill>
            <a:prstDash val="solid"/>
            <a:round/>
            <a:headEnd type="none" w="med" len="med"/>
            <a:tailEnd type="none" w="med" len="med"/>
          </a:ln>
        </p:spPr>
      </p:cxnSp>
      <p:sp>
        <p:nvSpPr>
          <p:cNvPr id="613" name="Google Shape;613;p64"/>
          <p:cNvSpPr txBox="1"/>
          <p:nvPr/>
        </p:nvSpPr>
        <p:spPr>
          <a:xfrm>
            <a:off x="212438" y="27639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3</a:t>
            </a:r>
            <a:endParaRPr sz="1200">
              <a:solidFill>
                <a:schemeClr val="lt1"/>
              </a:solidFill>
              <a:latin typeface="Space Grotesk"/>
              <a:ea typeface="Space Grotesk"/>
              <a:cs typeface="Space Grotesk"/>
              <a:sym typeface="Space Grotesk"/>
            </a:endParaRPr>
          </a:p>
        </p:txBody>
      </p:sp>
      <p:cxnSp>
        <p:nvCxnSpPr>
          <p:cNvPr id="614" name="Google Shape;614;p64"/>
          <p:cNvCxnSpPr/>
          <p:nvPr/>
        </p:nvCxnSpPr>
        <p:spPr>
          <a:xfrm>
            <a:off x="212475" y="2976250"/>
            <a:ext cx="109500" cy="0"/>
          </a:xfrm>
          <a:prstGeom prst="straightConnector1">
            <a:avLst/>
          </a:prstGeom>
          <a:noFill/>
          <a:ln w="9525" cap="flat" cmpd="sng">
            <a:solidFill>
              <a:schemeClr val="lt1"/>
            </a:solidFill>
            <a:prstDash val="solid"/>
            <a:round/>
            <a:headEnd type="none" w="med" len="med"/>
            <a:tailEnd type="none" w="med" len="med"/>
          </a:ln>
        </p:spPr>
      </p:cxnSp>
      <p:sp>
        <p:nvSpPr>
          <p:cNvPr id="615" name="Google Shape;615;p64"/>
          <p:cNvSpPr txBox="1"/>
          <p:nvPr/>
        </p:nvSpPr>
        <p:spPr>
          <a:xfrm>
            <a:off x="4609250" y="98930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2</a:t>
            </a:r>
            <a:endParaRPr sz="1200">
              <a:solidFill>
                <a:schemeClr val="lt1"/>
              </a:solidFill>
              <a:latin typeface="Space Grotesk"/>
              <a:ea typeface="Space Grotesk"/>
              <a:cs typeface="Space Grotesk"/>
              <a:sym typeface="Space Grotesk"/>
            </a:endParaRPr>
          </a:p>
        </p:txBody>
      </p:sp>
      <p:cxnSp>
        <p:nvCxnSpPr>
          <p:cNvPr id="616" name="Google Shape;616;p64"/>
          <p:cNvCxnSpPr/>
          <p:nvPr/>
        </p:nvCxnSpPr>
        <p:spPr>
          <a:xfrm>
            <a:off x="4609284" y="1201600"/>
            <a:ext cx="127500" cy="0"/>
          </a:xfrm>
          <a:prstGeom prst="straightConnector1">
            <a:avLst/>
          </a:prstGeom>
          <a:noFill/>
          <a:ln w="9525" cap="flat" cmpd="sng">
            <a:solidFill>
              <a:schemeClr val="lt1"/>
            </a:solidFill>
            <a:prstDash val="solid"/>
            <a:round/>
            <a:headEnd type="none" w="med" len="med"/>
            <a:tailEnd type="none" w="med" len="med"/>
          </a:ln>
        </p:spPr>
      </p:cxnSp>
      <p:sp>
        <p:nvSpPr>
          <p:cNvPr id="617" name="Google Shape;617;p64"/>
          <p:cNvSpPr txBox="1"/>
          <p:nvPr/>
        </p:nvSpPr>
        <p:spPr>
          <a:xfrm>
            <a:off x="4609238" y="27639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4</a:t>
            </a:r>
            <a:endParaRPr sz="1200">
              <a:solidFill>
                <a:schemeClr val="lt1"/>
              </a:solidFill>
              <a:latin typeface="Space Grotesk"/>
              <a:ea typeface="Space Grotesk"/>
              <a:cs typeface="Space Grotesk"/>
              <a:sym typeface="Space Grotesk"/>
            </a:endParaRPr>
          </a:p>
        </p:txBody>
      </p:sp>
      <p:cxnSp>
        <p:nvCxnSpPr>
          <p:cNvPr id="618" name="Google Shape;618;p64"/>
          <p:cNvCxnSpPr/>
          <p:nvPr/>
        </p:nvCxnSpPr>
        <p:spPr>
          <a:xfrm>
            <a:off x="4609275" y="2976250"/>
            <a:ext cx="1275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sp>
        <p:nvSpPr>
          <p:cNvPr id="623" name="Google Shape;623;p65"/>
          <p:cNvSpPr/>
          <p:nvPr/>
        </p:nvSpPr>
        <p:spPr>
          <a:xfrm>
            <a:off x="0" y="2571750"/>
            <a:ext cx="4404300" cy="26178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pic>
        <p:nvPicPr>
          <p:cNvPr id="624" name="Google Shape;624;p65" title="GPS Device PHoto.jpg"/>
          <p:cNvPicPr preferRelativeResize="0">
            <a:picLocks noGrp="1"/>
          </p:cNvPicPr>
          <p:nvPr>
            <p:ph type="pic" idx="2"/>
          </p:nvPr>
        </p:nvPicPr>
        <p:blipFill rotWithShape="1">
          <a:blip r:embed="rId3">
            <a:alphaModFix/>
          </a:blip>
          <a:srcRect t="5651" b="5642"/>
          <a:stretch/>
        </p:blipFill>
        <p:spPr>
          <a:xfrm>
            <a:off x="5115925" y="436050"/>
            <a:ext cx="3611401" cy="4271401"/>
          </a:xfrm>
          <a:prstGeom prst="rect">
            <a:avLst/>
          </a:prstGeom>
        </p:spPr>
      </p:pic>
      <p:sp>
        <p:nvSpPr>
          <p:cNvPr id="625" name="Google Shape;625;p65"/>
          <p:cNvSpPr txBox="1">
            <a:spLocks noGrp="1"/>
          </p:cNvSpPr>
          <p:nvPr>
            <p:ph type="title"/>
          </p:nvPr>
        </p:nvSpPr>
        <p:spPr>
          <a:xfrm>
            <a:off x="191775" y="335525"/>
            <a:ext cx="8666400" cy="499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Real-World Application</a:t>
            </a:r>
            <a:endParaRPr/>
          </a:p>
        </p:txBody>
      </p:sp>
      <p:sp>
        <p:nvSpPr>
          <p:cNvPr id="626" name="Google Shape;626;p65"/>
          <p:cNvSpPr txBox="1">
            <a:spLocks noGrp="1"/>
          </p:cNvSpPr>
          <p:nvPr>
            <p:ph type="title" idx="3"/>
          </p:nvPr>
        </p:nvSpPr>
        <p:spPr>
          <a:xfrm>
            <a:off x="277900" y="1024263"/>
            <a:ext cx="5565300" cy="336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GPS Routing</a:t>
            </a:r>
            <a:endParaRPr/>
          </a:p>
        </p:txBody>
      </p:sp>
      <p:sp>
        <p:nvSpPr>
          <p:cNvPr id="627" name="Google Shape;627;p65"/>
          <p:cNvSpPr txBox="1">
            <a:spLocks noGrp="1"/>
          </p:cNvSpPr>
          <p:nvPr>
            <p:ph type="subTitle" idx="4"/>
          </p:nvPr>
        </p:nvSpPr>
        <p:spPr>
          <a:xfrm>
            <a:off x="277900" y="1417600"/>
            <a:ext cx="4404300" cy="962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Shortest Path Algorithms such as specifically Dijkstra and A* play a large role in GPS Routing. It is imperative that such algorithms are able to ensure satisfactory routing that is both short as possible and quickly calculated in resource constrained environments (such as GPS Devices) which is able to be done by making sure they have conservative memory usage and maintaining efficient time efficiency.</a:t>
            </a:r>
            <a:endParaRPr/>
          </a:p>
        </p:txBody>
      </p:sp>
      <p:sp>
        <p:nvSpPr>
          <p:cNvPr id="628" name="Google Shape;628;p65"/>
          <p:cNvSpPr txBox="1">
            <a:spLocks noGrp="1"/>
          </p:cNvSpPr>
          <p:nvPr>
            <p:ph type="title" idx="3"/>
          </p:nvPr>
        </p:nvSpPr>
        <p:spPr>
          <a:xfrm>
            <a:off x="191775" y="2691263"/>
            <a:ext cx="5565300" cy="336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Device Specs</a:t>
            </a:r>
            <a:endParaRPr/>
          </a:p>
        </p:txBody>
      </p:sp>
      <p:sp>
        <p:nvSpPr>
          <p:cNvPr id="629" name="Google Shape;629;p65"/>
          <p:cNvSpPr txBox="1">
            <a:spLocks noGrp="1"/>
          </p:cNvSpPr>
          <p:nvPr>
            <p:ph type="subTitle" idx="4"/>
          </p:nvPr>
        </p:nvSpPr>
        <p:spPr>
          <a:xfrm>
            <a:off x="191775" y="3083000"/>
            <a:ext cx="4404300" cy="962400"/>
          </a:xfrm>
          <a:prstGeom prst="rect">
            <a:avLst/>
          </a:prstGeom>
        </p:spPr>
        <p:txBody>
          <a:bodyPr spcFirstLastPara="1" wrap="square" lIns="0" tIns="0" rIns="0" bIns="0" anchor="t" anchorCtr="0">
            <a:noAutofit/>
          </a:bodyPr>
          <a:lstStyle/>
          <a:p>
            <a:pPr marL="457200" lvl="0" indent="-292100" algn="l" rtl="0">
              <a:spcBef>
                <a:spcPts val="0"/>
              </a:spcBef>
              <a:spcAft>
                <a:spcPts val="0"/>
              </a:spcAft>
              <a:buSzPts val="1000"/>
              <a:buChar char="●"/>
            </a:pPr>
            <a:r>
              <a:rPr lang="en"/>
              <a:t>Raspberry Pi Zero 2 W</a:t>
            </a:r>
            <a:endParaRPr/>
          </a:p>
          <a:p>
            <a:pPr marL="914400" lvl="1" indent="-292100" algn="l" rtl="0">
              <a:spcBef>
                <a:spcPts val="0"/>
              </a:spcBef>
              <a:spcAft>
                <a:spcPts val="0"/>
              </a:spcAft>
              <a:buSzPts val="1000"/>
              <a:buChar char="○"/>
            </a:pPr>
            <a:r>
              <a:rPr lang="en" b="1"/>
              <a:t>Processor:</a:t>
            </a:r>
            <a:r>
              <a:rPr lang="en"/>
              <a:t> 1GHz quad-core 64-bit Arm Cortex-A53 CPU</a:t>
            </a:r>
            <a:endParaRPr/>
          </a:p>
          <a:p>
            <a:pPr marL="914400" lvl="1" indent="-292100" algn="l" rtl="0">
              <a:spcBef>
                <a:spcPts val="0"/>
              </a:spcBef>
              <a:spcAft>
                <a:spcPts val="0"/>
              </a:spcAft>
              <a:buSzPts val="1000"/>
              <a:buChar char="○"/>
            </a:pPr>
            <a:r>
              <a:rPr lang="en" b="1"/>
              <a:t>Memory:</a:t>
            </a:r>
            <a:r>
              <a:rPr lang="en"/>
              <a:t> 512MB LPDDR2 SDRAM</a:t>
            </a:r>
            <a:endParaRPr/>
          </a:p>
          <a:p>
            <a:pPr marL="914400" lvl="1" indent="-292100" algn="l" rtl="0">
              <a:spcBef>
                <a:spcPts val="0"/>
              </a:spcBef>
              <a:spcAft>
                <a:spcPts val="0"/>
              </a:spcAft>
              <a:buSzPts val="1000"/>
              <a:buChar char="○"/>
            </a:pPr>
            <a:r>
              <a:rPr lang="en" b="1"/>
              <a:t>Storage:</a:t>
            </a:r>
            <a:r>
              <a:rPr lang="en"/>
              <a:t> 32GB microSD</a:t>
            </a:r>
            <a:endParaRPr/>
          </a:p>
          <a:p>
            <a:pPr marL="914400" lvl="1" indent="-292100" algn="l" rtl="0">
              <a:spcBef>
                <a:spcPts val="0"/>
              </a:spcBef>
              <a:spcAft>
                <a:spcPts val="0"/>
              </a:spcAft>
              <a:buSzPts val="1000"/>
              <a:buChar char="○"/>
            </a:pPr>
            <a:r>
              <a:rPr lang="en" b="1"/>
              <a:t>Wireless:</a:t>
            </a:r>
            <a:r>
              <a:rPr lang="en"/>
              <a:t> 2.4GHz IEEE 802.11b/g/n wireless LAN and Bluetooth 4.2 with BLE</a:t>
            </a:r>
            <a:endParaRPr/>
          </a:p>
          <a:p>
            <a:pPr marL="457200" lvl="0" indent="-292100" algn="l" rtl="0">
              <a:spcBef>
                <a:spcPts val="0"/>
              </a:spcBef>
              <a:spcAft>
                <a:spcPts val="0"/>
              </a:spcAft>
              <a:buSzPts val="1000"/>
              <a:buChar char="●"/>
            </a:pPr>
            <a:r>
              <a:rPr lang="en"/>
              <a:t>NEO-6M GPS Module</a:t>
            </a:r>
            <a:endParaRPr/>
          </a:p>
          <a:p>
            <a:pPr marL="457200" lvl="0" indent="-292100" algn="l" rtl="0">
              <a:spcBef>
                <a:spcPts val="0"/>
              </a:spcBef>
              <a:spcAft>
                <a:spcPts val="0"/>
              </a:spcAft>
              <a:buSzPts val="1000"/>
              <a:buChar char="●"/>
            </a:pPr>
            <a:r>
              <a:rPr lang="en"/>
              <a:t>20V Hyper Tough Drill Battery</a:t>
            </a:r>
            <a:endParaRPr/>
          </a:p>
          <a:p>
            <a:pPr marL="457200" lvl="0" indent="-292100" algn="l" rtl="0">
              <a:spcBef>
                <a:spcPts val="0"/>
              </a:spcBef>
              <a:spcAft>
                <a:spcPts val="0"/>
              </a:spcAft>
              <a:buSzPts val="1000"/>
              <a:buChar char="●"/>
            </a:pPr>
            <a:r>
              <a:rPr lang="en"/>
              <a:t>7in 1024x600p Touchscreen LCD Display</a:t>
            </a:r>
            <a:endParaRPr/>
          </a:p>
          <a:p>
            <a:pPr marL="457200" lvl="0" indent="-292100" algn="l" rtl="0">
              <a:spcBef>
                <a:spcPts val="0"/>
              </a:spcBef>
              <a:spcAft>
                <a:spcPts val="0"/>
              </a:spcAft>
              <a:buSzPts val="1000"/>
              <a:buChar char="●"/>
            </a:pPr>
            <a:r>
              <a:rPr lang="en"/>
              <a:t>MP1584 Buck Converter</a:t>
            </a:r>
            <a:endParaRPr/>
          </a:p>
          <a:p>
            <a:pPr marL="457200" lvl="0" indent="-292100" algn="l" rtl="0">
              <a:spcBef>
                <a:spcPts val="0"/>
              </a:spcBef>
              <a:spcAft>
                <a:spcPts val="0"/>
              </a:spcAft>
              <a:buSzPts val="1000"/>
              <a:buChar char="●"/>
            </a:pPr>
            <a:r>
              <a:rPr lang="en"/>
              <a:t>470uF, 0.1uF Capacitors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66"/>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pic>
        <p:nvPicPr>
          <p:cNvPr id="635" name="Google Shape;635;p66" title="~2.5km Dijkstra GPS Algo Route.png"/>
          <p:cNvPicPr preferRelativeResize="0">
            <a:picLocks noGrp="1"/>
          </p:cNvPicPr>
          <p:nvPr>
            <p:ph type="pic" idx="3"/>
          </p:nvPr>
        </p:nvPicPr>
        <p:blipFill rotWithShape="1">
          <a:blip r:embed="rId3">
            <a:alphaModFix/>
          </a:blip>
          <a:srcRect l="29874" t="8870" b="3226"/>
          <a:stretch/>
        </p:blipFill>
        <p:spPr>
          <a:xfrm>
            <a:off x="2" y="597925"/>
            <a:ext cx="2973000" cy="2241600"/>
          </a:xfrm>
          <a:prstGeom prst="rect">
            <a:avLst/>
          </a:prstGeom>
        </p:spPr>
      </p:pic>
      <p:pic>
        <p:nvPicPr>
          <p:cNvPr id="636" name="Google Shape;636;p66" title="~2.5km Astar GPS Algo Route.png"/>
          <p:cNvPicPr preferRelativeResize="0">
            <a:picLocks noGrp="1"/>
          </p:cNvPicPr>
          <p:nvPr>
            <p:ph type="pic" idx="2"/>
          </p:nvPr>
        </p:nvPicPr>
        <p:blipFill rotWithShape="1">
          <a:blip r:embed="rId4">
            <a:alphaModFix/>
          </a:blip>
          <a:srcRect l="29879" t="8378" b="2686"/>
          <a:stretch/>
        </p:blipFill>
        <p:spPr>
          <a:xfrm>
            <a:off x="3085475" y="597924"/>
            <a:ext cx="2973000" cy="2241600"/>
          </a:xfrm>
          <a:prstGeom prst="rect">
            <a:avLst/>
          </a:prstGeom>
        </p:spPr>
      </p:pic>
      <p:pic>
        <p:nvPicPr>
          <p:cNvPr id="637" name="Google Shape;637;p66" title="~2.5km Bellman-Ford GPS Algo Route.png"/>
          <p:cNvPicPr preferRelativeResize="0">
            <a:picLocks noGrp="1"/>
          </p:cNvPicPr>
          <p:nvPr>
            <p:ph type="pic" idx="4"/>
          </p:nvPr>
        </p:nvPicPr>
        <p:blipFill rotWithShape="1">
          <a:blip r:embed="rId5">
            <a:alphaModFix/>
          </a:blip>
          <a:srcRect l="29879" t="11178" b="5834"/>
          <a:stretch/>
        </p:blipFill>
        <p:spPr>
          <a:xfrm>
            <a:off x="6170950" y="597925"/>
            <a:ext cx="2973000" cy="2241600"/>
          </a:xfrm>
          <a:prstGeom prst="rect">
            <a:avLst/>
          </a:prstGeom>
        </p:spPr>
      </p:pic>
      <p:sp>
        <p:nvSpPr>
          <p:cNvPr id="638" name="Google Shape;638;p66"/>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Within Cookeville</a:t>
            </a:r>
            <a:endParaRPr sz="2000">
              <a:solidFill>
                <a:schemeClr val="lt1"/>
              </a:solidFill>
              <a:latin typeface="Space Grotesk Medium"/>
              <a:ea typeface="Space Grotesk Medium"/>
              <a:cs typeface="Space Grotesk Medium"/>
              <a:sym typeface="Space Grotesk Medium"/>
            </a:endParaRPr>
          </a:p>
        </p:txBody>
      </p:sp>
      <p:sp>
        <p:nvSpPr>
          <p:cNvPr id="639" name="Google Shape;639;p66"/>
          <p:cNvSpPr txBox="1"/>
          <p:nvPr/>
        </p:nvSpPr>
        <p:spPr>
          <a:xfrm>
            <a:off x="43050"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2.47km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4 min 55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38ms</a:t>
            </a:r>
            <a:endParaRPr sz="1000">
              <a:solidFill>
                <a:schemeClr val="lt1"/>
              </a:solidFill>
              <a:latin typeface="Roboto"/>
              <a:ea typeface="Roboto"/>
              <a:cs typeface="Roboto"/>
              <a:sym typeface="Roboto"/>
            </a:endParaRPr>
          </a:p>
        </p:txBody>
      </p:sp>
      <p:sp>
        <p:nvSpPr>
          <p:cNvPr id="640" name="Google Shape;640;p66"/>
          <p:cNvSpPr txBox="1"/>
          <p:nvPr/>
        </p:nvSpPr>
        <p:spPr>
          <a:xfrm>
            <a:off x="3128525"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2.57km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5 min 8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6ms</a:t>
            </a:r>
            <a:endParaRPr sz="1000">
              <a:solidFill>
                <a:schemeClr val="lt1"/>
              </a:solidFill>
              <a:latin typeface="Roboto"/>
              <a:ea typeface="Roboto"/>
              <a:cs typeface="Roboto"/>
              <a:sym typeface="Roboto"/>
            </a:endParaRPr>
          </a:p>
        </p:txBody>
      </p:sp>
      <p:sp>
        <p:nvSpPr>
          <p:cNvPr id="641" name="Google Shape;641;p66"/>
          <p:cNvSpPr txBox="1"/>
          <p:nvPr/>
        </p:nvSpPr>
        <p:spPr>
          <a:xfrm>
            <a:off x="6214000"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2.57km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5 min 8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47967ms == 47.967s</a:t>
            </a:r>
            <a:endParaRPr sz="1000">
              <a:solidFill>
                <a:schemeClr val="lt1"/>
              </a:solidFill>
              <a:latin typeface="Roboto"/>
              <a:ea typeface="Roboto"/>
              <a:cs typeface="Roboto"/>
              <a:sym typeface="Roboto"/>
            </a:endParaRPr>
          </a:p>
        </p:txBody>
      </p:sp>
      <p:sp>
        <p:nvSpPr>
          <p:cNvPr id="642" name="Google Shape;642;p66"/>
          <p:cNvSpPr txBox="1"/>
          <p:nvPr/>
        </p:nvSpPr>
        <p:spPr>
          <a:xfrm>
            <a:off x="5662900" y="4029575"/>
            <a:ext cx="3438000" cy="2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(NO PATH FOUND)</a:t>
            </a:r>
            <a:endParaRPr sz="1000">
              <a:solidFill>
                <a:schemeClr val="lt1"/>
              </a:solidFill>
              <a:latin typeface="Roboto"/>
              <a:ea typeface="Roboto"/>
              <a:cs typeface="Roboto"/>
              <a:sym typeface="Roboto"/>
            </a:endParaRPr>
          </a:p>
        </p:txBody>
      </p:sp>
      <p:sp>
        <p:nvSpPr>
          <p:cNvPr id="643" name="Google Shape;643;p66"/>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44" name="Google Shape;644;p66"/>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On smaller datasets such as Cookeville. Dijkstra and A* algorithms are easily applicable for GPS Routing in resource constrained environments as they do not take up much memory and are virtually equal in time efficiency in this context. </a:t>
            </a:r>
            <a:endParaRPr sz="1000">
              <a:solidFill>
                <a:schemeClr val="lt1"/>
              </a:solidFill>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67"/>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50" name="Google Shape;650;p67"/>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Near Cookeville</a:t>
            </a:r>
            <a:endParaRPr sz="2000">
              <a:solidFill>
                <a:schemeClr val="lt1"/>
              </a:solidFill>
              <a:latin typeface="Space Grotesk Medium"/>
              <a:ea typeface="Space Grotesk Medium"/>
              <a:cs typeface="Space Grotesk Medium"/>
              <a:sym typeface="Space Grotesk Medium"/>
            </a:endParaRPr>
          </a:p>
        </p:txBody>
      </p:sp>
      <p:sp>
        <p:nvSpPr>
          <p:cNvPr id="651" name="Google Shape;651;p67"/>
          <p:cNvSpPr txBox="1"/>
          <p:nvPr/>
        </p:nvSpPr>
        <p:spPr>
          <a:xfrm>
            <a:off x="43075"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16.41km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32 min 49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950ms</a:t>
            </a:r>
            <a:endParaRPr sz="1000">
              <a:solidFill>
                <a:schemeClr val="lt1"/>
              </a:solidFill>
              <a:latin typeface="Roboto"/>
              <a:ea typeface="Roboto"/>
              <a:cs typeface="Roboto"/>
              <a:sym typeface="Roboto"/>
            </a:endParaRPr>
          </a:p>
        </p:txBody>
      </p:sp>
      <p:sp>
        <p:nvSpPr>
          <p:cNvPr id="652" name="Google Shape;652;p67"/>
          <p:cNvSpPr txBox="1"/>
          <p:nvPr/>
        </p:nvSpPr>
        <p:spPr>
          <a:xfrm>
            <a:off x="3128550"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16.50km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33 min 0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379ms</a:t>
            </a:r>
            <a:endParaRPr sz="1000">
              <a:solidFill>
                <a:schemeClr val="lt1"/>
              </a:solidFill>
              <a:latin typeface="Roboto"/>
              <a:ea typeface="Roboto"/>
              <a:cs typeface="Roboto"/>
              <a:sym typeface="Roboto"/>
            </a:endParaRPr>
          </a:p>
        </p:txBody>
      </p:sp>
      <p:sp>
        <p:nvSpPr>
          <p:cNvPr id="653" name="Google Shape;653;p67"/>
          <p:cNvSpPr txBox="1"/>
          <p:nvPr/>
        </p:nvSpPr>
        <p:spPr>
          <a:xfrm>
            <a:off x="6214025"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16.41km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32 min 49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51933ms == 51.933s</a:t>
            </a:r>
            <a:endParaRPr sz="1000">
              <a:solidFill>
                <a:schemeClr val="lt1"/>
              </a:solidFill>
              <a:latin typeface="Roboto"/>
              <a:ea typeface="Roboto"/>
              <a:cs typeface="Roboto"/>
              <a:sym typeface="Roboto"/>
            </a:endParaRPr>
          </a:p>
        </p:txBody>
      </p:sp>
      <p:sp>
        <p:nvSpPr>
          <p:cNvPr id="654" name="Google Shape;654;p67"/>
          <p:cNvSpPr txBox="1"/>
          <p:nvPr/>
        </p:nvSpPr>
        <p:spPr>
          <a:xfrm>
            <a:off x="5662900" y="4029575"/>
            <a:ext cx="3438000" cy="2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(NO PATH FOUND)</a:t>
            </a:r>
            <a:endParaRPr sz="1000">
              <a:solidFill>
                <a:schemeClr val="lt1"/>
              </a:solidFill>
              <a:latin typeface="Roboto"/>
              <a:ea typeface="Roboto"/>
              <a:cs typeface="Roboto"/>
              <a:sym typeface="Roboto"/>
            </a:endParaRPr>
          </a:p>
        </p:txBody>
      </p:sp>
      <p:sp>
        <p:nvSpPr>
          <p:cNvPr id="655" name="Google Shape;655;p67"/>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56" name="Google Shape;656;p67"/>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As the dataset increases Bellman-Ford and ACO stay irrelevant, but A* and Dijkstra stay very useful for being applied for GPS Routing in resource constrained environments. With that being said it is here you can see noticeable drop in time efficiency for Dijkstra’s.</a:t>
            </a:r>
            <a:endParaRPr sz="1000">
              <a:solidFill>
                <a:schemeClr val="lt1"/>
              </a:solidFill>
              <a:latin typeface="Roboto"/>
              <a:ea typeface="Roboto"/>
              <a:cs typeface="Roboto"/>
              <a:sym typeface="Roboto"/>
            </a:endParaRPr>
          </a:p>
        </p:txBody>
      </p:sp>
      <p:pic>
        <p:nvPicPr>
          <p:cNvPr id="657" name="Google Shape;657;p67" title="~16km Astar GPS Algo Route.png"/>
          <p:cNvPicPr preferRelativeResize="0"/>
          <p:nvPr/>
        </p:nvPicPr>
        <p:blipFill rotWithShape="1">
          <a:blip r:embed="rId3">
            <a:alphaModFix/>
          </a:blip>
          <a:srcRect l="17831" t="8265"/>
          <a:stretch/>
        </p:blipFill>
        <p:spPr>
          <a:xfrm>
            <a:off x="3085500" y="585875"/>
            <a:ext cx="2973000" cy="2056350"/>
          </a:xfrm>
          <a:prstGeom prst="rect">
            <a:avLst/>
          </a:prstGeom>
          <a:noFill/>
          <a:ln>
            <a:noFill/>
          </a:ln>
        </p:spPr>
      </p:pic>
      <p:pic>
        <p:nvPicPr>
          <p:cNvPr id="658" name="Google Shape;658;p67" title="~16km Bellman-Ford GPS Algo Route.png"/>
          <p:cNvPicPr preferRelativeResize="0"/>
          <p:nvPr/>
        </p:nvPicPr>
        <p:blipFill rotWithShape="1">
          <a:blip r:embed="rId4">
            <a:alphaModFix/>
          </a:blip>
          <a:srcRect l="19322" t="6655"/>
          <a:stretch/>
        </p:blipFill>
        <p:spPr>
          <a:xfrm>
            <a:off x="6170975" y="585875"/>
            <a:ext cx="2972999" cy="2056350"/>
          </a:xfrm>
          <a:prstGeom prst="rect">
            <a:avLst/>
          </a:prstGeom>
          <a:noFill/>
          <a:ln>
            <a:noFill/>
          </a:ln>
        </p:spPr>
      </p:pic>
      <p:pic>
        <p:nvPicPr>
          <p:cNvPr id="659" name="Google Shape;659;p67" title="~16km Dijkstra GPS Algo Route.png"/>
          <p:cNvPicPr preferRelativeResize="0"/>
          <p:nvPr/>
        </p:nvPicPr>
        <p:blipFill rotWithShape="1">
          <a:blip r:embed="rId5">
            <a:alphaModFix/>
          </a:blip>
          <a:srcRect l="17184" t="8265"/>
          <a:stretch/>
        </p:blipFill>
        <p:spPr>
          <a:xfrm>
            <a:off x="23" y="585875"/>
            <a:ext cx="2973000" cy="20563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68"/>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65" name="Google Shape;665;p68"/>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Cookeville to Lebanon</a:t>
            </a:r>
            <a:endParaRPr sz="2000">
              <a:solidFill>
                <a:schemeClr val="lt1"/>
              </a:solidFill>
              <a:latin typeface="Space Grotesk Medium"/>
              <a:ea typeface="Space Grotesk Medium"/>
              <a:cs typeface="Space Grotesk Medium"/>
              <a:sym typeface="Space Grotesk Medium"/>
            </a:endParaRPr>
          </a:p>
        </p:txBody>
      </p:sp>
      <p:sp>
        <p:nvSpPr>
          <p:cNvPr id="666" name="Google Shape;666;p68"/>
          <p:cNvSpPr txBox="1"/>
          <p:nvPr/>
        </p:nvSpPr>
        <p:spPr>
          <a:xfrm>
            <a:off x="509400" y="243597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81.15km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162 min 17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3058ms</a:t>
            </a:r>
            <a:endParaRPr sz="1000">
              <a:solidFill>
                <a:schemeClr val="lt1"/>
              </a:solidFill>
              <a:latin typeface="Roboto"/>
              <a:ea typeface="Roboto"/>
              <a:cs typeface="Roboto"/>
              <a:sym typeface="Roboto"/>
            </a:endParaRPr>
          </a:p>
        </p:txBody>
      </p:sp>
      <p:sp>
        <p:nvSpPr>
          <p:cNvPr id="667" name="Google Shape;667;p68"/>
          <p:cNvSpPr txBox="1"/>
          <p:nvPr/>
        </p:nvSpPr>
        <p:spPr>
          <a:xfrm>
            <a:off x="5008525" y="243597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81.15km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162 min 17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2814ms</a:t>
            </a:r>
            <a:endParaRPr sz="1000">
              <a:solidFill>
                <a:schemeClr val="lt1"/>
              </a:solidFill>
              <a:latin typeface="Roboto"/>
              <a:ea typeface="Roboto"/>
              <a:cs typeface="Roboto"/>
              <a:sym typeface="Roboto"/>
            </a:endParaRPr>
          </a:p>
        </p:txBody>
      </p:sp>
      <p:sp>
        <p:nvSpPr>
          <p:cNvPr id="668" name="Google Shape;668;p68"/>
          <p:cNvSpPr txBox="1"/>
          <p:nvPr/>
        </p:nvSpPr>
        <p:spPr>
          <a:xfrm>
            <a:off x="5008525" y="4029575"/>
            <a:ext cx="3438000" cy="5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 (PATH TOO FAR)</a:t>
            </a:r>
            <a:endParaRPr sz="1000">
              <a:solidFill>
                <a:schemeClr val="lt1"/>
              </a:solidFill>
              <a:latin typeface="Roboto"/>
              <a:ea typeface="Roboto"/>
              <a:cs typeface="Roboto"/>
              <a:sym typeface="Roboto"/>
            </a:endParaRPr>
          </a:p>
          <a:p>
            <a:pPr marL="0" lvl="0" indent="0" algn="l" rtl="0">
              <a:spcBef>
                <a:spcPts val="0"/>
              </a:spcBef>
              <a:spcAft>
                <a:spcPts val="0"/>
              </a:spcAft>
              <a:buNone/>
            </a:pP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(PATH TOO FAR)</a:t>
            </a:r>
            <a:endParaRPr sz="1000">
              <a:solidFill>
                <a:schemeClr val="lt1"/>
              </a:solidFill>
              <a:latin typeface="Roboto"/>
              <a:ea typeface="Roboto"/>
              <a:cs typeface="Roboto"/>
              <a:sym typeface="Roboto"/>
            </a:endParaRPr>
          </a:p>
        </p:txBody>
      </p:sp>
      <p:sp>
        <p:nvSpPr>
          <p:cNvPr id="669" name="Google Shape;669;p68"/>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70" name="Google Shape;670;p68"/>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As the dataset increases even further Dijkstra lags behind A* in time efficiency. Bellman-Ford and ACO take too much RAM to be ran on any large dataset, but Dijkstra and A* stay very viable options for doing GPS Routing on resource constrained environments. At this point graph/subgraph loading becomes the main slowdown. </a:t>
            </a:r>
            <a:endParaRPr sz="1000">
              <a:solidFill>
                <a:schemeClr val="lt1"/>
              </a:solidFill>
              <a:latin typeface="Roboto"/>
              <a:ea typeface="Roboto"/>
              <a:cs typeface="Roboto"/>
              <a:sym typeface="Roboto"/>
            </a:endParaRPr>
          </a:p>
        </p:txBody>
      </p:sp>
      <p:pic>
        <p:nvPicPr>
          <p:cNvPr id="671" name="Google Shape;671;p68" title="Screenshot 2026-04-25 162541.png"/>
          <p:cNvPicPr preferRelativeResize="0"/>
          <p:nvPr/>
        </p:nvPicPr>
        <p:blipFill rotWithShape="1">
          <a:blip r:embed="rId3">
            <a:alphaModFix/>
          </a:blip>
          <a:srcRect/>
          <a:stretch/>
        </p:blipFill>
        <p:spPr>
          <a:xfrm>
            <a:off x="4960563" y="590825"/>
            <a:ext cx="3294914" cy="1812875"/>
          </a:xfrm>
          <a:prstGeom prst="rect">
            <a:avLst/>
          </a:prstGeom>
          <a:noFill/>
          <a:ln>
            <a:noFill/>
          </a:ln>
        </p:spPr>
      </p:pic>
      <p:pic>
        <p:nvPicPr>
          <p:cNvPr id="672" name="Google Shape;672;p68" title="Screenshot 2026-04-25 162705.png"/>
          <p:cNvPicPr preferRelativeResize="0"/>
          <p:nvPr/>
        </p:nvPicPr>
        <p:blipFill>
          <a:blip r:embed="rId4">
            <a:alphaModFix/>
          </a:blip>
          <a:stretch>
            <a:fillRect/>
          </a:stretch>
        </p:blipFill>
        <p:spPr>
          <a:xfrm>
            <a:off x="509389" y="589875"/>
            <a:ext cx="3294923" cy="181478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a:gsLst>
            <a:gs pos="0">
              <a:schemeClr val="accent4"/>
            </a:gs>
            <a:gs pos="100000">
              <a:schemeClr val="dk1"/>
            </a:gs>
          </a:gsLst>
          <a:lin ang="5400700" scaled="0"/>
        </a:gradFill>
        <a:effectLst/>
      </p:bgPr>
    </p:bg>
    <p:spTree>
      <p:nvGrpSpPr>
        <p:cNvPr id="1" name="Shape 676"/>
        <p:cNvGrpSpPr/>
        <p:nvPr/>
      </p:nvGrpSpPr>
      <p:grpSpPr>
        <a:xfrm>
          <a:off x="0" y="0"/>
          <a:ext cx="0" cy="0"/>
          <a:chOff x="0" y="0"/>
          <a:chExt cx="0" cy="0"/>
        </a:xfrm>
      </p:grpSpPr>
      <p:sp>
        <p:nvSpPr>
          <p:cNvPr id="677" name="Google Shape;677;p69"/>
          <p:cNvSpPr/>
          <p:nvPr/>
        </p:nvSpPr>
        <p:spPr>
          <a:xfrm rot="-5400000">
            <a:off x="7602600" y="3599525"/>
            <a:ext cx="2601300" cy="24300"/>
          </a:xfrm>
          <a:prstGeom prst="rect">
            <a:avLst/>
          </a:prstGeom>
          <a:gradFill>
            <a:gsLst>
              <a:gs pos="0">
                <a:schemeClr val="lt1"/>
              </a:gs>
              <a:gs pos="100000">
                <a:srgbClr val="FFFFFF">
                  <a:alpha val="0"/>
                </a:srgbClr>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78" name="Google Shape;678;p69"/>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GPS Pathfinding Optimization</a:t>
            </a:r>
            <a:endParaRPr/>
          </a:p>
        </p:txBody>
      </p:sp>
      <p:sp>
        <p:nvSpPr>
          <p:cNvPr id="679" name="Google Shape;679;p69"/>
          <p:cNvSpPr txBox="1">
            <a:spLocks noGrp="1"/>
          </p:cNvSpPr>
          <p:nvPr>
            <p:ph type="subTitle" idx="1"/>
          </p:nvPr>
        </p:nvSpPr>
        <p:spPr>
          <a:xfrm>
            <a:off x="575697" y="11195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Prerequisites</a:t>
            </a:r>
            <a:endParaRPr/>
          </a:p>
        </p:txBody>
      </p:sp>
      <p:sp>
        <p:nvSpPr>
          <p:cNvPr id="680" name="Google Shape;680;p69"/>
          <p:cNvSpPr txBox="1">
            <a:spLocks noGrp="1"/>
          </p:cNvSpPr>
          <p:nvPr>
            <p:ph type="subTitle" idx="2"/>
          </p:nvPr>
        </p:nvSpPr>
        <p:spPr>
          <a:xfrm>
            <a:off x="570950" y="14959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To run this program requires a relatively intensive configuration to have the correct packages and hardware configuration for all software and connected hardware.</a:t>
            </a:r>
            <a:endParaRPr/>
          </a:p>
        </p:txBody>
      </p:sp>
      <p:sp>
        <p:nvSpPr>
          <p:cNvPr id="681" name="Google Shape;681;p69"/>
          <p:cNvSpPr txBox="1">
            <a:spLocks noGrp="1"/>
          </p:cNvSpPr>
          <p:nvPr>
            <p:ph type="subTitle" idx="3"/>
          </p:nvPr>
        </p:nvSpPr>
        <p:spPr>
          <a:xfrm>
            <a:off x="4975622" y="11195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Graph Optimizations</a:t>
            </a:r>
            <a:endParaRPr/>
          </a:p>
          <a:p>
            <a:pPr marL="0" lvl="0" indent="0" algn="l" rtl="0">
              <a:spcBef>
                <a:spcPts val="0"/>
              </a:spcBef>
              <a:spcAft>
                <a:spcPts val="0"/>
              </a:spcAft>
              <a:buNone/>
            </a:pPr>
            <a:endParaRPr/>
          </a:p>
        </p:txBody>
      </p:sp>
      <p:sp>
        <p:nvSpPr>
          <p:cNvPr id="682" name="Google Shape;682;p69"/>
          <p:cNvSpPr txBox="1">
            <a:spLocks noGrp="1"/>
          </p:cNvSpPr>
          <p:nvPr>
            <p:ph type="subTitle" idx="4"/>
          </p:nvPr>
        </p:nvSpPr>
        <p:spPr>
          <a:xfrm>
            <a:off x="680147" y="29506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Software Optimizations</a:t>
            </a:r>
            <a:endParaRPr/>
          </a:p>
          <a:p>
            <a:pPr marL="0" lvl="0" indent="0" algn="l" rtl="0">
              <a:spcBef>
                <a:spcPts val="0"/>
              </a:spcBef>
              <a:spcAft>
                <a:spcPts val="0"/>
              </a:spcAft>
              <a:buNone/>
            </a:pPr>
            <a:endParaRPr/>
          </a:p>
        </p:txBody>
      </p:sp>
      <p:sp>
        <p:nvSpPr>
          <p:cNvPr id="683" name="Google Shape;683;p69"/>
          <p:cNvSpPr txBox="1">
            <a:spLocks noGrp="1"/>
          </p:cNvSpPr>
          <p:nvPr>
            <p:ph type="subTitle" idx="5"/>
          </p:nvPr>
        </p:nvSpPr>
        <p:spPr>
          <a:xfrm>
            <a:off x="675400" y="33270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To help with preventing overloading memory set the device to have 1GB of swap memory encase the 512MB memory is overloaded during any processes. </a:t>
            </a:r>
            <a:endParaRPr/>
          </a:p>
        </p:txBody>
      </p:sp>
      <p:sp>
        <p:nvSpPr>
          <p:cNvPr id="684" name="Google Shape;684;p69"/>
          <p:cNvSpPr txBox="1">
            <a:spLocks noGrp="1"/>
          </p:cNvSpPr>
          <p:nvPr>
            <p:ph type="subTitle" idx="6"/>
          </p:nvPr>
        </p:nvSpPr>
        <p:spPr>
          <a:xfrm>
            <a:off x="4970875" y="14959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The most intensive optimization when it comes to GPS Routing is Graph Loading. When memory is limited you can not load large graphs into memory. This requires you to load a large graph in smaller subgraphs and cache them to be able to used with algorithms without overloading the devices memory.</a:t>
            </a:r>
            <a:endParaRPr/>
          </a:p>
        </p:txBody>
      </p:sp>
      <p:sp>
        <p:nvSpPr>
          <p:cNvPr id="685" name="Google Shape;685;p69"/>
          <p:cNvSpPr txBox="1">
            <a:spLocks noGrp="1"/>
          </p:cNvSpPr>
          <p:nvPr>
            <p:ph type="subTitle" idx="7"/>
          </p:nvPr>
        </p:nvSpPr>
        <p:spPr>
          <a:xfrm>
            <a:off x="5082447" y="29506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Hardware Optimizations</a:t>
            </a:r>
            <a:endParaRPr/>
          </a:p>
          <a:p>
            <a:pPr marL="0" lvl="0" indent="0" algn="l" rtl="0">
              <a:spcBef>
                <a:spcPts val="0"/>
              </a:spcBef>
              <a:spcAft>
                <a:spcPts val="0"/>
              </a:spcAft>
              <a:buNone/>
            </a:pPr>
            <a:endParaRPr/>
          </a:p>
        </p:txBody>
      </p:sp>
      <p:sp>
        <p:nvSpPr>
          <p:cNvPr id="686" name="Google Shape;686;p69"/>
          <p:cNvSpPr txBox="1">
            <a:spLocks noGrp="1"/>
          </p:cNvSpPr>
          <p:nvPr>
            <p:ph type="subTitle" idx="8"/>
          </p:nvPr>
        </p:nvSpPr>
        <p:spPr>
          <a:xfrm>
            <a:off x="5077700" y="3327075"/>
            <a:ext cx="2481300" cy="7908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Due to time/money constraints I had to optimize my program around the abilities of the connected hardware and its downsides. Such as the NEO-6M only giving moderately reliable coordinates.</a:t>
            </a:r>
            <a:endParaRPr/>
          </a:p>
        </p:txBody>
      </p:sp>
      <p:sp>
        <p:nvSpPr>
          <p:cNvPr id="687" name="Google Shape;687;p69"/>
          <p:cNvSpPr txBox="1"/>
          <p:nvPr/>
        </p:nvSpPr>
        <p:spPr>
          <a:xfrm>
            <a:off x="212450" y="11217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1</a:t>
            </a:r>
            <a:endParaRPr sz="1200">
              <a:solidFill>
                <a:schemeClr val="lt1"/>
              </a:solidFill>
              <a:latin typeface="Space Grotesk"/>
              <a:ea typeface="Space Grotesk"/>
              <a:cs typeface="Space Grotesk"/>
              <a:sym typeface="Space Grotesk"/>
            </a:endParaRPr>
          </a:p>
        </p:txBody>
      </p:sp>
      <p:cxnSp>
        <p:nvCxnSpPr>
          <p:cNvPr id="688" name="Google Shape;688;p69"/>
          <p:cNvCxnSpPr/>
          <p:nvPr/>
        </p:nvCxnSpPr>
        <p:spPr>
          <a:xfrm>
            <a:off x="212489" y="1334050"/>
            <a:ext cx="104400" cy="0"/>
          </a:xfrm>
          <a:prstGeom prst="straightConnector1">
            <a:avLst/>
          </a:prstGeom>
          <a:noFill/>
          <a:ln w="9525" cap="flat" cmpd="sng">
            <a:solidFill>
              <a:schemeClr val="lt1"/>
            </a:solidFill>
            <a:prstDash val="solid"/>
            <a:round/>
            <a:headEnd type="none" w="med" len="med"/>
            <a:tailEnd type="none" w="med" len="med"/>
          </a:ln>
        </p:spPr>
      </p:cxnSp>
      <p:sp>
        <p:nvSpPr>
          <p:cNvPr id="689" name="Google Shape;689;p69"/>
          <p:cNvSpPr txBox="1"/>
          <p:nvPr/>
        </p:nvSpPr>
        <p:spPr>
          <a:xfrm>
            <a:off x="316888" y="29506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3</a:t>
            </a:r>
            <a:endParaRPr sz="1200">
              <a:solidFill>
                <a:schemeClr val="lt1"/>
              </a:solidFill>
              <a:latin typeface="Space Grotesk"/>
              <a:ea typeface="Space Grotesk"/>
              <a:cs typeface="Space Grotesk"/>
              <a:sym typeface="Space Grotesk"/>
            </a:endParaRPr>
          </a:p>
        </p:txBody>
      </p:sp>
      <p:cxnSp>
        <p:nvCxnSpPr>
          <p:cNvPr id="690" name="Google Shape;690;p69"/>
          <p:cNvCxnSpPr/>
          <p:nvPr/>
        </p:nvCxnSpPr>
        <p:spPr>
          <a:xfrm>
            <a:off x="316925" y="3162950"/>
            <a:ext cx="109500" cy="0"/>
          </a:xfrm>
          <a:prstGeom prst="straightConnector1">
            <a:avLst/>
          </a:prstGeom>
          <a:noFill/>
          <a:ln w="9525" cap="flat" cmpd="sng">
            <a:solidFill>
              <a:schemeClr val="lt1"/>
            </a:solidFill>
            <a:prstDash val="solid"/>
            <a:round/>
            <a:headEnd type="none" w="med" len="med"/>
            <a:tailEnd type="none" w="med" len="med"/>
          </a:ln>
        </p:spPr>
      </p:cxnSp>
      <p:sp>
        <p:nvSpPr>
          <p:cNvPr id="691" name="Google Shape;691;p69"/>
          <p:cNvSpPr txBox="1"/>
          <p:nvPr/>
        </p:nvSpPr>
        <p:spPr>
          <a:xfrm>
            <a:off x="4609250" y="11217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2</a:t>
            </a:r>
            <a:endParaRPr sz="1200">
              <a:solidFill>
                <a:schemeClr val="lt1"/>
              </a:solidFill>
              <a:latin typeface="Space Grotesk"/>
              <a:ea typeface="Space Grotesk"/>
              <a:cs typeface="Space Grotesk"/>
              <a:sym typeface="Space Grotesk"/>
            </a:endParaRPr>
          </a:p>
        </p:txBody>
      </p:sp>
      <p:cxnSp>
        <p:nvCxnSpPr>
          <p:cNvPr id="692" name="Google Shape;692;p69"/>
          <p:cNvCxnSpPr/>
          <p:nvPr/>
        </p:nvCxnSpPr>
        <p:spPr>
          <a:xfrm>
            <a:off x="4609284" y="1334050"/>
            <a:ext cx="127500" cy="0"/>
          </a:xfrm>
          <a:prstGeom prst="straightConnector1">
            <a:avLst/>
          </a:prstGeom>
          <a:noFill/>
          <a:ln w="9525" cap="flat" cmpd="sng">
            <a:solidFill>
              <a:schemeClr val="lt1"/>
            </a:solidFill>
            <a:prstDash val="solid"/>
            <a:round/>
            <a:headEnd type="none" w="med" len="med"/>
            <a:tailEnd type="none" w="med" len="med"/>
          </a:ln>
        </p:spPr>
      </p:cxnSp>
      <p:sp>
        <p:nvSpPr>
          <p:cNvPr id="693" name="Google Shape;693;p69"/>
          <p:cNvSpPr txBox="1"/>
          <p:nvPr/>
        </p:nvSpPr>
        <p:spPr>
          <a:xfrm>
            <a:off x="4713688" y="29506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4</a:t>
            </a:r>
            <a:endParaRPr sz="1200">
              <a:solidFill>
                <a:schemeClr val="lt1"/>
              </a:solidFill>
              <a:latin typeface="Space Grotesk"/>
              <a:ea typeface="Space Grotesk"/>
              <a:cs typeface="Space Grotesk"/>
              <a:sym typeface="Space Grotesk"/>
            </a:endParaRPr>
          </a:p>
        </p:txBody>
      </p:sp>
      <p:cxnSp>
        <p:nvCxnSpPr>
          <p:cNvPr id="694" name="Google Shape;694;p69"/>
          <p:cNvCxnSpPr/>
          <p:nvPr/>
        </p:nvCxnSpPr>
        <p:spPr>
          <a:xfrm>
            <a:off x="4713725" y="3162950"/>
            <a:ext cx="1275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p70"/>
          <p:cNvSpPr txBox="1">
            <a:spLocks noGrp="1"/>
          </p:cNvSpPr>
          <p:nvPr>
            <p:ph type="title"/>
          </p:nvPr>
        </p:nvSpPr>
        <p:spPr>
          <a:xfrm>
            <a:off x="212450" y="177900"/>
            <a:ext cx="5789400" cy="774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GPS - Algorithm Applicability</a:t>
            </a:r>
            <a:endParaRPr/>
          </a:p>
        </p:txBody>
      </p:sp>
      <p:sp>
        <p:nvSpPr>
          <p:cNvPr id="700" name="Google Shape;700;p70"/>
          <p:cNvSpPr txBox="1">
            <a:spLocks noGrp="1"/>
          </p:cNvSpPr>
          <p:nvPr>
            <p:ph type="subTitle" idx="1"/>
          </p:nvPr>
        </p:nvSpPr>
        <p:spPr>
          <a:xfrm>
            <a:off x="212450" y="758077"/>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a:t>
            </a:r>
            <a:endParaRPr/>
          </a:p>
        </p:txBody>
      </p:sp>
      <p:sp>
        <p:nvSpPr>
          <p:cNvPr id="701" name="Google Shape;701;p70"/>
          <p:cNvSpPr txBox="1">
            <a:spLocks noGrp="1"/>
          </p:cNvSpPr>
          <p:nvPr>
            <p:ph type="subTitle" idx="2"/>
          </p:nvPr>
        </p:nvSpPr>
        <p:spPr>
          <a:xfrm>
            <a:off x="212450" y="1613900"/>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a:t>
            </a:r>
            <a:endParaRPr/>
          </a:p>
        </p:txBody>
      </p:sp>
      <p:sp>
        <p:nvSpPr>
          <p:cNvPr id="702" name="Google Shape;702;p70"/>
          <p:cNvSpPr txBox="1">
            <a:spLocks noGrp="1"/>
          </p:cNvSpPr>
          <p:nvPr>
            <p:ph type="subTitle" idx="3"/>
          </p:nvPr>
        </p:nvSpPr>
        <p:spPr>
          <a:xfrm>
            <a:off x="212450" y="2438900"/>
            <a:ext cx="1649400" cy="58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a:t>
            </a:r>
            <a:endParaRPr/>
          </a:p>
        </p:txBody>
      </p:sp>
      <p:sp>
        <p:nvSpPr>
          <p:cNvPr id="703" name="Google Shape;703;p70"/>
          <p:cNvSpPr txBox="1">
            <a:spLocks noGrp="1"/>
          </p:cNvSpPr>
          <p:nvPr>
            <p:ph type="subTitle" idx="5"/>
          </p:nvPr>
        </p:nvSpPr>
        <p:spPr>
          <a:xfrm>
            <a:off x="2427800" y="1614025"/>
            <a:ext cx="44616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while it does not Guarantee the shortest path it has the best time efficiency and memory usage. This is incredibly important for low power GPS devices that may have very limited hardware. This would make A* the best choice to implement since it still keep very similar/equal paths to dijkstra’s </a:t>
            </a:r>
            <a:endParaRPr/>
          </a:p>
        </p:txBody>
      </p:sp>
      <p:sp>
        <p:nvSpPr>
          <p:cNvPr id="704" name="Google Shape;704;p70"/>
          <p:cNvSpPr txBox="1">
            <a:spLocks noGrp="1"/>
          </p:cNvSpPr>
          <p:nvPr>
            <p:ph type="subTitle" idx="6"/>
          </p:nvPr>
        </p:nvSpPr>
        <p:spPr>
          <a:xfrm>
            <a:off x="2427800" y="2428550"/>
            <a:ext cx="4571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 while useful if there is negative edges road networks have virtually none. Due to this Bellman-Ford becomes useless for GPS Routing due to its high computation time and high memory usage</a:t>
            </a:r>
            <a:endParaRPr/>
          </a:p>
        </p:txBody>
      </p:sp>
      <p:sp>
        <p:nvSpPr>
          <p:cNvPr id="705" name="Google Shape;705;p70"/>
          <p:cNvSpPr txBox="1">
            <a:spLocks noGrp="1"/>
          </p:cNvSpPr>
          <p:nvPr>
            <p:ph type="subTitle" idx="4"/>
          </p:nvPr>
        </p:nvSpPr>
        <p:spPr>
          <a:xfrm>
            <a:off x="2427800" y="778775"/>
            <a:ext cx="41406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 Guarantee a shortest path while also having good time efficiency and has no memory usage issues in memory constrained environments. In the majority of graphs besides ultra large paths Dijkstra’s is the perfect algorithm to implement for GPS Routing.</a:t>
            </a:r>
            <a:endParaRPr/>
          </a:p>
        </p:txBody>
      </p:sp>
      <p:sp>
        <p:nvSpPr>
          <p:cNvPr id="706" name="Google Shape;706;p70"/>
          <p:cNvSpPr txBox="1">
            <a:spLocks noGrp="1"/>
          </p:cNvSpPr>
          <p:nvPr>
            <p:ph type="subTitle" idx="3"/>
          </p:nvPr>
        </p:nvSpPr>
        <p:spPr>
          <a:xfrm>
            <a:off x="212450" y="3243196"/>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 Colony Optimization</a:t>
            </a:r>
            <a:endParaRPr/>
          </a:p>
        </p:txBody>
      </p:sp>
      <p:sp>
        <p:nvSpPr>
          <p:cNvPr id="707" name="Google Shape;707;p70"/>
          <p:cNvSpPr txBox="1">
            <a:spLocks noGrp="1"/>
          </p:cNvSpPr>
          <p:nvPr>
            <p:ph type="subTitle" idx="6"/>
          </p:nvPr>
        </p:nvSpPr>
        <p:spPr>
          <a:xfrm>
            <a:off x="2357300" y="3243075"/>
            <a:ext cx="4712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 Colony Optimization is not good in road networks as well due to the ants gettings often stuck long amount of cycles in road networks. It also has high computation time and memory usage making it not applicable to GPS Routing.</a:t>
            </a:r>
            <a:endParaRPr/>
          </a:p>
        </p:txBody>
      </p:sp>
      <p:sp>
        <p:nvSpPr>
          <p:cNvPr id="708" name="Google Shape;708;p70"/>
          <p:cNvSpPr/>
          <p:nvPr/>
        </p:nvSpPr>
        <p:spPr>
          <a:xfrm>
            <a:off x="117475" y="3989800"/>
            <a:ext cx="7124100" cy="6186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709" name="Google Shape;709;p70"/>
          <p:cNvSpPr txBox="1">
            <a:spLocks noGrp="1"/>
          </p:cNvSpPr>
          <p:nvPr>
            <p:ph type="subTitle" idx="3"/>
          </p:nvPr>
        </p:nvSpPr>
        <p:spPr>
          <a:xfrm>
            <a:off x="212450" y="4068196"/>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Conclusion</a:t>
            </a:r>
            <a:endParaRPr/>
          </a:p>
        </p:txBody>
      </p:sp>
      <p:sp>
        <p:nvSpPr>
          <p:cNvPr id="710" name="Google Shape;710;p70"/>
          <p:cNvSpPr txBox="1">
            <a:spLocks noGrp="1"/>
          </p:cNvSpPr>
          <p:nvPr>
            <p:ph type="subTitle" idx="3"/>
          </p:nvPr>
        </p:nvSpPr>
        <p:spPr>
          <a:xfrm>
            <a:off x="2357300" y="4057600"/>
            <a:ext cx="4712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1000">
                <a:latin typeface="Roboto"/>
                <a:ea typeface="Roboto"/>
                <a:cs typeface="Roboto"/>
                <a:sym typeface="Roboto"/>
              </a:rPr>
              <a:t>Dijkstra is the most applicable to GPS Routing in most cases unless the hardware is incredibly constrained or need to do lots of cross country routing, A* will be the most applicable algorithm.</a:t>
            </a:r>
            <a:endParaRPr sz="1000">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71"/>
          <p:cNvSpPr txBox="1">
            <a:spLocks noGrp="1"/>
          </p:cNvSpPr>
          <p:nvPr>
            <p:ph type="title"/>
          </p:nvPr>
        </p:nvSpPr>
        <p:spPr>
          <a:xfrm>
            <a:off x="977700" y="1410450"/>
            <a:ext cx="7188600" cy="23226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The End</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Quarterly Review (Futuristic)">
  <a:themeElements>
    <a:clrScheme name="Simple Light">
      <a:dk1>
        <a:srgbClr val="070707"/>
      </a:dk1>
      <a:lt1>
        <a:srgbClr val="FFFFFF"/>
      </a:lt1>
      <a:dk2>
        <a:srgbClr val="004741"/>
      </a:dk2>
      <a:lt2>
        <a:srgbClr val="F4F4F4"/>
      </a:lt2>
      <a:accent1>
        <a:srgbClr val="6DCFBE"/>
      </a:accent1>
      <a:accent2>
        <a:srgbClr val="81F5FF"/>
      </a:accent2>
      <a:accent3>
        <a:srgbClr val="202020"/>
      </a:accent3>
      <a:accent4>
        <a:srgbClr val="008585"/>
      </a:accent4>
      <a:accent5>
        <a:srgbClr val="808080"/>
      </a:accent5>
      <a:accent6>
        <a:srgbClr val="9AE9FF"/>
      </a:accent6>
      <a:hlink>
        <a:srgbClr val="6DCFB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1894</Words>
  <Application>Microsoft Office PowerPoint</Application>
  <PresentationFormat>On-screen Show (16:9)</PresentationFormat>
  <Paragraphs>226</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Arial</vt:lpstr>
      <vt:lpstr>Space Grotesk Light</vt:lpstr>
      <vt:lpstr>Space Grotesk Medium</vt:lpstr>
      <vt:lpstr>Space Grotesk</vt:lpstr>
      <vt:lpstr>Roboto</vt:lpstr>
      <vt:lpstr>Simple Light</vt:lpstr>
      <vt:lpstr>Quarterly Review (Futuristic)</vt:lpstr>
      <vt:lpstr>Network Routing Optimization</vt:lpstr>
      <vt:lpstr>Background</vt:lpstr>
      <vt:lpstr>Dijkstra’s Algorithm</vt:lpstr>
      <vt:lpstr>Dijkstra Data</vt:lpstr>
      <vt:lpstr>A* Algorithm</vt:lpstr>
      <vt:lpstr>A* Data</vt:lpstr>
      <vt:lpstr>Bellman-Ford Algorithm</vt:lpstr>
      <vt:lpstr>Bellman-Ford Data</vt:lpstr>
      <vt:lpstr>Ant Colony Optimization Algorithm</vt:lpstr>
      <vt:lpstr>ACO Data</vt:lpstr>
      <vt:lpstr>Algorithm Comparison</vt:lpstr>
      <vt:lpstr>Algorithm Runtime Scalability</vt:lpstr>
      <vt:lpstr>Algorithm Memory Scalability</vt:lpstr>
      <vt:lpstr>Optimizing Pathfinding</vt:lpstr>
      <vt:lpstr>Findings</vt:lpstr>
      <vt:lpstr>Real-World Application</vt:lpstr>
      <vt:lpstr>PowerPoint Presentation</vt:lpstr>
      <vt:lpstr>PowerPoint Presentation</vt:lpstr>
      <vt:lpstr>PowerPoint Presentation</vt:lpstr>
      <vt:lpstr>GPS Pathfinding Optimization</vt:lpstr>
      <vt:lpstr>GPS - Algorithm Applicability</vt:lpstr>
      <vt:lpstr>The End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RJ Newbold</cp:lastModifiedBy>
  <cp:revision>2</cp:revision>
  <dcterms:modified xsi:type="dcterms:W3CDTF">2026-04-27T16:01:30Z</dcterms:modified>
</cp:coreProperties>
</file>