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5" r:id="rId4"/>
    <p:sldMasterId id="2147483696"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5143500" cx="9144000"/>
  <p:notesSz cx="6858000" cy="9144000"/>
  <p:embeddedFontLst>
    <p:embeddedFont>
      <p:font typeface="Roboto"/>
      <p:regular r:id="rId29"/>
      <p:bold r:id="rId30"/>
      <p:italic r:id="rId31"/>
      <p:boldItalic r:id="rId32"/>
    </p:embeddedFont>
    <p:embeddedFont>
      <p:font typeface="Space Grotesk Light"/>
      <p:regular r:id="rId33"/>
      <p:bold r:id="rId34"/>
    </p:embeddedFont>
    <p:embeddedFont>
      <p:font typeface="Space Grotesk Medium"/>
      <p:regular r:id="rId35"/>
      <p:bold r:id="rId36"/>
    </p:embeddedFont>
    <p:embeddedFont>
      <p:font typeface="Space Grotesk"/>
      <p:regular r:id="rId37"/>
      <p:bold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Roboto-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oboto-italic.fntdata"/><Relationship Id="rId30" Type="http://schemas.openxmlformats.org/officeDocument/2006/relationships/font" Target="fonts/Roboto-bold.fntdata"/><Relationship Id="rId11" Type="http://schemas.openxmlformats.org/officeDocument/2006/relationships/slide" Target="slides/slide5.xml"/><Relationship Id="rId33" Type="http://schemas.openxmlformats.org/officeDocument/2006/relationships/font" Target="fonts/SpaceGroteskLight-regular.fntdata"/><Relationship Id="rId10" Type="http://schemas.openxmlformats.org/officeDocument/2006/relationships/slide" Target="slides/slide4.xml"/><Relationship Id="rId32" Type="http://schemas.openxmlformats.org/officeDocument/2006/relationships/font" Target="fonts/Roboto-boldItalic.fntdata"/><Relationship Id="rId13" Type="http://schemas.openxmlformats.org/officeDocument/2006/relationships/slide" Target="slides/slide7.xml"/><Relationship Id="rId35" Type="http://schemas.openxmlformats.org/officeDocument/2006/relationships/font" Target="fonts/SpaceGroteskMedium-regular.fntdata"/><Relationship Id="rId12" Type="http://schemas.openxmlformats.org/officeDocument/2006/relationships/slide" Target="slides/slide6.xml"/><Relationship Id="rId34" Type="http://schemas.openxmlformats.org/officeDocument/2006/relationships/font" Target="fonts/SpaceGroteskLight-bold.fntdata"/><Relationship Id="rId15" Type="http://schemas.openxmlformats.org/officeDocument/2006/relationships/slide" Target="slides/slide9.xml"/><Relationship Id="rId37" Type="http://schemas.openxmlformats.org/officeDocument/2006/relationships/font" Target="fonts/SpaceGrotesk-regular.fntdata"/><Relationship Id="rId14" Type="http://schemas.openxmlformats.org/officeDocument/2006/relationships/slide" Target="slides/slide8.xml"/><Relationship Id="rId36" Type="http://schemas.openxmlformats.org/officeDocument/2006/relationships/font" Target="fonts/SpaceGroteskMedium-bold.fntdata"/><Relationship Id="rId17" Type="http://schemas.openxmlformats.org/officeDocument/2006/relationships/slide" Target="slides/slide11.xml"/><Relationship Id="rId16" Type="http://schemas.openxmlformats.org/officeDocument/2006/relationships/slide" Target="slides/slide10.xml"/><Relationship Id="rId38" Type="http://schemas.openxmlformats.org/officeDocument/2006/relationships/font" Target="fonts/SpaceGrotesk-bold.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d91397280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3d91397280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d97cc0c233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3d97cc0c233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d97cc0c233_1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3d97cc0c233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d913972800_0_3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3d913972800_0_3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3d97cc0c233_1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3d97cc0c233_1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3d913972800_0_4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g3d913972800_0_4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3d913972800_0_4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3d913972800_0_4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3d97cc0c233_1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g3d97cc0c233_1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3d913972800_0_5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4" name="Google Shape;514;g3d913972800_0_5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3d97cc0c233_1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1" name="Google Shape;521;g3d97cc0c233_1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3d97cc0c233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0" name="Google Shape;560;g3d97cc0c233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3d97cc0c233_2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2" name="Google Shape;572;g3d97cc0c233_2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g3d97cc0c233_2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1" name="Google Shape;581;g3d97cc0c233_2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3d97cc0c233_2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0" name="Google Shape;590;g3d97cc0c233_2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g3d913972800_0_3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9" name="Google Shape;599;g3d913972800_0_3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g3d95960a7d5_1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1" name="Google Shape;621;g3d95960a7d5_1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g3d95960a7d5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2" name="Google Shape;632;g3d95960a7d5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g3d95960a7d5_1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7" name="Google Shape;647;g3d95960a7d5_1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g3d95960a7d5_1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2" name="Google Shape;662;g3d95960a7d5_1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g3d95960a7d5_1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5" name="Google Shape;675;g3d95960a7d5_1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g3d95960a7d5_1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7" name="Google Shape;697;g3d95960a7d5_1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g3d913972800_0_3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3" name="Google Shape;713;g3d913972800_0_3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type="blank">
  <p:cSld name="BLANK">
    <p:bg>
      <p:bgPr>
        <a:gradFill>
          <a:gsLst>
            <a:gs pos="0">
              <a:schemeClr val="accent4"/>
            </a:gs>
            <a:gs pos="100000">
              <a:schemeClr val="dk1"/>
            </a:gs>
          </a:gsLst>
          <a:lin ang="5400012" scaled="0"/>
        </a:gradFill>
      </p:bgPr>
    </p:bg>
    <p:spTree>
      <p:nvGrpSpPr>
        <p:cNvPr id="53" name="Shape 53"/>
        <p:cNvGrpSpPr/>
        <p:nvPr/>
      </p:nvGrpSpPr>
      <p:grpSpPr>
        <a:xfrm>
          <a:off x="0" y="0"/>
          <a:ext cx="0" cy="0"/>
          <a:chOff x="0" y="0"/>
          <a:chExt cx="0" cy="0"/>
        </a:xfrm>
      </p:grpSpPr>
      <p:sp>
        <p:nvSpPr>
          <p:cNvPr id="54" name="Google Shape;54;p14"/>
          <p:cNvSpPr/>
          <p:nvPr/>
        </p:nvSpPr>
        <p:spPr>
          <a:xfrm rot="3659249">
            <a:off x="3884409" y="-1334980"/>
            <a:ext cx="7813599" cy="7813599"/>
          </a:xfrm>
          <a:prstGeom prst="ellipse">
            <a:avLst/>
          </a:prstGeom>
          <a:gradFill>
            <a:gsLst>
              <a:gs pos="0">
                <a:schemeClr val="accent4"/>
              </a:gs>
              <a:gs pos="100000">
                <a:schemeClr val="dk1"/>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55" name="Google Shape;55;p14"/>
          <p:cNvSpPr txBox="1"/>
          <p:nvPr>
            <p:ph type="title"/>
          </p:nvPr>
        </p:nvSpPr>
        <p:spPr>
          <a:xfrm>
            <a:off x="226100" y="144575"/>
            <a:ext cx="8689200" cy="23226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6400">
                <a:latin typeface="Space Grotesk Light"/>
                <a:ea typeface="Space Grotesk Light"/>
                <a:cs typeface="Space Grotesk Light"/>
                <a:sym typeface="Space Grotesk Light"/>
              </a:defRPr>
            </a:lvl1pPr>
            <a:lvl2pPr lvl="1">
              <a:lnSpc>
                <a:spcPct val="85000"/>
              </a:lnSpc>
              <a:spcBef>
                <a:spcPts val="0"/>
              </a:spcBef>
              <a:spcAft>
                <a:spcPts val="0"/>
              </a:spcAft>
              <a:buNone/>
              <a:defRPr sz="6400">
                <a:latin typeface="Space Grotesk Light"/>
                <a:ea typeface="Space Grotesk Light"/>
                <a:cs typeface="Space Grotesk Light"/>
                <a:sym typeface="Space Grotesk Light"/>
              </a:defRPr>
            </a:lvl2pPr>
            <a:lvl3pPr lvl="2">
              <a:lnSpc>
                <a:spcPct val="85000"/>
              </a:lnSpc>
              <a:spcBef>
                <a:spcPts val="0"/>
              </a:spcBef>
              <a:spcAft>
                <a:spcPts val="0"/>
              </a:spcAft>
              <a:buNone/>
              <a:defRPr sz="6400">
                <a:latin typeface="Space Grotesk Light"/>
                <a:ea typeface="Space Grotesk Light"/>
                <a:cs typeface="Space Grotesk Light"/>
                <a:sym typeface="Space Grotesk Light"/>
              </a:defRPr>
            </a:lvl3pPr>
            <a:lvl4pPr lvl="3">
              <a:lnSpc>
                <a:spcPct val="85000"/>
              </a:lnSpc>
              <a:spcBef>
                <a:spcPts val="0"/>
              </a:spcBef>
              <a:spcAft>
                <a:spcPts val="0"/>
              </a:spcAft>
              <a:buNone/>
              <a:defRPr sz="6400">
                <a:latin typeface="Space Grotesk Light"/>
                <a:ea typeface="Space Grotesk Light"/>
                <a:cs typeface="Space Grotesk Light"/>
                <a:sym typeface="Space Grotesk Light"/>
              </a:defRPr>
            </a:lvl4pPr>
            <a:lvl5pPr lvl="4">
              <a:lnSpc>
                <a:spcPct val="85000"/>
              </a:lnSpc>
              <a:spcBef>
                <a:spcPts val="0"/>
              </a:spcBef>
              <a:spcAft>
                <a:spcPts val="0"/>
              </a:spcAft>
              <a:buNone/>
              <a:defRPr sz="6400">
                <a:latin typeface="Space Grotesk Light"/>
                <a:ea typeface="Space Grotesk Light"/>
                <a:cs typeface="Space Grotesk Light"/>
                <a:sym typeface="Space Grotesk Light"/>
              </a:defRPr>
            </a:lvl5pPr>
            <a:lvl6pPr lvl="5">
              <a:lnSpc>
                <a:spcPct val="85000"/>
              </a:lnSpc>
              <a:spcBef>
                <a:spcPts val="0"/>
              </a:spcBef>
              <a:spcAft>
                <a:spcPts val="0"/>
              </a:spcAft>
              <a:buNone/>
              <a:defRPr sz="6400">
                <a:latin typeface="Space Grotesk Light"/>
                <a:ea typeface="Space Grotesk Light"/>
                <a:cs typeface="Space Grotesk Light"/>
                <a:sym typeface="Space Grotesk Light"/>
              </a:defRPr>
            </a:lvl6pPr>
            <a:lvl7pPr lvl="6">
              <a:lnSpc>
                <a:spcPct val="85000"/>
              </a:lnSpc>
              <a:spcBef>
                <a:spcPts val="0"/>
              </a:spcBef>
              <a:spcAft>
                <a:spcPts val="0"/>
              </a:spcAft>
              <a:buNone/>
              <a:defRPr sz="6400">
                <a:latin typeface="Space Grotesk Light"/>
                <a:ea typeface="Space Grotesk Light"/>
                <a:cs typeface="Space Grotesk Light"/>
                <a:sym typeface="Space Grotesk Light"/>
              </a:defRPr>
            </a:lvl7pPr>
            <a:lvl8pPr lvl="7">
              <a:lnSpc>
                <a:spcPct val="85000"/>
              </a:lnSpc>
              <a:spcBef>
                <a:spcPts val="0"/>
              </a:spcBef>
              <a:spcAft>
                <a:spcPts val="0"/>
              </a:spcAft>
              <a:buNone/>
              <a:defRPr sz="6400">
                <a:latin typeface="Space Grotesk Light"/>
                <a:ea typeface="Space Grotesk Light"/>
                <a:cs typeface="Space Grotesk Light"/>
                <a:sym typeface="Space Grotesk Light"/>
              </a:defRPr>
            </a:lvl8pPr>
            <a:lvl9pPr lvl="8">
              <a:lnSpc>
                <a:spcPct val="85000"/>
              </a:lnSpc>
              <a:spcBef>
                <a:spcPts val="0"/>
              </a:spcBef>
              <a:spcAft>
                <a:spcPts val="0"/>
              </a:spcAft>
              <a:buNone/>
              <a:defRPr sz="6400">
                <a:latin typeface="Space Grotesk Light"/>
                <a:ea typeface="Space Grotesk Light"/>
                <a:cs typeface="Space Grotesk Light"/>
                <a:sym typeface="Space Grotesk Light"/>
              </a:defRPr>
            </a:lvl9pPr>
          </a:lstStyle>
          <a:p/>
        </p:txBody>
      </p:sp>
      <p:sp>
        <p:nvSpPr>
          <p:cNvPr id="56" name="Google Shape;56;p14"/>
          <p:cNvSpPr txBox="1"/>
          <p:nvPr>
            <p:ph idx="2" type="title"/>
          </p:nvPr>
        </p:nvSpPr>
        <p:spPr>
          <a:xfrm>
            <a:off x="1404200" y="2784425"/>
            <a:ext cx="7551000" cy="2280300"/>
          </a:xfrm>
          <a:prstGeom prst="rect">
            <a:avLst/>
          </a:prstGeom>
        </p:spPr>
        <p:txBody>
          <a:bodyPr anchorCtr="0" anchor="b" bIns="0" lIns="0" spcFirstLastPara="1" rIns="0" wrap="square" tIns="0">
            <a:noAutofit/>
          </a:bodyPr>
          <a:lstStyle>
            <a:lvl1pPr lvl="0" algn="r">
              <a:lnSpc>
                <a:spcPct val="85000"/>
              </a:lnSpc>
              <a:spcBef>
                <a:spcPts val="0"/>
              </a:spcBef>
              <a:spcAft>
                <a:spcPts val="0"/>
              </a:spcAft>
              <a:buNone/>
              <a:defRPr sz="6400">
                <a:latin typeface="Space Grotesk Light"/>
                <a:ea typeface="Space Grotesk Light"/>
                <a:cs typeface="Space Grotesk Light"/>
                <a:sym typeface="Space Grotesk Light"/>
              </a:defRPr>
            </a:lvl1pPr>
            <a:lvl2pPr lvl="1" algn="r">
              <a:lnSpc>
                <a:spcPct val="85000"/>
              </a:lnSpc>
              <a:spcBef>
                <a:spcPts val="0"/>
              </a:spcBef>
              <a:spcAft>
                <a:spcPts val="0"/>
              </a:spcAft>
              <a:buNone/>
              <a:defRPr sz="6400">
                <a:latin typeface="Space Grotesk Light"/>
                <a:ea typeface="Space Grotesk Light"/>
                <a:cs typeface="Space Grotesk Light"/>
                <a:sym typeface="Space Grotesk Light"/>
              </a:defRPr>
            </a:lvl2pPr>
            <a:lvl3pPr lvl="2" algn="r">
              <a:lnSpc>
                <a:spcPct val="85000"/>
              </a:lnSpc>
              <a:spcBef>
                <a:spcPts val="0"/>
              </a:spcBef>
              <a:spcAft>
                <a:spcPts val="0"/>
              </a:spcAft>
              <a:buNone/>
              <a:defRPr sz="6400">
                <a:latin typeface="Space Grotesk Light"/>
                <a:ea typeface="Space Grotesk Light"/>
                <a:cs typeface="Space Grotesk Light"/>
                <a:sym typeface="Space Grotesk Light"/>
              </a:defRPr>
            </a:lvl3pPr>
            <a:lvl4pPr lvl="3" algn="r">
              <a:lnSpc>
                <a:spcPct val="85000"/>
              </a:lnSpc>
              <a:spcBef>
                <a:spcPts val="0"/>
              </a:spcBef>
              <a:spcAft>
                <a:spcPts val="0"/>
              </a:spcAft>
              <a:buNone/>
              <a:defRPr sz="6400">
                <a:latin typeface="Space Grotesk Light"/>
                <a:ea typeface="Space Grotesk Light"/>
                <a:cs typeface="Space Grotesk Light"/>
                <a:sym typeface="Space Grotesk Light"/>
              </a:defRPr>
            </a:lvl4pPr>
            <a:lvl5pPr lvl="4" algn="r">
              <a:lnSpc>
                <a:spcPct val="85000"/>
              </a:lnSpc>
              <a:spcBef>
                <a:spcPts val="0"/>
              </a:spcBef>
              <a:spcAft>
                <a:spcPts val="0"/>
              </a:spcAft>
              <a:buNone/>
              <a:defRPr sz="6400">
                <a:latin typeface="Space Grotesk Light"/>
                <a:ea typeface="Space Grotesk Light"/>
                <a:cs typeface="Space Grotesk Light"/>
                <a:sym typeface="Space Grotesk Light"/>
              </a:defRPr>
            </a:lvl5pPr>
            <a:lvl6pPr lvl="5" algn="r">
              <a:lnSpc>
                <a:spcPct val="85000"/>
              </a:lnSpc>
              <a:spcBef>
                <a:spcPts val="0"/>
              </a:spcBef>
              <a:spcAft>
                <a:spcPts val="0"/>
              </a:spcAft>
              <a:buNone/>
              <a:defRPr sz="6400">
                <a:latin typeface="Space Grotesk Light"/>
                <a:ea typeface="Space Grotesk Light"/>
                <a:cs typeface="Space Grotesk Light"/>
                <a:sym typeface="Space Grotesk Light"/>
              </a:defRPr>
            </a:lvl6pPr>
            <a:lvl7pPr lvl="6" algn="r">
              <a:lnSpc>
                <a:spcPct val="85000"/>
              </a:lnSpc>
              <a:spcBef>
                <a:spcPts val="0"/>
              </a:spcBef>
              <a:spcAft>
                <a:spcPts val="0"/>
              </a:spcAft>
              <a:buNone/>
              <a:defRPr sz="6400">
                <a:latin typeface="Space Grotesk Light"/>
                <a:ea typeface="Space Grotesk Light"/>
                <a:cs typeface="Space Grotesk Light"/>
                <a:sym typeface="Space Grotesk Light"/>
              </a:defRPr>
            </a:lvl7pPr>
            <a:lvl8pPr lvl="7" algn="r">
              <a:lnSpc>
                <a:spcPct val="85000"/>
              </a:lnSpc>
              <a:spcBef>
                <a:spcPts val="0"/>
              </a:spcBef>
              <a:spcAft>
                <a:spcPts val="0"/>
              </a:spcAft>
              <a:buNone/>
              <a:defRPr sz="6400">
                <a:latin typeface="Space Grotesk Light"/>
                <a:ea typeface="Space Grotesk Light"/>
                <a:cs typeface="Space Grotesk Light"/>
                <a:sym typeface="Space Grotesk Light"/>
              </a:defRPr>
            </a:lvl8pPr>
            <a:lvl9pPr lvl="8" algn="r">
              <a:lnSpc>
                <a:spcPct val="85000"/>
              </a:lnSpc>
              <a:spcBef>
                <a:spcPts val="0"/>
              </a:spcBef>
              <a:spcAft>
                <a:spcPts val="0"/>
              </a:spcAft>
              <a:buNone/>
              <a:defRPr sz="6400">
                <a:latin typeface="Space Grotesk Light"/>
                <a:ea typeface="Space Grotesk Light"/>
                <a:cs typeface="Space Grotesk Light"/>
                <a:sym typeface="Space Grotesk Light"/>
              </a:defRPr>
            </a:lvl9pPr>
          </a:lstStyle>
          <a:p/>
        </p:txBody>
      </p:sp>
      <p:sp>
        <p:nvSpPr>
          <p:cNvPr id="57" name="Google Shape;57;p14"/>
          <p:cNvSpPr txBox="1"/>
          <p:nvPr>
            <p:ph idx="1" type="subTitle"/>
          </p:nvPr>
        </p:nvSpPr>
        <p:spPr>
          <a:xfrm>
            <a:off x="228600" y="2888900"/>
            <a:ext cx="5107800" cy="369300"/>
          </a:xfrm>
          <a:prstGeom prst="rect">
            <a:avLst/>
          </a:prstGeom>
        </p:spPr>
        <p:txBody>
          <a:bodyPr anchorCtr="0" anchor="t" bIns="0" lIns="0" spcFirstLastPara="1" rIns="0" wrap="square" tIns="0">
            <a:spAutoFit/>
          </a:bodyPr>
          <a:lstStyle>
            <a:lvl1pPr lvl="0">
              <a:spcBef>
                <a:spcPts val="0"/>
              </a:spcBef>
              <a:spcAft>
                <a:spcPts val="0"/>
              </a:spcAft>
              <a:buClr>
                <a:schemeClr val="accent2"/>
              </a:buClr>
              <a:buSzPts val="2400"/>
              <a:buFont typeface="Space Grotesk"/>
              <a:buNone/>
              <a:defRPr sz="2400">
                <a:solidFill>
                  <a:schemeClr val="accent2"/>
                </a:solidFill>
              </a:defRPr>
            </a:lvl1pPr>
            <a:lvl2pPr lvl="1">
              <a:spcBef>
                <a:spcPts val="0"/>
              </a:spcBef>
              <a:spcAft>
                <a:spcPts val="0"/>
              </a:spcAft>
              <a:buClr>
                <a:schemeClr val="accent2"/>
              </a:buClr>
              <a:buSzPts val="2400"/>
              <a:buFont typeface="Space Grotesk"/>
              <a:buNone/>
              <a:defRPr sz="2400">
                <a:solidFill>
                  <a:schemeClr val="accent2"/>
                </a:solidFill>
              </a:defRPr>
            </a:lvl2pPr>
            <a:lvl3pPr lvl="2">
              <a:spcBef>
                <a:spcPts val="0"/>
              </a:spcBef>
              <a:spcAft>
                <a:spcPts val="0"/>
              </a:spcAft>
              <a:buClr>
                <a:schemeClr val="accent2"/>
              </a:buClr>
              <a:buSzPts val="2400"/>
              <a:buFont typeface="Space Grotesk"/>
              <a:buNone/>
              <a:defRPr sz="2400">
                <a:solidFill>
                  <a:schemeClr val="accent2"/>
                </a:solidFill>
              </a:defRPr>
            </a:lvl3pPr>
            <a:lvl4pPr lvl="3">
              <a:spcBef>
                <a:spcPts val="0"/>
              </a:spcBef>
              <a:spcAft>
                <a:spcPts val="0"/>
              </a:spcAft>
              <a:buClr>
                <a:schemeClr val="accent2"/>
              </a:buClr>
              <a:buSzPts val="2400"/>
              <a:buFont typeface="Space Grotesk"/>
              <a:buNone/>
              <a:defRPr sz="2400">
                <a:solidFill>
                  <a:schemeClr val="accent2"/>
                </a:solidFill>
              </a:defRPr>
            </a:lvl4pPr>
            <a:lvl5pPr lvl="4">
              <a:spcBef>
                <a:spcPts val="0"/>
              </a:spcBef>
              <a:spcAft>
                <a:spcPts val="0"/>
              </a:spcAft>
              <a:buClr>
                <a:schemeClr val="accent2"/>
              </a:buClr>
              <a:buSzPts val="2400"/>
              <a:buFont typeface="Space Grotesk"/>
              <a:buNone/>
              <a:defRPr sz="2400">
                <a:solidFill>
                  <a:schemeClr val="accent2"/>
                </a:solidFill>
              </a:defRPr>
            </a:lvl5pPr>
            <a:lvl6pPr lvl="5">
              <a:spcBef>
                <a:spcPts val="0"/>
              </a:spcBef>
              <a:spcAft>
                <a:spcPts val="0"/>
              </a:spcAft>
              <a:buClr>
                <a:schemeClr val="accent2"/>
              </a:buClr>
              <a:buSzPts val="2400"/>
              <a:buFont typeface="Space Grotesk"/>
              <a:buNone/>
              <a:defRPr sz="2400">
                <a:solidFill>
                  <a:schemeClr val="accent2"/>
                </a:solidFill>
              </a:defRPr>
            </a:lvl6pPr>
            <a:lvl7pPr lvl="6">
              <a:spcBef>
                <a:spcPts val="0"/>
              </a:spcBef>
              <a:spcAft>
                <a:spcPts val="0"/>
              </a:spcAft>
              <a:buClr>
                <a:schemeClr val="accent2"/>
              </a:buClr>
              <a:buSzPts val="2400"/>
              <a:buFont typeface="Space Grotesk"/>
              <a:buNone/>
              <a:defRPr sz="2400">
                <a:solidFill>
                  <a:schemeClr val="accent2"/>
                </a:solidFill>
              </a:defRPr>
            </a:lvl7pPr>
            <a:lvl8pPr lvl="7">
              <a:spcBef>
                <a:spcPts val="0"/>
              </a:spcBef>
              <a:spcAft>
                <a:spcPts val="0"/>
              </a:spcAft>
              <a:buClr>
                <a:schemeClr val="accent2"/>
              </a:buClr>
              <a:buSzPts val="2400"/>
              <a:buFont typeface="Space Grotesk"/>
              <a:buNone/>
              <a:defRPr sz="2400">
                <a:solidFill>
                  <a:schemeClr val="accent2"/>
                </a:solidFill>
              </a:defRPr>
            </a:lvl8pPr>
            <a:lvl9pPr lvl="8">
              <a:spcBef>
                <a:spcPts val="0"/>
              </a:spcBef>
              <a:spcAft>
                <a:spcPts val="0"/>
              </a:spcAft>
              <a:buClr>
                <a:schemeClr val="accent2"/>
              </a:buClr>
              <a:buSzPts val="2400"/>
              <a:buFont typeface="Space Grotesk"/>
              <a:buNone/>
              <a:defRPr sz="2400">
                <a:solidFill>
                  <a:schemeClr val="accent2"/>
                </a:solidFill>
              </a:defRPr>
            </a:lvl9pPr>
          </a:lstStyle>
          <a:p/>
        </p:txBody>
      </p:sp>
      <p:sp>
        <p:nvSpPr>
          <p:cNvPr id="58" name="Google Shape;58;p14"/>
          <p:cNvSpPr txBox="1"/>
          <p:nvPr>
            <p:ph idx="3" type="subTitle"/>
          </p:nvPr>
        </p:nvSpPr>
        <p:spPr>
          <a:xfrm>
            <a:off x="226100" y="4801613"/>
            <a:ext cx="2818200" cy="1107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p:txBody>
      </p:sp>
      <p:sp>
        <p:nvSpPr>
          <p:cNvPr id="59" name="Google Shape;59;p14"/>
          <p:cNvSpPr txBox="1"/>
          <p:nvPr>
            <p:ph idx="4" type="subTitle"/>
          </p:nvPr>
        </p:nvSpPr>
        <p:spPr>
          <a:xfrm>
            <a:off x="6097200" y="3018188"/>
            <a:ext cx="2818200" cy="110700"/>
          </a:xfrm>
          <a:prstGeom prst="rect">
            <a:avLst/>
          </a:prstGeom>
        </p:spPr>
        <p:txBody>
          <a:bodyPr anchorCtr="0" anchor="ctr" bIns="0" lIns="0" spcFirstLastPara="1" rIns="0" wrap="square" tIns="0">
            <a:noAutofit/>
          </a:bodyPr>
          <a:lstStyle>
            <a:lvl1pPr lvl="0" algn="r">
              <a:spcBef>
                <a:spcPts val="0"/>
              </a:spcBef>
              <a:spcAft>
                <a:spcPts val="0"/>
              </a:spcAft>
              <a:buClr>
                <a:schemeClr val="lt1"/>
              </a:buClr>
              <a:buSzPts val="1000"/>
              <a:buFont typeface="Roboto"/>
              <a:buNone/>
              <a:defRPr sz="1000">
                <a:latin typeface="Roboto"/>
                <a:ea typeface="Roboto"/>
                <a:cs typeface="Roboto"/>
                <a:sym typeface="Roboto"/>
              </a:defRPr>
            </a:lvl1pPr>
            <a:lvl2pPr lvl="1" algn="r">
              <a:spcBef>
                <a:spcPts val="0"/>
              </a:spcBef>
              <a:spcAft>
                <a:spcPts val="0"/>
              </a:spcAft>
              <a:buClr>
                <a:schemeClr val="lt1"/>
              </a:buClr>
              <a:buSzPts val="1000"/>
              <a:buFont typeface="Roboto"/>
              <a:buNone/>
              <a:defRPr sz="1000">
                <a:latin typeface="Roboto"/>
                <a:ea typeface="Roboto"/>
                <a:cs typeface="Roboto"/>
                <a:sym typeface="Roboto"/>
              </a:defRPr>
            </a:lvl2pPr>
            <a:lvl3pPr lvl="2" algn="r">
              <a:spcBef>
                <a:spcPts val="0"/>
              </a:spcBef>
              <a:spcAft>
                <a:spcPts val="0"/>
              </a:spcAft>
              <a:buClr>
                <a:schemeClr val="lt1"/>
              </a:buClr>
              <a:buSzPts val="1000"/>
              <a:buFont typeface="Roboto"/>
              <a:buNone/>
              <a:defRPr sz="1000">
                <a:latin typeface="Roboto"/>
                <a:ea typeface="Roboto"/>
                <a:cs typeface="Roboto"/>
                <a:sym typeface="Roboto"/>
              </a:defRPr>
            </a:lvl3pPr>
            <a:lvl4pPr lvl="3" algn="r">
              <a:spcBef>
                <a:spcPts val="0"/>
              </a:spcBef>
              <a:spcAft>
                <a:spcPts val="0"/>
              </a:spcAft>
              <a:buClr>
                <a:schemeClr val="lt1"/>
              </a:buClr>
              <a:buSzPts val="1000"/>
              <a:buFont typeface="Roboto"/>
              <a:buNone/>
              <a:defRPr sz="1000">
                <a:latin typeface="Roboto"/>
                <a:ea typeface="Roboto"/>
                <a:cs typeface="Roboto"/>
                <a:sym typeface="Roboto"/>
              </a:defRPr>
            </a:lvl4pPr>
            <a:lvl5pPr lvl="4" algn="r">
              <a:spcBef>
                <a:spcPts val="0"/>
              </a:spcBef>
              <a:spcAft>
                <a:spcPts val="0"/>
              </a:spcAft>
              <a:buClr>
                <a:schemeClr val="lt1"/>
              </a:buClr>
              <a:buSzPts val="1000"/>
              <a:buFont typeface="Roboto"/>
              <a:buNone/>
              <a:defRPr sz="1000">
                <a:latin typeface="Roboto"/>
                <a:ea typeface="Roboto"/>
                <a:cs typeface="Roboto"/>
                <a:sym typeface="Roboto"/>
              </a:defRPr>
            </a:lvl5pPr>
            <a:lvl6pPr lvl="5" algn="r">
              <a:spcBef>
                <a:spcPts val="0"/>
              </a:spcBef>
              <a:spcAft>
                <a:spcPts val="0"/>
              </a:spcAft>
              <a:buClr>
                <a:schemeClr val="lt1"/>
              </a:buClr>
              <a:buSzPts val="1000"/>
              <a:buFont typeface="Roboto"/>
              <a:buNone/>
              <a:defRPr sz="1000">
                <a:latin typeface="Roboto"/>
                <a:ea typeface="Roboto"/>
                <a:cs typeface="Roboto"/>
                <a:sym typeface="Roboto"/>
              </a:defRPr>
            </a:lvl6pPr>
            <a:lvl7pPr lvl="6" algn="r">
              <a:spcBef>
                <a:spcPts val="0"/>
              </a:spcBef>
              <a:spcAft>
                <a:spcPts val="0"/>
              </a:spcAft>
              <a:buClr>
                <a:schemeClr val="lt1"/>
              </a:buClr>
              <a:buSzPts val="1000"/>
              <a:buFont typeface="Roboto"/>
              <a:buNone/>
              <a:defRPr sz="1000">
                <a:latin typeface="Roboto"/>
                <a:ea typeface="Roboto"/>
                <a:cs typeface="Roboto"/>
                <a:sym typeface="Roboto"/>
              </a:defRPr>
            </a:lvl7pPr>
            <a:lvl8pPr lvl="7" algn="r">
              <a:spcBef>
                <a:spcPts val="0"/>
              </a:spcBef>
              <a:spcAft>
                <a:spcPts val="0"/>
              </a:spcAft>
              <a:buClr>
                <a:schemeClr val="lt1"/>
              </a:buClr>
              <a:buSzPts val="1000"/>
              <a:buFont typeface="Roboto"/>
              <a:buNone/>
              <a:defRPr sz="1000">
                <a:latin typeface="Roboto"/>
                <a:ea typeface="Roboto"/>
                <a:cs typeface="Roboto"/>
                <a:sym typeface="Roboto"/>
              </a:defRPr>
            </a:lvl8pPr>
            <a:lvl9pPr lvl="8" algn="r">
              <a:spcBef>
                <a:spcPts val="0"/>
              </a:spcBef>
              <a:spcAft>
                <a:spcPts val="0"/>
              </a:spcAft>
              <a:buClr>
                <a:schemeClr val="lt1"/>
              </a:buClr>
              <a:buSzPts val="1000"/>
              <a:buFont typeface="Roboto"/>
              <a:buNone/>
              <a:defRPr sz="1000">
                <a:latin typeface="Roboto"/>
                <a:ea typeface="Roboto"/>
                <a:cs typeface="Roboto"/>
                <a:sym typeface="Roboto"/>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description and two images">
  <p:cSld name="CUSTOM_3">
    <p:bg>
      <p:bgPr>
        <a:gradFill>
          <a:gsLst>
            <a:gs pos="0">
              <a:schemeClr val="accent4"/>
            </a:gs>
            <a:gs pos="100000">
              <a:schemeClr val="dk1"/>
            </a:gs>
          </a:gsLst>
          <a:path path="circle">
            <a:fillToRect b="50%" l="50%" r="50%" t="50%"/>
          </a:path>
          <a:tileRect/>
        </a:gradFill>
      </p:bgPr>
    </p:bg>
    <p:spTree>
      <p:nvGrpSpPr>
        <p:cNvPr id="60" name="Shape 60"/>
        <p:cNvGrpSpPr/>
        <p:nvPr/>
      </p:nvGrpSpPr>
      <p:grpSpPr>
        <a:xfrm>
          <a:off x="0" y="0"/>
          <a:ext cx="0" cy="0"/>
          <a:chOff x="0" y="0"/>
          <a:chExt cx="0" cy="0"/>
        </a:xfrm>
      </p:grpSpPr>
      <p:sp>
        <p:nvSpPr>
          <p:cNvPr id="61" name="Google Shape;61;p15"/>
          <p:cNvSpPr/>
          <p:nvPr>
            <p:ph idx="2" type="pic"/>
          </p:nvPr>
        </p:nvSpPr>
        <p:spPr>
          <a:xfrm>
            <a:off x="3766025" y="2334950"/>
            <a:ext cx="3346200" cy="1574400"/>
          </a:xfrm>
          <a:prstGeom prst="rect">
            <a:avLst/>
          </a:prstGeom>
          <a:noFill/>
          <a:ln>
            <a:noFill/>
          </a:ln>
        </p:spPr>
      </p:sp>
      <p:sp>
        <p:nvSpPr>
          <p:cNvPr id="62" name="Google Shape;62;p15"/>
          <p:cNvSpPr/>
          <p:nvPr>
            <p:ph idx="3" type="pic"/>
          </p:nvPr>
        </p:nvSpPr>
        <p:spPr>
          <a:xfrm>
            <a:off x="228625" y="2334950"/>
            <a:ext cx="3346200" cy="1574400"/>
          </a:xfrm>
          <a:prstGeom prst="rect">
            <a:avLst/>
          </a:prstGeom>
          <a:noFill/>
          <a:ln>
            <a:noFill/>
          </a:ln>
        </p:spPr>
      </p:sp>
      <p:sp>
        <p:nvSpPr>
          <p:cNvPr id="63" name="Google Shape;63;p15"/>
          <p:cNvSpPr txBox="1"/>
          <p:nvPr>
            <p:ph type="title"/>
          </p:nvPr>
        </p:nvSpPr>
        <p:spPr>
          <a:xfrm>
            <a:off x="228600" y="881625"/>
            <a:ext cx="5565300" cy="277200"/>
          </a:xfrm>
          <a:prstGeom prst="rect">
            <a:avLst/>
          </a:prstGeom>
        </p:spPr>
        <p:txBody>
          <a:bodyPr anchorCtr="0" anchor="t" bIns="0" lIns="0" spcFirstLastPara="1" rIns="0" wrap="square" tIns="0">
            <a:noAutofit/>
          </a:bodyPr>
          <a:lstStyle>
            <a:lvl1pPr lvl="0">
              <a:spcBef>
                <a:spcPts val="0"/>
              </a:spcBef>
              <a:spcAft>
                <a:spcPts val="0"/>
              </a:spcAft>
              <a:buClr>
                <a:schemeClr val="lt2"/>
              </a:buClr>
              <a:buSzPts val="1800"/>
              <a:buFont typeface="Space Grotesk"/>
              <a:buNone/>
              <a:defRPr sz="1800">
                <a:solidFill>
                  <a:schemeClr val="lt2"/>
                </a:solidFill>
              </a:defRPr>
            </a:lvl1pPr>
            <a:lvl2pPr lvl="1">
              <a:spcBef>
                <a:spcPts val="0"/>
              </a:spcBef>
              <a:spcAft>
                <a:spcPts val="0"/>
              </a:spcAft>
              <a:buClr>
                <a:schemeClr val="lt2"/>
              </a:buClr>
              <a:buSzPts val="1800"/>
              <a:buFont typeface="Space Grotesk"/>
              <a:buNone/>
              <a:defRPr sz="1800">
                <a:solidFill>
                  <a:schemeClr val="lt2"/>
                </a:solidFill>
              </a:defRPr>
            </a:lvl2pPr>
            <a:lvl3pPr lvl="2">
              <a:spcBef>
                <a:spcPts val="0"/>
              </a:spcBef>
              <a:spcAft>
                <a:spcPts val="0"/>
              </a:spcAft>
              <a:buClr>
                <a:schemeClr val="lt2"/>
              </a:buClr>
              <a:buSzPts val="1800"/>
              <a:buFont typeface="Space Grotesk"/>
              <a:buNone/>
              <a:defRPr sz="1800">
                <a:solidFill>
                  <a:schemeClr val="lt2"/>
                </a:solidFill>
              </a:defRPr>
            </a:lvl3pPr>
            <a:lvl4pPr lvl="3">
              <a:spcBef>
                <a:spcPts val="0"/>
              </a:spcBef>
              <a:spcAft>
                <a:spcPts val="0"/>
              </a:spcAft>
              <a:buClr>
                <a:schemeClr val="lt2"/>
              </a:buClr>
              <a:buSzPts val="1800"/>
              <a:buFont typeface="Space Grotesk"/>
              <a:buNone/>
              <a:defRPr sz="1800">
                <a:solidFill>
                  <a:schemeClr val="lt2"/>
                </a:solidFill>
              </a:defRPr>
            </a:lvl4pPr>
            <a:lvl5pPr lvl="4">
              <a:spcBef>
                <a:spcPts val="0"/>
              </a:spcBef>
              <a:spcAft>
                <a:spcPts val="0"/>
              </a:spcAft>
              <a:buClr>
                <a:schemeClr val="lt2"/>
              </a:buClr>
              <a:buSzPts val="1800"/>
              <a:buFont typeface="Space Grotesk"/>
              <a:buNone/>
              <a:defRPr sz="1800">
                <a:solidFill>
                  <a:schemeClr val="lt2"/>
                </a:solidFill>
              </a:defRPr>
            </a:lvl5pPr>
            <a:lvl6pPr lvl="5">
              <a:spcBef>
                <a:spcPts val="0"/>
              </a:spcBef>
              <a:spcAft>
                <a:spcPts val="0"/>
              </a:spcAft>
              <a:buClr>
                <a:schemeClr val="lt2"/>
              </a:buClr>
              <a:buSzPts val="1800"/>
              <a:buFont typeface="Space Grotesk"/>
              <a:buNone/>
              <a:defRPr sz="1800">
                <a:solidFill>
                  <a:schemeClr val="lt2"/>
                </a:solidFill>
              </a:defRPr>
            </a:lvl6pPr>
            <a:lvl7pPr lvl="6">
              <a:spcBef>
                <a:spcPts val="0"/>
              </a:spcBef>
              <a:spcAft>
                <a:spcPts val="0"/>
              </a:spcAft>
              <a:buClr>
                <a:schemeClr val="lt2"/>
              </a:buClr>
              <a:buSzPts val="1800"/>
              <a:buFont typeface="Space Grotesk"/>
              <a:buNone/>
              <a:defRPr sz="1800">
                <a:solidFill>
                  <a:schemeClr val="lt2"/>
                </a:solidFill>
              </a:defRPr>
            </a:lvl7pPr>
            <a:lvl8pPr lvl="7">
              <a:spcBef>
                <a:spcPts val="0"/>
              </a:spcBef>
              <a:spcAft>
                <a:spcPts val="0"/>
              </a:spcAft>
              <a:buClr>
                <a:schemeClr val="lt2"/>
              </a:buClr>
              <a:buSzPts val="1800"/>
              <a:buFont typeface="Space Grotesk"/>
              <a:buNone/>
              <a:defRPr sz="1800">
                <a:solidFill>
                  <a:schemeClr val="lt2"/>
                </a:solidFill>
              </a:defRPr>
            </a:lvl8pPr>
            <a:lvl9pPr lvl="8">
              <a:spcBef>
                <a:spcPts val="0"/>
              </a:spcBef>
              <a:spcAft>
                <a:spcPts val="0"/>
              </a:spcAft>
              <a:buClr>
                <a:schemeClr val="lt2"/>
              </a:buClr>
              <a:buSzPts val="1800"/>
              <a:buFont typeface="Space Grotesk"/>
              <a:buNone/>
              <a:defRPr sz="1800">
                <a:solidFill>
                  <a:schemeClr val="lt2"/>
                </a:solidFill>
              </a:defRPr>
            </a:lvl9pPr>
          </a:lstStyle>
          <a:p/>
        </p:txBody>
      </p:sp>
      <p:sp>
        <p:nvSpPr>
          <p:cNvPr id="64" name="Google Shape;64;p15"/>
          <p:cNvSpPr txBox="1"/>
          <p:nvPr>
            <p:ph idx="1" type="subTitle"/>
          </p:nvPr>
        </p:nvSpPr>
        <p:spPr>
          <a:xfrm>
            <a:off x="244677" y="1660325"/>
            <a:ext cx="4390500" cy="3669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p:txBody>
      </p:sp>
      <p:sp>
        <p:nvSpPr>
          <p:cNvPr id="65" name="Google Shape;65;p15"/>
          <p:cNvSpPr txBox="1"/>
          <p:nvPr>
            <p:ph idx="4" type="subTitle"/>
          </p:nvPr>
        </p:nvSpPr>
        <p:spPr>
          <a:xfrm>
            <a:off x="244675" y="4049575"/>
            <a:ext cx="3215700" cy="1995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Space Grotesk"/>
              <a:buNone/>
              <a:defRPr sz="1200"/>
            </a:lvl1pPr>
            <a:lvl2pPr lvl="1">
              <a:spcBef>
                <a:spcPts val="0"/>
              </a:spcBef>
              <a:spcAft>
                <a:spcPts val="0"/>
              </a:spcAft>
              <a:buClr>
                <a:schemeClr val="lt1"/>
              </a:buClr>
              <a:buSzPts val="1200"/>
              <a:buFont typeface="Space Grotesk"/>
              <a:buNone/>
              <a:defRPr sz="1200"/>
            </a:lvl2pPr>
            <a:lvl3pPr lvl="2">
              <a:spcBef>
                <a:spcPts val="0"/>
              </a:spcBef>
              <a:spcAft>
                <a:spcPts val="0"/>
              </a:spcAft>
              <a:buClr>
                <a:schemeClr val="lt1"/>
              </a:buClr>
              <a:buSzPts val="1200"/>
              <a:buFont typeface="Space Grotesk"/>
              <a:buNone/>
              <a:defRPr sz="1200"/>
            </a:lvl3pPr>
            <a:lvl4pPr lvl="3">
              <a:spcBef>
                <a:spcPts val="0"/>
              </a:spcBef>
              <a:spcAft>
                <a:spcPts val="0"/>
              </a:spcAft>
              <a:buClr>
                <a:schemeClr val="lt1"/>
              </a:buClr>
              <a:buSzPts val="1200"/>
              <a:buFont typeface="Space Grotesk"/>
              <a:buNone/>
              <a:defRPr sz="1200"/>
            </a:lvl4pPr>
            <a:lvl5pPr lvl="4">
              <a:spcBef>
                <a:spcPts val="0"/>
              </a:spcBef>
              <a:spcAft>
                <a:spcPts val="0"/>
              </a:spcAft>
              <a:buClr>
                <a:schemeClr val="lt1"/>
              </a:buClr>
              <a:buSzPts val="1200"/>
              <a:buFont typeface="Space Grotesk"/>
              <a:buNone/>
              <a:defRPr sz="1200"/>
            </a:lvl5pPr>
            <a:lvl6pPr lvl="5">
              <a:spcBef>
                <a:spcPts val="0"/>
              </a:spcBef>
              <a:spcAft>
                <a:spcPts val="0"/>
              </a:spcAft>
              <a:buClr>
                <a:schemeClr val="lt1"/>
              </a:buClr>
              <a:buSzPts val="1200"/>
              <a:buFont typeface="Space Grotesk"/>
              <a:buNone/>
              <a:defRPr sz="1200"/>
            </a:lvl6pPr>
            <a:lvl7pPr lvl="6">
              <a:spcBef>
                <a:spcPts val="0"/>
              </a:spcBef>
              <a:spcAft>
                <a:spcPts val="0"/>
              </a:spcAft>
              <a:buClr>
                <a:schemeClr val="lt1"/>
              </a:buClr>
              <a:buSzPts val="1200"/>
              <a:buFont typeface="Space Grotesk"/>
              <a:buNone/>
              <a:defRPr sz="1200"/>
            </a:lvl7pPr>
            <a:lvl8pPr lvl="7">
              <a:spcBef>
                <a:spcPts val="0"/>
              </a:spcBef>
              <a:spcAft>
                <a:spcPts val="0"/>
              </a:spcAft>
              <a:buClr>
                <a:schemeClr val="lt1"/>
              </a:buClr>
              <a:buSzPts val="1200"/>
              <a:buFont typeface="Space Grotesk"/>
              <a:buNone/>
              <a:defRPr sz="1200"/>
            </a:lvl8pPr>
            <a:lvl9pPr lvl="8">
              <a:spcBef>
                <a:spcPts val="0"/>
              </a:spcBef>
              <a:spcAft>
                <a:spcPts val="0"/>
              </a:spcAft>
              <a:buClr>
                <a:schemeClr val="lt1"/>
              </a:buClr>
              <a:buSzPts val="1200"/>
              <a:buFont typeface="Space Grotesk"/>
              <a:buNone/>
              <a:defRPr sz="1200"/>
            </a:lvl9pPr>
          </a:lstStyle>
          <a:p/>
        </p:txBody>
      </p:sp>
      <p:sp>
        <p:nvSpPr>
          <p:cNvPr id="66" name="Google Shape;66;p15"/>
          <p:cNvSpPr txBox="1"/>
          <p:nvPr>
            <p:ph idx="5" type="subTitle"/>
          </p:nvPr>
        </p:nvSpPr>
        <p:spPr>
          <a:xfrm>
            <a:off x="244675" y="4406777"/>
            <a:ext cx="3215700" cy="1995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p:txBody>
      </p:sp>
      <p:sp>
        <p:nvSpPr>
          <p:cNvPr id="67" name="Google Shape;67;p15"/>
          <p:cNvSpPr txBox="1"/>
          <p:nvPr>
            <p:ph idx="6" type="subTitle"/>
          </p:nvPr>
        </p:nvSpPr>
        <p:spPr>
          <a:xfrm>
            <a:off x="3766025" y="4049575"/>
            <a:ext cx="3215700" cy="1995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Space Grotesk"/>
              <a:buNone/>
              <a:defRPr sz="1200"/>
            </a:lvl1pPr>
            <a:lvl2pPr lvl="1">
              <a:spcBef>
                <a:spcPts val="0"/>
              </a:spcBef>
              <a:spcAft>
                <a:spcPts val="0"/>
              </a:spcAft>
              <a:buClr>
                <a:schemeClr val="lt1"/>
              </a:buClr>
              <a:buSzPts val="1200"/>
              <a:buFont typeface="Space Grotesk"/>
              <a:buNone/>
              <a:defRPr sz="1200"/>
            </a:lvl2pPr>
            <a:lvl3pPr lvl="2">
              <a:spcBef>
                <a:spcPts val="0"/>
              </a:spcBef>
              <a:spcAft>
                <a:spcPts val="0"/>
              </a:spcAft>
              <a:buClr>
                <a:schemeClr val="lt1"/>
              </a:buClr>
              <a:buSzPts val="1200"/>
              <a:buFont typeface="Space Grotesk"/>
              <a:buNone/>
              <a:defRPr sz="1200"/>
            </a:lvl3pPr>
            <a:lvl4pPr lvl="3">
              <a:spcBef>
                <a:spcPts val="0"/>
              </a:spcBef>
              <a:spcAft>
                <a:spcPts val="0"/>
              </a:spcAft>
              <a:buClr>
                <a:schemeClr val="lt1"/>
              </a:buClr>
              <a:buSzPts val="1200"/>
              <a:buFont typeface="Space Grotesk"/>
              <a:buNone/>
              <a:defRPr sz="1200"/>
            </a:lvl4pPr>
            <a:lvl5pPr lvl="4">
              <a:spcBef>
                <a:spcPts val="0"/>
              </a:spcBef>
              <a:spcAft>
                <a:spcPts val="0"/>
              </a:spcAft>
              <a:buClr>
                <a:schemeClr val="lt1"/>
              </a:buClr>
              <a:buSzPts val="1200"/>
              <a:buFont typeface="Space Grotesk"/>
              <a:buNone/>
              <a:defRPr sz="1200"/>
            </a:lvl5pPr>
            <a:lvl6pPr lvl="5">
              <a:spcBef>
                <a:spcPts val="0"/>
              </a:spcBef>
              <a:spcAft>
                <a:spcPts val="0"/>
              </a:spcAft>
              <a:buClr>
                <a:schemeClr val="lt1"/>
              </a:buClr>
              <a:buSzPts val="1200"/>
              <a:buFont typeface="Space Grotesk"/>
              <a:buNone/>
              <a:defRPr sz="1200"/>
            </a:lvl6pPr>
            <a:lvl7pPr lvl="6">
              <a:spcBef>
                <a:spcPts val="0"/>
              </a:spcBef>
              <a:spcAft>
                <a:spcPts val="0"/>
              </a:spcAft>
              <a:buClr>
                <a:schemeClr val="lt1"/>
              </a:buClr>
              <a:buSzPts val="1200"/>
              <a:buFont typeface="Space Grotesk"/>
              <a:buNone/>
              <a:defRPr sz="1200"/>
            </a:lvl7pPr>
            <a:lvl8pPr lvl="7">
              <a:spcBef>
                <a:spcPts val="0"/>
              </a:spcBef>
              <a:spcAft>
                <a:spcPts val="0"/>
              </a:spcAft>
              <a:buClr>
                <a:schemeClr val="lt1"/>
              </a:buClr>
              <a:buSzPts val="1200"/>
              <a:buFont typeface="Space Grotesk"/>
              <a:buNone/>
              <a:defRPr sz="1200"/>
            </a:lvl8pPr>
            <a:lvl9pPr lvl="8">
              <a:spcBef>
                <a:spcPts val="0"/>
              </a:spcBef>
              <a:spcAft>
                <a:spcPts val="0"/>
              </a:spcAft>
              <a:buClr>
                <a:schemeClr val="lt1"/>
              </a:buClr>
              <a:buSzPts val="1200"/>
              <a:buFont typeface="Space Grotesk"/>
              <a:buNone/>
              <a:defRPr sz="1200"/>
            </a:lvl9pPr>
          </a:lstStyle>
          <a:p/>
        </p:txBody>
      </p:sp>
      <p:sp>
        <p:nvSpPr>
          <p:cNvPr id="68" name="Google Shape;68;p15"/>
          <p:cNvSpPr txBox="1"/>
          <p:nvPr>
            <p:ph idx="7" type="subTitle"/>
          </p:nvPr>
        </p:nvSpPr>
        <p:spPr>
          <a:xfrm>
            <a:off x="3766025" y="4406777"/>
            <a:ext cx="3215700" cy="1995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p:txBody>
      </p:sp>
      <p:sp>
        <p:nvSpPr>
          <p:cNvPr id="69" name="Google Shape;69;p15"/>
          <p:cNvSpPr txBox="1"/>
          <p:nvPr>
            <p:ph hasCustomPrompt="1" idx="8" type="title"/>
          </p:nvPr>
        </p:nvSpPr>
        <p:spPr>
          <a:xfrm>
            <a:off x="149953" y="271577"/>
            <a:ext cx="1226400" cy="415500"/>
          </a:xfrm>
          <a:prstGeom prst="rect">
            <a:avLst/>
          </a:prstGeom>
        </p:spPr>
        <p:txBody>
          <a:bodyPr anchorCtr="0" anchor="b" bIns="91425" lIns="91425" spcFirstLastPara="1" rIns="91425" wrap="square" tIns="91425">
            <a:noAutofit/>
          </a:bodyPr>
          <a:lstStyle>
            <a:lvl1pPr lvl="0">
              <a:spcBef>
                <a:spcPts val="0"/>
              </a:spcBef>
              <a:spcAft>
                <a:spcPts val="0"/>
              </a:spcAft>
              <a:buClr>
                <a:schemeClr val="accent2"/>
              </a:buClr>
              <a:buSzPts val="3000"/>
              <a:buFont typeface="Space Grotesk"/>
              <a:buNone/>
              <a:defRPr sz="3000">
                <a:solidFill>
                  <a:schemeClr val="accent2"/>
                </a:solidFill>
              </a:defRPr>
            </a:lvl1pPr>
            <a:lvl2pPr lvl="1">
              <a:spcBef>
                <a:spcPts val="0"/>
              </a:spcBef>
              <a:spcAft>
                <a:spcPts val="0"/>
              </a:spcAft>
              <a:buClr>
                <a:schemeClr val="accent2"/>
              </a:buClr>
              <a:buSzPts val="3000"/>
              <a:buFont typeface="Space Grotesk"/>
              <a:buNone/>
              <a:defRPr sz="3000">
                <a:solidFill>
                  <a:schemeClr val="accent2"/>
                </a:solidFill>
              </a:defRPr>
            </a:lvl2pPr>
            <a:lvl3pPr lvl="2">
              <a:spcBef>
                <a:spcPts val="0"/>
              </a:spcBef>
              <a:spcAft>
                <a:spcPts val="0"/>
              </a:spcAft>
              <a:buClr>
                <a:schemeClr val="accent2"/>
              </a:buClr>
              <a:buSzPts val="3000"/>
              <a:buFont typeface="Space Grotesk"/>
              <a:buNone/>
              <a:defRPr sz="3000">
                <a:solidFill>
                  <a:schemeClr val="accent2"/>
                </a:solidFill>
              </a:defRPr>
            </a:lvl3pPr>
            <a:lvl4pPr lvl="3">
              <a:spcBef>
                <a:spcPts val="0"/>
              </a:spcBef>
              <a:spcAft>
                <a:spcPts val="0"/>
              </a:spcAft>
              <a:buClr>
                <a:schemeClr val="accent2"/>
              </a:buClr>
              <a:buSzPts val="3000"/>
              <a:buFont typeface="Space Grotesk"/>
              <a:buNone/>
              <a:defRPr sz="3000">
                <a:solidFill>
                  <a:schemeClr val="accent2"/>
                </a:solidFill>
              </a:defRPr>
            </a:lvl4pPr>
            <a:lvl5pPr lvl="4">
              <a:spcBef>
                <a:spcPts val="0"/>
              </a:spcBef>
              <a:spcAft>
                <a:spcPts val="0"/>
              </a:spcAft>
              <a:buClr>
                <a:schemeClr val="accent2"/>
              </a:buClr>
              <a:buSzPts val="3000"/>
              <a:buFont typeface="Space Grotesk"/>
              <a:buNone/>
              <a:defRPr sz="3000">
                <a:solidFill>
                  <a:schemeClr val="accent2"/>
                </a:solidFill>
              </a:defRPr>
            </a:lvl5pPr>
            <a:lvl6pPr lvl="5">
              <a:spcBef>
                <a:spcPts val="0"/>
              </a:spcBef>
              <a:spcAft>
                <a:spcPts val="0"/>
              </a:spcAft>
              <a:buClr>
                <a:schemeClr val="accent2"/>
              </a:buClr>
              <a:buSzPts val="3000"/>
              <a:buFont typeface="Space Grotesk"/>
              <a:buNone/>
              <a:defRPr sz="3000">
                <a:solidFill>
                  <a:schemeClr val="accent2"/>
                </a:solidFill>
              </a:defRPr>
            </a:lvl6pPr>
            <a:lvl7pPr lvl="6">
              <a:spcBef>
                <a:spcPts val="0"/>
              </a:spcBef>
              <a:spcAft>
                <a:spcPts val="0"/>
              </a:spcAft>
              <a:buClr>
                <a:schemeClr val="accent2"/>
              </a:buClr>
              <a:buSzPts val="3000"/>
              <a:buFont typeface="Space Grotesk"/>
              <a:buNone/>
              <a:defRPr sz="3000">
                <a:solidFill>
                  <a:schemeClr val="accent2"/>
                </a:solidFill>
              </a:defRPr>
            </a:lvl7pPr>
            <a:lvl8pPr lvl="7">
              <a:spcBef>
                <a:spcPts val="0"/>
              </a:spcBef>
              <a:spcAft>
                <a:spcPts val="0"/>
              </a:spcAft>
              <a:buClr>
                <a:schemeClr val="accent2"/>
              </a:buClr>
              <a:buSzPts val="3000"/>
              <a:buFont typeface="Space Grotesk"/>
              <a:buNone/>
              <a:defRPr sz="3000">
                <a:solidFill>
                  <a:schemeClr val="accent2"/>
                </a:solidFill>
              </a:defRPr>
            </a:lvl8pPr>
            <a:lvl9pPr lvl="8">
              <a:spcBef>
                <a:spcPts val="0"/>
              </a:spcBef>
              <a:spcAft>
                <a:spcPts val="0"/>
              </a:spcAft>
              <a:buClr>
                <a:schemeClr val="accent2"/>
              </a:buClr>
              <a:buSzPts val="3000"/>
              <a:buFont typeface="Space Grotesk"/>
              <a:buNone/>
              <a:defRPr sz="3000">
                <a:solidFill>
                  <a:schemeClr val="accent2"/>
                </a:solidFill>
              </a:defRPr>
            </a:lvl9pPr>
          </a:lstStyle>
          <a:p>
            <a:r>
              <a:t>xx%</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BLANK_1_1">
    <p:bg>
      <p:bgPr>
        <a:gradFill>
          <a:gsLst>
            <a:gs pos="0">
              <a:schemeClr val="accent4"/>
            </a:gs>
            <a:gs pos="100000">
              <a:schemeClr val="dk1"/>
            </a:gs>
          </a:gsLst>
          <a:path path="circle">
            <a:fillToRect b="50%" l="50%" r="50%" t="50%"/>
          </a:path>
          <a:tileRect/>
        </a:gradFill>
      </p:bgPr>
    </p:bg>
    <p:spTree>
      <p:nvGrpSpPr>
        <p:cNvPr id="70" name="Shape 70"/>
        <p:cNvGrpSpPr/>
        <p:nvPr/>
      </p:nvGrpSpPr>
      <p:grpSpPr>
        <a:xfrm>
          <a:off x="0" y="0"/>
          <a:ext cx="0" cy="0"/>
          <a:chOff x="0" y="0"/>
          <a:chExt cx="0" cy="0"/>
        </a:xfrm>
      </p:grpSpPr>
      <p:sp>
        <p:nvSpPr>
          <p:cNvPr id="71" name="Google Shape;71;p16"/>
          <p:cNvSpPr txBox="1"/>
          <p:nvPr>
            <p:ph type="title"/>
          </p:nvPr>
        </p:nvSpPr>
        <p:spPr>
          <a:xfrm>
            <a:off x="212450" y="177900"/>
            <a:ext cx="5789400" cy="4065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72" name="Google Shape;72;p16"/>
          <p:cNvSpPr txBox="1"/>
          <p:nvPr>
            <p:ph idx="1" type="body"/>
          </p:nvPr>
        </p:nvSpPr>
        <p:spPr>
          <a:xfrm>
            <a:off x="228600" y="1177425"/>
            <a:ext cx="3755700" cy="17928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lt1"/>
              </a:buClr>
              <a:buSzPts val="1000"/>
              <a:buFont typeface="Roboto"/>
              <a:buChar char="●"/>
              <a:defRPr/>
            </a:lvl1pPr>
            <a:lvl2pPr indent="-292100" lvl="1" marL="914400">
              <a:lnSpc>
                <a:spcPct val="115000"/>
              </a:lnSpc>
              <a:spcBef>
                <a:spcPts val="800"/>
              </a:spcBef>
              <a:spcAft>
                <a:spcPts val="0"/>
              </a:spcAft>
              <a:buClr>
                <a:schemeClr val="lt1"/>
              </a:buClr>
              <a:buSzPts val="1000"/>
              <a:buFont typeface="Roboto"/>
              <a:buChar char="○"/>
              <a:defRPr/>
            </a:lvl2pPr>
            <a:lvl3pPr indent="-292100" lvl="2" marL="1371600">
              <a:lnSpc>
                <a:spcPct val="115000"/>
              </a:lnSpc>
              <a:spcBef>
                <a:spcPts val="800"/>
              </a:spcBef>
              <a:spcAft>
                <a:spcPts val="0"/>
              </a:spcAft>
              <a:buClr>
                <a:schemeClr val="lt1"/>
              </a:buClr>
              <a:buSzPts val="1000"/>
              <a:buFont typeface="Roboto"/>
              <a:buChar char="■"/>
              <a:defRPr/>
            </a:lvl3pPr>
            <a:lvl4pPr indent="-292100" lvl="3" marL="1828800">
              <a:lnSpc>
                <a:spcPct val="115000"/>
              </a:lnSpc>
              <a:spcBef>
                <a:spcPts val="800"/>
              </a:spcBef>
              <a:spcAft>
                <a:spcPts val="0"/>
              </a:spcAft>
              <a:buClr>
                <a:schemeClr val="lt1"/>
              </a:buClr>
              <a:buSzPts val="1000"/>
              <a:buFont typeface="Roboto"/>
              <a:buChar char="●"/>
              <a:defRPr/>
            </a:lvl4pPr>
            <a:lvl5pPr indent="-292100" lvl="4" marL="2286000">
              <a:lnSpc>
                <a:spcPct val="115000"/>
              </a:lnSpc>
              <a:spcBef>
                <a:spcPts val="800"/>
              </a:spcBef>
              <a:spcAft>
                <a:spcPts val="0"/>
              </a:spcAft>
              <a:buClr>
                <a:schemeClr val="lt1"/>
              </a:buClr>
              <a:buSzPts val="1000"/>
              <a:buFont typeface="Roboto"/>
              <a:buChar char="○"/>
              <a:defRPr/>
            </a:lvl5pPr>
            <a:lvl6pPr indent="-292100" lvl="5" marL="2743200">
              <a:lnSpc>
                <a:spcPct val="115000"/>
              </a:lnSpc>
              <a:spcBef>
                <a:spcPts val="800"/>
              </a:spcBef>
              <a:spcAft>
                <a:spcPts val="0"/>
              </a:spcAft>
              <a:buClr>
                <a:schemeClr val="lt1"/>
              </a:buClr>
              <a:buSzPts val="1000"/>
              <a:buFont typeface="Roboto"/>
              <a:buChar char="■"/>
              <a:defRPr/>
            </a:lvl6pPr>
            <a:lvl7pPr indent="-292100" lvl="6" marL="3200400">
              <a:lnSpc>
                <a:spcPct val="115000"/>
              </a:lnSpc>
              <a:spcBef>
                <a:spcPts val="800"/>
              </a:spcBef>
              <a:spcAft>
                <a:spcPts val="0"/>
              </a:spcAft>
              <a:buClr>
                <a:schemeClr val="lt1"/>
              </a:buClr>
              <a:buSzPts val="1000"/>
              <a:buFont typeface="Roboto"/>
              <a:buChar char="●"/>
              <a:defRPr/>
            </a:lvl7pPr>
            <a:lvl8pPr indent="-292100" lvl="7" marL="3657600">
              <a:lnSpc>
                <a:spcPct val="115000"/>
              </a:lnSpc>
              <a:spcBef>
                <a:spcPts val="800"/>
              </a:spcBef>
              <a:spcAft>
                <a:spcPts val="0"/>
              </a:spcAft>
              <a:buClr>
                <a:schemeClr val="lt1"/>
              </a:buClr>
              <a:buSzPts val="1000"/>
              <a:buFont typeface="Roboto"/>
              <a:buChar char="○"/>
              <a:defRPr/>
            </a:lvl8pPr>
            <a:lvl9pPr indent="-292100" lvl="8" marL="4114800">
              <a:lnSpc>
                <a:spcPct val="115000"/>
              </a:lnSpc>
              <a:spcBef>
                <a:spcPts val="800"/>
              </a:spcBef>
              <a:spcAft>
                <a:spcPts val="800"/>
              </a:spcAft>
              <a:buClr>
                <a:schemeClr val="lt1"/>
              </a:buClr>
              <a:buSzPts val="1000"/>
              <a:buFont typeface="Roboto"/>
              <a:buChar char="■"/>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_2">
    <p:bg>
      <p:bgPr>
        <a:gradFill>
          <a:gsLst>
            <a:gs pos="0">
              <a:schemeClr val="accent4"/>
            </a:gs>
            <a:gs pos="100000">
              <a:schemeClr val="dk1"/>
            </a:gs>
          </a:gsLst>
          <a:path path="circle">
            <a:fillToRect b="50%" l="50%" r="50%" t="50%"/>
          </a:path>
          <a:tileRect/>
        </a:gradFill>
      </p:bgPr>
    </p:bg>
    <p:spTree>
      <p:nvGrpSpPr>
        <p:cNvPr id="73" name="Shape 73"/>
        <p:cNvGrpSpPr/>
        <p:nvPr/>
      </p:nvGrpSpPr>
      <p:grpSpPr>
        <a:xfrm>
          <a:off x="0" y="0"/>
          <a:ext cx="0" cy="0"/>
          <a:chOff x="0" y="0"/>
          <a:chExt cx="0" cy="0"/>
        </a:xfrm>
      </p:grpSpPr>
      <p:sp>
        <p:nvSpPr>
          <p:cNvPr id="74" name="Google Shape;74;p17"/>
          <p:cNvSpPr txBox="1"/>
          <p:nvPr>
            <p:ph type="title"/>
          </p:nvPr>
        </p:nvSpPr>
        <p:spPr>
          <a:xfrm>
            <a:off x="212450" y="177900"/>
            <a:ext cx="5789400" cy="4065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75" name="Google Shape;75;p17"/>
          <p:cNvSpPr txBox="1"/>
          <p:nvPr>
            <p:ph idx="1" type="body"/>
          </p:nvPr>
        </p:nvSpPr>
        <p:spPr>
          <a:xfrm>
            <a:off x="228600" y="1177425"/>
            <a:ext cx="3755700" cy="22080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lt1"/>
              </a:buClr>
              <a:buSzPts val="1000"/>
              <a:buFont typeface="Roboto"/>
              <a:buChar char="●"/>
              <a:defRPr/>
            </a:lvl1pPr>
            <a:lvl2pPr indent="-292100" lvl="1" marL="914400">
              <a:lnSpc>
                <a:spcPct val="115000"/>
              </a:lnSpc>
              <a:spcBef>
                <a:spcPts val="800"/>
              </a:spcBef>
              <a:spcAft>
                <a:spcPts val="0"/>
              </a:spcAft>
              <a:buClr>
                <a:schemeClr val="lt1"/>
              </a:buClr>
              <a:buSzPts val="1000"/>
              <a:buFont typeface="Roboto"/>
              <a:buChar char="○"/>
              <a:defRPr/>
            </a:lvl2pPr>
            <a:lvl3pPr indent="-292100" lvl="2" marL="1371600">
              <a:lnSpc>
                <a:spcPct val="115000"/>
              </a:lnSpc>
              <a:spcBef>
                <a:spcPts val="800"/>
              </a:spcBef>
              <a:spcAft>
                <a:spcPts val="0"/>
              </a:spcAft>
              <a:buClr>
                <a:schemeClr val="lt1"/>
              </a:buClr>
              <a:buSzPts val="1000"/>
              <a:buFont typeface="Roboto"/>
              <a:buChar char="■"/>
              <a:defRPr/>
            </a:lvl3pPr>
            <a:lvl4pPr indent="-292100" lvl="3" marL="1828800">
              <a:lnSpc>
                <a:spcPct val="115000"/>
              </a:lnSpc>
              <a:spcBef>
                <a:spcPts val="800"/>
              </a:spcBef>
              <a:spcAft>
                <a:spcPts val="0"/>
              </a:spcAft>
              <a:buClr>
                <a:schemeClr val="lt1"/>
              </a:buClr>
              <a:buSzPts val="1000"/>
              <a:buFont typeface="Roboto"/>
              <a:buChar char="●"/>
              <a:defRPr/>
            </a:lvl4pPr>
            <a:lvl5pPr indent="-292100" lvl="4" marL="2286000">
              <a:lnSpc>
                <a:spcPct val="115000"/>
              </a:lnSpc>
              <a:spcBef>
                <a:spcPts val="800"/>
              </a:spcBef>
              <a:spcAft>
                <a:spcPts val="0"/>
              </a:spcAft>
              <a:buClr>
                <a:schemeClr val="lt1"/>
              </a:buClr>
              <a:buSzPts val="1000"/>
              <a:buFont typeface="Roboto"/>
              <a:buChar char="○"/>
              <a:defRPr/>
            </a:lvl5pPr>
            <a:lvl6pPr indent="-292100" lvl="5" marL="2743200">
              <a:lnSpc>
                <a:spcPct val="115000"/>
              </a:lnSpc>
              <a:spcBef>
                <a:spcPts val="800"/>
              </a:spcBef>
              <a:spcAft>
                <a:spcPts val="0"/>
              </a:spcAft>
              <a:buClr>
                <a:schemeClr val="lt1"/>
              </a:buClr>
              <a:buSzPts val="1000"/>
              <a:buFont typeface="Roboto"/>
              <a:buChar char="■"/>
              <a:defRPr/>
            </a:lvl6pPr>
            <a:lvl7pPr indent="-292100" lvl="6" marL="3200400">
              <a:lnSpc>
                <a:spcPct val="115000"/>
              </a:lnSpc>
              <a:spcBef>
                <a:spcPts val="800"/>
              </a:spcBef>
              <a:spcAft>
                <a:spcPts val="0"/>
              </a:spcAft>
              <a:buClr>
                <a:schemeClr val="lt1"/>
              </a:buClr>
              <a:buSzPts val="1000"/>
              <a:buFont typeface="Roboto"/>
              <a:buChar char="●"/>
              <a:defRPr/>
            </a:lvl7pPr>
            <a:lvl8pPr indent="-292100" lvl="7" marL="3657600">
              <a:lnSpc>
                <a:spcPct val="115000"/>
              </a:lnSpc>
              <a:spcBef>
                <a:spcPts val="800"/>
              </a:spcBef>
              <a:spcAft>
                <a:spcPts val="0"/>
              </a:spcAft>
              <a:buClr>
                <a:schemeClr val="lt1"/>
              </a:buClr>
              <a:buSzPts val="1000"/>
              <a:buFont typeface="Roboto"/>
              <a:buChar char="○"/>
              <a:defRPr/>
            </a:lvl8pPr>
            <a:lvl9pPr indent="-292100" lvl="8" marL="4114800">
              <a:lnSpc>
                <a:spcPct val="115000"/>
              </a:lnSpc>
              <a:spcBef>
                <a:spcPts val="800"/>
              </a:spcBef>
              <a:spcAft>
                <a:spcPts val="800"/>
              </a:spcAft>
              <a:buClr>
                <a:schemeClr val="lt1"/>
              </a:buClr>
              <a:buSzPts val="1000"/>
              <a:buFont typeface="Roboto"/>
              <a:buChar char="■"/>
              <a:defRPr/>
            </a:lvl9pPr>
          </a:lstStyle>
          <a:p/>
        </p:txBody>
      </p:sp>
      <p:sp>
        <p:nvSpPr>
          <p:cNvPr id="76" name="Google Shape;76;p17"/>
          <p:cNvSpPr/>
          <p:nvPr/>
        </p:nvSpPr>
        <p:spPr>
          <a:xfrm rot="-4965287">
            <a:off x="3128596" y="1334473"/>
            <a:ext cx="9524549" cy="9524549"/>
          </a:xfrm>
          <a:prstGeom prst="ellipse">
            <a:avLst/>
          </a:prstGeom>
          <a:gradFill>
            <a:gsLst>
              <a:gs pos="0">
                <a:schemeClr val="accent4"/>
              </a:gs>
              <a:gs pos="100000">
                <a:schemeClr val="dk1"/>
              </a:gs>
            </a:gsLst>
            <a:path path="circle">
              <a:fillToRect b="50%" l="50%" r="50%" t="50%"/>
            </a:path>
            <a:tileRect/>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77" name="Google Shape;77;p17"/>
          <p:cNvSpPr txBox="1"/>
          <p:nvPr>
            <p:ph idx="2" type="subTitle"/>
          </p:nvPr>
        </p:nvSpPr>
        <p:spPr>
          <a:xfrm>
            <a:off x="5571900" y="3313500"/>
            <a:ext cx="3343500" cy="7536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800"/>
              <a:buFont typeface="Space Grotesk"/>
              <a:buNone/>
              <a:defRPr/>
            </a:lvl1pPr>
            <a:lvl2pPr lvl="1">
              <a:spcBef>
                <a:spcPts val="0"/>
              </a:spcBef>
              <a:spcAft>
                <a:spcPts val="0"/>
              </a:spcAft>
              <a:buClr>
                <a:schemeClr val="lt1"/>
              </a:buClr>
              <a:buSzPts val="1800"/>
              <a:buFont typeface="Space Grotesk"/>
              <a:buNone/>
              <a:defRPr/>
            </a:lvl2pPr>
            <a:lvl3pPr lvl="2">
              <a:spcBef>
                <a:spcPts val="0"/>
              </a:spcBef>
              <a:spcAft>
                <a:spcPts val="0"/>
              </a:spcAft>
              <a:buClr>
                <a:schemeClr val="lt1"/>
              </a:buClr>
              <a:buSzPts val="1800"/>
              <a:buFont typeface="Space Grotesk"/>
              <a:buNone/>
              <a:defRPr/>
            </a:lvl3pPr>
            <a:lvl4pPr lvl="3">
              <a:spcBef>
                <a:spcPts val="0"/>
              </a:spcBef>
              <a:spcAft>
                <a:spcPts val="0"/>
              </a:spcAft>
              <a:buClr>
                <a:schemeClr val="lt1"/>
              </a:buClr>
              <a:buSzPts val="1800"/>
              <a:buFont typeface="Space Grotesk"/>
              <a:buNone/>
              <a:defRPr/>
            </a:lvl4pPr>
            <a:lvl5pPr lvl="4">
              <a:spcBef>
                <a:spcPts val="0"/>
              </a:spcBef>
              <a:spcAft>
                <a:spcPts val="0"/>
              </a:spcAft>
              <a:buClr>
                <a:schemeClr val="lt1"/>
              </a:buClr>
              <a:buSzPts val="1800"/>
              <a:buFont typeface="Space Grotesk"/>
              <a:buNone/>
              <a:defRPr/>
            </a:lvl5pPr>
            <a:lvl6pPr lvl="5">
              <a:spcBef>
                <a:spcPts val="0"/>
              </a:spcBef>
              <a:spcAft>
                <a:spcPts val="0"/>
              </a:spcAft>
              <a:buClr>
                <a:schemeClr val="lt1"/>
              </a:buClr>
              <a:buSzPts val="1800"/>
              <a:buFont typeface="Space Grotesk"/>
              <a:buNone/>
              <a:defRPr/>
            </a:lvl6pPr>
            <a:lvl7pPr lvl="6">
              <a:spcBef>
                <a:spcPts val="0"/>
              </a:spcBef>
              <a:spcAft>
                <a:spcPts val="0"/>
              </a:spcAft>
              <a:buClr>
                <a:schemeClr val="lt1"/>
              </a:buClr>
              <a:buSzPts val="1800"/>
              <a:buFont typeface="Space Grotesk"/>
              <a:buNone/>
              <a:defRPr/>
            </a:lvl7pPr>
            <a:lvl8pPr lvl="7">
              <a:spcBef>
                <a:spcPts val="0"/>
              </a:spcBef>
              <a:spcAft>
                <a:spcPts val="0"/>
              </a:spcAft>
              <a:buClr>
                <a:schemeClr val="lt1"/>
              </a:buClr>
              <a:buSzPts val="1800"/>
              <a:buFont typeface="Space Grotesk"/>
              <a:buNone/>
              <a:defRPr/>
            </a:lvl8pPr>
            <a:lvl9pPr lvl="8">
              <a:spcBef>
                <a:spcPts val="0"/>
              </a:spcBef>
              <a:spcAft>
                <a:spcPts val="0"/>
              </a:spcAft>
              <a:buClr>
                <a:schemeClr val="lt1"/>
              </a:buClr>
              <a:buSzPts val="1800"/>
              <a:buFont typeface="Space Grotesk"/>
              <a:buNone/>
              <a:defRPr/>
            </a:lvl9pPr>
          </a:lstStyle>
          <a:p/>
        </p:txBody>
      </p:sp>
      <p:sp>
        <p:nvSpPr>
          <p:cNvPr id="78" name="Google Shape;78;p17"/>
          <p:cNvSpPr txBox="1"/>
          <p:nvPr>
            <p:ph idx="3" type="subTitle"/>
          </p:nvPr>
        </p:nvSpPr>
        <p:spPr>
          <a:xfrm>
            <a:off x="5571900" y="4320975"/>
            <a:ext cx="3343500" cy="356400"/>
          </a:xfrm>
          <a:prstGeom prst="rect">
            <a:avLst/>
          </a:prstGeom>
        </p:spPr>
        <p:txBody>
          <a:bodyPr anchorCtr="0" anchor="t" bIns="0" lIns="0" spcFirstLastPara="1" rIns="0" wrap="square" tIns="0">
            <a:spAutoFit/>
          </a:bodyPr>
          <a:lstStyle>
            <a:lvl1pPr lvl="0">
              <a:spcBef>
                <a:spcPts val="0"/>
              </a:spcBef>
              <a:spcAft>
                <a:spcPts val="0"/>
              </a:spcAft>
              <a:buClr>
                <a:schemeClr val="accent2"/>
              </a:buClr>
              <a:buSzPts val="1000"/>
              <a:buFont typeface="Space Grotesk"/>
              <a:buNone/>
              <a:defRPr sz="1000">
                <a:solidFill>
                  <a:schemeClr val="accent2"/>
                </a:solidFill>
              </a:defRPr>
            </a:lvl1pPr>
            <a:lvl2pPr lvl="1">
              <a:spcBef>
                <a:spcPts val="0"/>
              </a:spcBef>
              <a:spcAft>
                <a:spcPts val="0"/>
              </a:spcAft>
              <a:buClr>
                <a:schemeClr val="accent2"/>
              </a:buClr>
              <a:buSzPts val="1000"/>
              <a:buFont typeface="Space Grotesk"/>
              <a:buNone/>
              <a:defRPr sz="1000">
                <a:solidFill>
                  <a:schemeClr val="accent2"/>
                </a:solidFill>
              </a:defRPr>
            </a:lvl2pPr>
            <a:lvl3pPr lvl="2">
              <a:spcBef>
                <a:spcPts val="0"/>
              </a:spcBef>
              <a:spcAft>
                <a:spcPts val="0"/>
              </a:spcAft>
              <a:buClr>
                <a:schemeClr val="accent2"/>
              </a:buClr>
              <a:buSzPts val="1000"/>
              <a:buFont typeface="Space Grotesk"/>
              <a:buNone/>
              <a:defRPr sz="1000">
                <a:solidFill>
                  <a:schemeClr val="accent2"/>
                </a:solidFill>
              </a:defRPr>
            </a:lvl3pPr>
            <a:lvl4pPr lvl="3">
              <a:spcBef>
                <a:spcPts val="0"/>
              </a:spcBef>
              <a:spcAft>
                <a:spcPts val="0"/>
              </a:spcAft>
              <a:buClr>
                <a:schemeClr val="accent2"/>
              </a:buClr>
              <a:buSzPts val="1000"/>
              <a:buFont typeface="Space Grotesk"/>
              <a:buNone/>
              <a:defRPr sz="1000">
                <a:solidFill>
                  <a:schemeClr val="accent2"/>
                </a:solidFill>
              </a:defRPr>
            </a:lvl4pPr>
            <a:lvl5pPr lvl="4">
              <a:spcBef>
                <a:spcPts val="0"/>
              </a:spcBef>
              <a:spcAft>
                <a:spcPts val="0"/>
              </a:spcAft>
              <a:buClr>
                <a:schemeClr val="accent2"/>
              </a:buClr>
              <a:buSzPts val="1000"/>
              <a:buFont typeface="Space Grotesk"/>
              <a:buNone/>
              <a:defRPr sz="1000">
                <a:solidFill>
                  <a:schemeClr val="accent2"/>
                </a:solidFill>
              </a:defRPr>
            </a:lvl5pPr>
            <a:lvl6pPr lvl="5">
              <a:spcBef>
                <a:spcPts val="0"/>
              </a:spcBef>
              <a:spcAft>
                <a:spcPts val="0"/>
              </a:spcAft>
              <a:buClr>
                <a:schemeClr val="accent2"/>
              </a:buClr>
              <a:buSzPts val="1000"/>
              <a:buFont typeface="Space Grotesk"/>
              <a:buNone/>
              <a:defRPr sz="1000">
                <a:solidFill>
                  <a:schemeClr val="accent2"/>
                </a:solidFill>
              </a:defRPr>
            </a:lvl6pPr>
            <a:lvl7pPr lvl="6">
              <a:spcBef>
                <a:spcPts val="0"/>
              </a:spcBef>
              <a:spcAft>
                <a:spcPts val="0"/>
              </a:spcAft>
              <a:buClr>
                <a:schemeClr val="accent2"/>
              </a:buClr>
              <a:buSzPts val="1000"/>
              <a:buFont typeface="Space Grotesk"/>
              <a:buNone/>
              <a:defRPr sz="1000">
                <a:solidFill>
                  <a:schemeClr val="accent2"/>
                </a:solidFill>
              </a:defRPr>
            </a:lvl7pPr>
            <a:lvl8pPr lvl="7">
              <a:spcBef>
                <a:spcPts val="0"/>
              </a:spcBef>
              <a:spcAft>
                <a:spcPts val="0"/>
              </a:spcAft>
              <a:buClr>
                <a:schemeClr val="accent2"/>
              </a:buClr>
              <a:buSzPts val="1000"/>
              <a:buFont typeface="Space Grotesk"/>
              <a:buNone/>
              <a:defRPr sz="1000">
                <a:solidFill>
                  <a:schemeClr val="accent2"/>
                </a:solidFill>
              </a:defRPr>
            </a:lvl8pPr>
            <a:lvl9pPr lvl="8">
              <a:spcBef>
                <a:spcPts val="0"/>
              </a:spcBef>
              <a:spcAft>
                <a:spcPts val="0"/>
              </a:spcAft>
              <a:buClr>
                <a:schemeClr val="accent2"/>
              </a:buClr>
              <a:buSzPts val="1000"/>
              <a:buFont typeface="Space Grotesk"/>
              <a:buNone/>
              <a:defRPr sz="1000">
                <a:solidFill>
                  <a:schemeClr val="accent2"/>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BLANK_1_1_1_1">
    <p:spTree>
      <p:nvGrpSpPr>
        <p:cNvPr id="79" name="Shape 79"/>
        <p:cNvGrpSpPr/>
        <p:nvPr/>
      </p:nvGrpSpPr>
      <p:grpSpPr>
        <a:xfrm>
          <a:off x="0" y="0"/>
          <a:ext cx="0" cy="0"/>
          <a:chOff x="0" y="0"/>
          <a:chExt cx="0" cy="0"/>
        </a:xfrm>
      </p:grpSpPr>
      <p:sp>
        <p:nvSpPr>
          <p:cNvPr id="80" name="Google Shape;80;p18"/>
          <p:cNvSpPr txBox="1"/>
          <p:nvPr>
            <p:ph type="title"/>
          </p:nvPr>
        </p:nvSpPr>
        <p:spPr>
          <a:xfrm>
            <a:off x="212450" y="177900"/>
            <a:ext cx="5789400" cy="4065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ive messures">
  <p:cSld name="CUSTOM_8">
    <p:spTree>
      <p:nvGrpSpPr>
        <p:cNvPr id="81" name="Shape 81"/>
        <p:cNvGrpSpPr/>
        <p:nvPr/>
      </p:nvGrpSpPr>
      <p:grpSpPr>
        <a:xfrm>
          <a:off x="0" y="0"/>
          <a:ext cx="0" cy="0"/>
          <a:chOff x="0" y="0"/>
          <a:chExt cx="0" cy="0"/>
        </a:xfrm>
      </p:grpSpPr>
      <p:sp>
        <p:nvSpPr>
          <p:cNvPr id="82" name="Google Shape;82;p19"/>
          <p:cNvSpPr txBox="1"/>
          <p:nvPr>
            <p:ph type="title"/>
          </p:nvPr>
        </p:nvSpPr>
        <p:spPr>
          <a:xfrm>
            <a:off x="212450" y="177900"/>
            <a:ext cx="5789400" cy="998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83" name="Google Shape;83;p19"/>
          <p:cNvSpPr txBox="1"/>
          <p:nvPr>
            <p:ph idx="2" type="title"/>
          </p:nvPr>
        </p:nvSpPr>
        <p:spPr>
          <a:xfrm>
            <a:off x="221800" y="2500876"/>
            <a:ext cx="2425500" cy="6324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a:lvl1pPr>
            <a:lvl2pPr lvl="1">
              <a:lnSpc>
                <a:spcPct val="115000"/>
              </a:lnSpc>
              <a:spcBef>
                <a:spcPts val="0"/>
              </a:spcBef>
              <a:spcAft>
                <a:spcPts val="0"/>
              </a:spcAft>
              <a:buNone/>
              <a:defRPr/>
            </a:lvl2pPr>
            <a:lvl3pPr lvl="2">
              <a:lnSpc>
                <a:spcPct val="115000"/>
              </a:lnSpc>
              <a:spcBef>
                <a:spcPts val="0"/>
              </a:spcBef>
              <a:spcAft>
                <a:spcPts val="0"/>
              </a:spcAft>
              <a:buNone/>
              <a:defRPr/>
            </a:lvl3pPr>
            <a:lvl4pPr lvl="3">
              <a:lnSpc>
                <a:spcPct val="115000"/>
              </a:lnSpc>
              <a:spcBef>
                <a:spcPts val="0"/>
              </a:spcBef>
              <a:spcAft>
                <a:spcPts val="0"/>
              </a:spcAft>
              <a:buNone/>
              <a:defRPr/>
            </a:lvl4pPr>
            <a:lvl5pPr lvl="4">
              <a:lnSpc>
                <a:spcPct val="115000"/>
              </a:lnSpc>
              <a:spcBef>
                <a:spcPts val="0"/>
              </a:spcBef>
              <a:spcAft>
                <a:spcPts val="0"/>
              </a:spcAft>
              <a:buNone/>
              <a:defRPr/>
            </a:lvl5pPr>
            <a:lvl6pPr lvl="5">
              <a:lnSpc>
                <a:spcPct val="115000"/>
              </a:lnSpc>
              <a:spcBef>
                <a:spcPts val="0"/>
              </a:spcBef>
              <a:spcAft>
                <a:spcPts val="0"/>
              </a:spcAft>
              <a:buNone/>
              <a:defRPr/>
            </a:lvl6pPr>
            <a:lvl7pPr lvl="6">
              <a:lnSpc>
                <a:spcPct val="115000"/>
              </a:lnSpc>
              <a:spcBef>
                <a:spcPts val="0"/>
              </a:spcBef>
              <a:spcAft>
                <a:spcPts val="0"/>
              </a:spcAft>
              <a:buNone/>
              <a:defRPr/>
            </a:lvl7pPr>
            <a:lvl8pPr lvl="7">
              <a:lnSpc>
                <a:spcPct val="115000"/>
              </a:lnSpc>
              <a:spcBef>
                <a:spcPts val="0"/>
              </a:spcBef>
              <a:spcAft>
                <a:spcPts val="0"/>
              </a:spcAft>
              <a:buNone/>
              <a:defRPr/>
            </a:lvl8pPr>
            <a:lvl9pPr lvl="8">
              <a:lnSpc>
                <a:spcPct val="115000"/>
              </a:lnSpc>
              <a:spcBef>
                <a:spcPts val="0"/>
              </a:spcBef>
              <a:spcAft>
                <a:spcPts val="0"/>
              </a:spcAft>
              <a:buNone/>
              <a:defRPr/>
            </a:lvl9pPr>
          </a:lstStyle>
          <a:p/>
        </p:txBody>
      </p:sp>
      <p:sp>
        <p:nvSpPr>
          <p:cNvPr id="84" name="Google Shape;84;p19"/>
          <p:cNvSpPr txBox="1"/>
          <p:nvPr>
            <p:ph idx="3" type="title"/>
          </p:nvPr>
        </p:nvSpPr>
        <p:spPr>
          <a:xfrm>
            <a:off x="221800" y="3264873"/>
            <a:ext cx="2425500" cy="3693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1000">
                <a:latin typeface="Roboto"/>
                <a:ea typeface="Roboto"/>
                <a:cs typeface="Roboto"/>
                <a:sym typeface="Roboto"/>
              </a:defRPr>
            </a:lvl1pPr>
            <a:lvl2pPr lvl="1">
              <a:lnSpc>
                <a:spcPct val="115000"/>
              </a:lnSpc>
              <a:spcBef>
                <a:spcPts val="0"/>
              </a:spcBef>
              <a:spcAft>
                <a:spcPts val="0"/>
              </a:spcAft>
              <a:buNone/>
              <a:defRPr sz="1000">
                <a:latin typeface="Roboto"/>
                <a:ea typeface="Roboto"/>
                <a:cs typeface="Roboto"/>
                <a:sym typeface="Roboto"/>
              </a:defRPr>
            </a:lvl2pPr>
            <a:lvl3pPr lvl="2">
              <a:lnSpc>
                <a:spcPct val="115000"/>
              </a:lnSpc>
              <a:spcBef>
                <a:spcPts val="0"/>
              </a:spcBef>
              <a:spcAft>
                <a:spcPts val="0"/>
              </a:spcAft>
              <a:buNone/>
              <a:defRPr sz="1000">
                <a:latin typeface="Roboto"/>
                <a:ea typeface="Roboto"/>
                <a:cs typeface="Roboto"/>
                <a:sym typeface="Roboto"/>
              </a:defRPr>
            </a:lvl3pPr>
            <a:lvl4pPr lvl="3">
              <a:lnSpc>
                <a:spcPct val="115000"/>
              </a:lnSpc>
              <a:spcBef>
                <a:spcPts val="0"/>
              </a:spcBef>
              <a:spcAft>
                <a:spcPts val="0"/>
              </a:spcAft>
              <a:buNone/>
              <a:defRPr sz="1000">
                <a:latin typeface="Roboto"/>
                <a:ea typeface="Roboto"/>
                <a:cs typeface="Roboto"/>
                <a:sym typeface="Roboto"/>
              </a:defRPr>
            </a:lvl4pPr>
            <a:lvl5pPr lvl="4">
              <a:lnSpc>
                <a:spcPct val="115000"/>
              </a:lnSpc>
              <a:spcBef>
                <a:spcPts val="0"/>
              </a:spcBef>
              <a:spcAft>
                <a:spcPts val="0"/>
              </a:spcAft>
              <a:buNone/>
              <a:defRPr sz="1000">
                <a:latin typeface="Roboto"/>
                <a:ea typeface="Roboto"/>
                <a:cs typeface="Roboto"/>
                <a:sym typeface="Roboto"/>
              </a:defRPr>
            </a:lvl5pPr>
            <a:lvl6pPr lvl="5">
              <a:lnSpc>
                <a:spcPct val="115000"/>
              </a:lnSpc>
              <a:spcBef>
                <a:spcPts val="0"/>
              </a:spcBef>
              <a:spcAft>
                <a:spcPts val="0"/>
              </a:spcAft>
              <a:buNone/>
              <a:defRPr sz="1000">
                <a:latin typeface="Roboto"/>
                <a:ea typeface="Roboto"/>
                <a:cs typeface="Roboto"/>
                <a:sym typeface="Roboto"/>
              </a:defRPr>
            </a:lvl6pPr>
            <a:lvl7pPr lvl="6">
              <a:lnSpc>
                <a:spcPct val="115000"/>
              </a:lnSpc>
              <a:spcBef>
                <a:spcPts val="0"/>
              </a:spcBef>
              <a:spcAft>
                <a:spcPts val="0"/>
              </a:spcAft>
              <a:buNone/>
              <a:defRPr sz="1000">
                <a:latin typeface="Roboto"/>
                <a:ea typeface="Roboto"/>
                <a:cs typeface="Roboto"/>
                <a:sym typeface="Roboto"/>
              </a:defRPr>
            </a:lvl7pPr>
            <a:lvl8pPr lvl="7">
              <a:lnSpc>
                <a:spcPct val="115000"/>
              </a:lnSpc>
              <a:spcBef>
                <a:spcPts val="0"/>
              </a:spcBef>
              <a:spcAft>
                <a:spcPts val="0"/>
              </a:spcAft>
              <a:buNone/>
              <a:defRPr sz="1000">
                <a:latin typeface="Roboto"/>
                <a:ea typeface="Roboto"/>
                <a:cs typeface="Roboto"/>
                <a:sym typeface="Roboto"/>
              </a:defRPr>
            </a:lvl8pPr>
            <a:lvl9pPr lvl="8">
              <a:lnSpc>
                <a:spcPct val="115000"/>
              </a:lnSpc>
              <a:spcBef>
                <a:spcPts val="0"/>
              </a:spcBef>
              <a:spcAft>
                <a:spcPts val="0"/>
              </a:spcAft>
              <a:buNone/>
              <a:defRPr sz="1000">
                <a:latin typeface="Roboto"/>
                <a:ea typeface="Roboto"/>
                <a:cs typeface="Roboto"/>
                <a:sym typeface="Roboto"/>
              </a:defRPr>
            </a:lvl9pPr>
          </a:lstStyle>
          <a:p/>
        </p:txBody>
      </p:sp>
      <p:sp>
        <p:nvSpPr>
          <p:cNvPr id="85" name="Google Shape;85;p19"/>
          <p:cNvSpPr txBox="1"/>
          <p:nvPr>
            <p:ph idx="4" type="title"/>
          </p:nvPr>
        </p:nvSpPr>
        <p:spPr>
          <a:xfrm>
            <a:off x="3355850" y="2500876"/>
            <a:ext cx="2425500" cy="6324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a:lvl1pPr>
            <a:lvl2pPr lvl="1">
              <a:lnSpc>
                <a:spcPct val="115000"/>
              </a:lnSpc>
              <a:spcBef>
                <a:spcPts val="0"/>
              </a:spcBef>
              <a:spcAft>
                <a:spcPts val="0"/>
              </a:spcAft>
              <a:buNone/>
              <a:defRPr/>
            </a:lvl2pPr>
            <a:lvl3pPr lvl="2">
              <a:lnSpc>
                <a:spcPct val="115000"/>
              </a:lnSpc>
              <a:spcBef>
                <a:spcPts val="0"/>
              </a:spcBef>
              <a:spcAft>
                <a:spcPts val="0"/>
              </a:spcAft>
              <a:buNone/>
              <a:defRPr/>
            </a:lvl3pPr>
            <a:lvl4pPr lvl="3">
              <a:lnSpc>
                <a:spcPct val="115000"/>
              </a:lnSpc>
              <a:spcBef>
                <a:spcPts val="0"/>
              </a:spcBef>
              <a:spcAft>
                <a:spcPts val="0"/>
              </a:spcAft>
              <a:buNone/>
              <a:defRPr/>
            </a:lvl4pPr>
            <a:lvl5pPr lvl="4">
              <a:lnSpc>
                <a:spcPct val="115000"/>
              </a:lnSpc>
              <a:spcBef>
                <a:spcPts val="0"/>
              </a:spcBef>
              <a:spcAft>
                <a:spcPts val="0"/>
              </a:spcAft>
              <a:buNone/>
              <a:defRPr/>
            </a:lvl5pPr>
            <a:lvl6pPr lvl="5">
              <a:lnSpc>
                <a:spcPct val="115000"/>
              </a:lnSpc>
              <a:spcBef>
                <a:spcPts val="0"/>
              </a:spcBef>
              <a:spcAft>
                <a:spcPts val="0"/>
              </a:spcAft>
              <a:buNone/>
              <a:defRPr/>
            </a:lvl6pPr>
            <a:lvl7pPr lvl="6">
              <a:lnSpc>
                <a:spcPct val="115000"/>
              </a:lnSpc>
              <a:spcBef>
                <a:spcPts val="0"/>
              </a:spcBef>
              <a:spcAft>
                <a:spcPts val="0"/>
              </a:spcAft>
              <a:buNone/>
              <a:defRPr/>
            </a:lvl7pPr>
            <a:lvl8pPr lvl="7">
              <a:lnSpc>
                <a:spcPct val="115000"/>
              </a:lnSpc>
              <a:spcBef>
                <a:spcPts val="0"/>
              </a:spcBef>
              <a:spcAft>
                <a:spcPts val="0"/>
              </a:spcAft>
              <a:buNone/>
              <a:defRPr/>
            </a:lvl8pPr>
            <a:lvl9pPr lvl="8">
              <a:lnSpc>
                <a:spcPct val="115000"/>
              </a:lnSpc>
              <a:spcBef>
                <a:spcPts val="0"/>
              </a:spcBef>
              <a:spcAft>
                <a:spcPts val="0"/>
              </a:spcAft>
              <a:buNone/>
              <a:defRPr/>
            </a:lvl9pPr>
          </a:lstStyle>
          <a:p/>
        </p:txBody>
      </p:sp>
      <p:sp>
        <p:nvSpPr>
          <p:cNvPr id="86" name="Google Shape;86;p19"/>
          <p:cNvSpPr txBox="1"/>
          <p:nvPr>
            <p:ph idx="5" type="title"/>
          </p:nvPr>
        </p:nvSpPr>
        <p:spPr>
          <a:xfrm>
            <a:off x="6489900" y="2500876"/>
            <a:ext cx="2425500" cy="6324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a:lvl1pPr>
            <a:lvl2pPr lvl="1">
              <a:lnSpc>
                <a:spcPct val="115000"/>
              </a:lnSpc>
              <a:spcBef>
                <a:spcPts val="0"/>
              </a:spcBef>
              <a:spcAft>
                <a:spcPts val="0"/>
              </a:spcAft>
              <a:buNone/>
              <a:defRPr/>
            </a:lvl2pPr>
            <a:lvl3pPr lvl="2">
              <a:lnSpc>
                <a:spcPct val="115000"/>
              </a:lnSpc>
              <a:spcBef>
                <a:spcPts val="0"/>
              </a:spcBef>
              <a:spcAft>
                <a:spcPts val="0"/>
              </a:spcAft>
              <a:buNone/>
              <a:defRPr/>
            </a:lvl3pPr>
            <a:lvl4pPr lvl="3">
              <a:lnSpc>
                <a:spcPct val="115000"/>
              </a:lnSpc>
              <a:spcBef>
                <a:spcPts val="0"/>
              </a:spcBef>
              <a:spcAft>
                <a:spcPts val="0"/>
              </a:spcAft>
              <a:buNone/>
              <a:defRPr/>
            </a:lvl4pPr>
            <a:lvl5pPr lvl="4">
              <a:lnSpc>
                <a:spcPct val="115000"/>
              </a:lnSpc>
              <a:spcBef>
                <a:spcPts val="0"/>
              </a:spcBef>
              <a:spcAft>
                <a:spcPts val="0"/>
              </a:spcAft>
              <a:buNone/>
              <a:defRPr/>
            </a:lvl5pPr>
            <a:lvl6pPr lvl="5">
              <a:lnSpc>
                <a:spcPct val="115000"/>
              </a:lnSpc>
              <a:spcBef>
                <a:spcPts val="0"/>
              </a:spcBef>
              <a:spcAft>
                <a:spcPts val="0"/>
              </a:spcAft>
              <a:buNone/>
              <a:defRPr/>
            </a:lvl6pPr>
            <a:lvl7pPr lvl="6">
              <a:lnSpc>
                <a:spcPct val="115000"/>
              </a:lnSpc>
              <a:spcBef>
                <a:spcPts val="0"/>
              </a:spcBef>
              <a:spcAft>
                <a:spcPts val="0"/>
              </a:spcAft>
              <a:buNone/>
              <a:defRPr/>
            </a:lvl7pPr>
            <a:lvl8pPr lvl="7">
              <a:lnSpc>
                <a:spcPct val="115000"/>
              </a:lnSpc>
              <a:spcBef>
                <a:spcPts val="0"/>
              </a:spcBef>
              <a:spcAft>
                <a:spcPts val="0"/>
              </a:spcAft>
              <a:buNone/>
              <a:defRPr/>
            </a:lvl8pPr>
            <a:lvl9pPr lvl="8">
              <a:lnSpc>
                <a:spcPct val="115000"/>
              </a:lnSpc>
              <a:spcBef>
                <a:spcPts val="0"/>
              </a:spcBef>
              <a:spcAft>
                <a:spcPts val="0"/>
              </a:spcAft>
              <a:buNone/>
              <a:defRPr/>
            </a:lvl9pPr>
          </a:lstStyle>
          <a:p/>
        </p:txBody>
      </p:sp>
      <p:sp>
        <p:nvSpPr>
          <p:cNvPr id="87" name="Google Shape;87;p19"/>
          <p:cNvSpPr txBox="1"/>
          <p:nvPr>
            <p:ph idx="6" type="title"/>
          </p:nvPr>
        </p:nvSpPr>
        <p:spPr>
          <a:xfrm>
            <a:off x="3355850" y="3264873"/>
            <a:ext cx="2425500" cy="3693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1000">
                <a:latin typeface="Roboto"/>
                <a:ea typeface="Roboto"/>
                <a:cs typeface="Roboto"/>
                <a:sym typeface="Roboto"/>
              </a:defRPr>
            </a:lvl1pPr>
            <a:lvl2pPr lvl="1">
              <a:lnSpc>
                <a:spcPct val="115000"/>
              </a:lnSpc>
              <a:spcBef>
                <a:spcPts val="0"/>
              </a:spcBef>
              <a:spcAft>
                <a:spcPts val="0"/>
              </a:spcAft>
              <a:buNone/>
              <a:defRPr sz="1000">
                <a:latin typeface="Roboto"/>
                <a:ea typeface="Roboto"/>
                <a:cs typeface="Roboto"/>
                <a:sym typeface="Roboto"/>
              </a:defRPr>
            </a:lvl2pPr>
            <a:lvl3pPr lvl="2">
              <a:lnSpc>
                <a:spcPct val="115000"/>
              </a:lnSpc>
              <a:spcBef>
                <a:spcPts val="0"/>
              </a:spcBef>
              <a:spcAft>
                <a:spcPts val="0"/>
              </a:spcAft>
              <a:buNone/>
              <a:defRPr sz="1000">
                <a:latin typeface="Roboto"/>
                <a:ea typeface="Roboto"/>
                <a:cs typeface="Roboto"/>
                <a:sym typeface="Roboto"/>
              </a:defRPr>
            </a:lvl3pPr>
            <a:lvl4pPr lvl="3">
              <a:lnSpc>
                <a:spcPct val="115000"/>
              </a:lnSpc>
              <a:spcBef>
                <a:spcPts val="0"/>
              </a:spcBef>
              <a:spcAft>
                <a:spcPts val="0"/>
              </a:spcAft>
              <a:buNone/>
              <a:defRPr sz="1000">
                <a:latin typeface="Roboto"/>
                <a:ea typeface="Roboto"/>
                <a:cs typeface="Roboto"/>
                <a:sym typeface="Roboto"/>
              </a:defRPr>
            </a:lvl4pPr>
            <a:lvl5pPr lvl="4">
              <a:lnSpc>
                <a:spcPct val="115000"/>
              </a:lnSpc>
              <a:spcBef>
                <a:spcPts val="0"/>
              </a:spcBef>
              <a:spcAft>
                <a:spcPts val="0"/>
              </a:spcAft>
              <a:buNone/>
              <a:defRPr sz="1000">
                <a:latin typeface="Roboto"/>
                <a:ea typeface="Roboto"/>
                <a:cs typeface="Roboto"/>
                <a:sym typeface="Roboto"/>
              </a:defRPr>
            </a:lvl5pPr>
            <a:lvl6pPr lvl="5">
              <a:lnSpc>
                <a:spcPct val="115000"/>
              </a:lnSpc>
              <a:spcBef>
                <a:spcPts val="0"/>
              </a:spcBef>
              <a:spcAft>
                <a:spcPts val="0"/>
              </a:spcAft>
              <a:buNone/>
              <a:defRPr sz="1000">
                <a:latin typeface="Roboto"/>
                <a:ea typeface="Roboto"/>
                <a:cs typeface="Roboto"/>
                <a:sym typeface="Roboto"/>
              </a:defRPr>
            </a:lvl6pPr>
            <a:lvl7pPr lvl="6">
              <a:lnSpc>
                <a:spcPct val="115000"/>
              </a:lnSpc>
              <a:spcBef>
                <a:spcPts val="0"/>
              </a:spcBef>
              <a:spcAft>
                <a:spcPts val="0"/>
              </a:spcAft>
              <a:buNone/>
              <a:defRPr sz="1000">
                <a:latin typeface="Roboto"/>
                <a:ea typeface="Roboto"/>
                <a:cs typeface="Roboto"/>
                <a:sym typeface="Roboto"/>
              </a:defRPr>
            </a:lvl7pPr>
            <a:lvl8pPr lvl="7">
              <a:lnSpc>
                <a:spcPct val="115000"/>
              </a:lnSpc>
              <a:spcBef>
                <a:spcPts val="0"/>
              </a:spcBef>
              <a:spcAft>
                <a:spcPts val="0"/>
              </a:spcAft>
              <a:buNone/>
              <a:defRPr sz="1000">
                <a:latin typeface="Roboto"/>
                <a:ea typeface="Roboto"/>
                <a:cs typeface="Roboto"/>
                <a:sym typeface="Roboto"/>
              </a:defRPr>
            </a:lvl8pPr>
            <a:lvl9pPr lvl="8">
              <a:lnSpc>
                <a:spcPct val="115000"/>
              </a:lnSpc>
              <a:spcBef>
                <a:spcPts val="0"/>
              </a:spcBef>
              <a:spcAft>
                <a:spcPts val="0"/>
              </a:spcAft>
              <a:buNone/>
              <a:defRPr sz="1000">
                <a:latin typeface="Roboto"/>
                <a:ea typeface="Roboto"/>
                <a:cs typeface="Roboto"/>
                <a:sym typeface="Roboto"/>
              </a:defRPr>
            </a:lvl9pPr>
          </a:lstStyle>
          <a:p/>
        </p:txBody>
      </p:sp>
      <p:sp>
        <p:nvSpPr>
          <p:cNvPr id="88" name="Google Shape;88;p19"/>
          <p:cNvSpPr txBox="1"/>
          <p:nvPr>
            <p:ph idx="7" type="title"/>
          </p:nvPr>
        </p:nvSpPr>
        <p:spPr>
          <a:xfrm>
            <a:off x="6496700" y="3264873"/>
            <a:ext cx="2425500" cy="3693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1000">
                <a:latin typeface="Roboto"/>
                <a:ea typeface="Roboto"/>
                <a:cs typeface="Roboto"/>
                <a:sym typeface="Roboto"/>
              </a:defRPr>
            </a:lvl1pPr>
            <a:lvl2pPr lvl="1">
              <a:lnSpc>
                <a:spcPct val="115000"/>
              </a:lnSpc>
              <a:spcBef>
                <a:spcPts val="0"/>
              </a:spcBef>
              <a:spcAft>
                <a:spcPts val="0"/>
              </a:spcAft>
              <a:buNone/>
              <a:defRPr sz="1000">
                <a:latin typeface="Roboto"/>
                <a:ea typeface="Roboto"/>
                <a:cs typeface="Roboto"/>
                <a:sym typeface="Roboto"/>
              </a:defRPr>
            </a:lvl2pPr>
            <a:lvl3pPr lvl="2">
              <a:lnSpc>
                <a:spcPct val="115000"/>
              </a:lnSpc>
              <a:spcBef>
                <a:spcPts val="0"/>
              </a:spcBef>
              <a:spcAft>
                <a:spcPts val="0"/>
              </a:spcAft>
              <a:buNone/>
              <a:defRPr sz="1000">
                <a:latin typeface="Roboto"/>
                <a:ea typeface="Roboto"/>
                <a:cs typeface="Roboto"/>
                <a:sym typeface="Roboto"/>
              </a:defRPr>
            </a:lvl3pPr>
            <a:lvl4pPr lvl="3">
              <a:lnSpc>
                <a:spcPct val="115000"/>
              </a:lnSpc>
              <a:spcBef>
                <a:spcPts val="0"/>
              </a:spcBef>
              <a:spcAft>
                <a:spcPts val="0"/>
              </a:spcAft>
              <a:buNone/>
              <a:defRPr sz="1000">
                <a:latin typeface="Roboto"/>
                <a:ea typeface="Roboto"/>
                <a:cs typeface="Roboto"/>
                <a:sym typeface="Roboto"/>
              </a:defRPr>
            </a:lvl4pPr>
            <a:lvl5pPr lvl="4">
              <a:lnSpc>
                <a:spcPct val="115000"/>
              </a:lnSpc>
              <a:spcBef>
                <a:spcPts val="0"/>
              </a:spcBef>
              <a:spcAft>
                <a:spcPts val="0"/>
              </a:spcAft>
              <a:buNone/>
              <a:defRPr sz="1000">
                <a:latin typeface="Roboto"/>
                <a:ea typeface="Roboto"/>
                <a:cs typeface="Roboto"/>
                <a:sym typeface="Roboto"/>
              </a:defRPr>
            </a:lvl5pPr>
            <a:lvl6pPr lvl="5">
              <a:lnSpc>
                <a:spcPct val="115000"/>
              </a:lnSpc>
              <a:spcBef>
                <a:spcPts val="0"/>
              </a:spcBef>
              <a:spcAft>
                <a:spcPts val="0"/>
              </a:spcAft>
              <a:buNone/>
              <a:defRPr sz="1000">
                <a:latin typeface="Roboto"/>
                <a:ea typeface="Roboto"/>
                <a:cs typeface="Roboto"/>
                <a:sym typeface="Roboto"/>
              </a:defRPr>
            </a:lvl6pPr>
            <a:lvl7pPr lvl="6">
              <a:lnSpc>
                <a:spcPct val="115000"/>
              </a:lnSpc>
              <a:spcBef>
                <a:spcPts val="0"/>
              </a:spcBef>
              <a:spcAft>
                <a:spcPts val="0"/>
              </a:spcAft>
              <a:buNone/>
              <a:defRPr sz="1000">
                <a:latin typeface="Roboto"/>
                <a:ea typeface="Roboto"/>
                <a:cs typeface="Roboto"/>
                <a:sym typeface="Roboto"/>
              </a:defRPr>
            </a:lvl7pPr>
            <a:lvl8pPr lvl="7">
              <a:lnSpc>
                <a:spcPct val="115000"/>
              </a:lnSpc>
              <a:spcBef>
                <a:spcPts val="0"/>
              </a:spcBef>
              <a:spcAft>
                <a:spcPts val="0"/>
              </a:spcAft>
              <a:buNone/>
              <a:defRPr sz="1000">
                <a:latin typeface="Roboto"/>
                <a:ea typeface="Roboto"/>
                <a:cs typeface="Roboto"/>
                <a:sym typeface="Roboto"/>
              </a:defRPr>
            </a:lvl8pPr>
            <a:lvl9pPr lvl="8">
              <a:lnSpc>
                <a:spcPct val="115000"/>
              </a:lnSpc>
              <a:spcBef>
                <a:spcPts val="0"/>
              </a:spcBef>
              <a:spcAft>
                <a:spcPts val="0"/>
              </a:spcAft>
              <a:buNone/>
              <a:defRPr sz="1000">
                <a:latin typeface="Roboto"/>
                <a:ea typeface="Roboto"/>
                <a:cs typeface="Roboto"/>
                <a:sym typeface="Roboto"/>
              </a:defRPr>
            </a:lvl9pPr>
          </a:lstStyle>
          <a:p/>
        </p:txBody>
      </p:sp>
      <p:sp>
        <p:nvSpPr>
          <p:cNvPr id="89" name="Google Shape;89;p19"/>
          <p:cNvSpPr txBox="1"/>
          <p:nvPr>
            <p:ph hasCustomPrompt="1" idx="8" type="title"/>
          </p:nvPr>
        </p:nvSpPr>
        <p:spPr>
          <a:xfrm>
            <a:off x="228603" y="4043131"/>
            <a:ext cx="1226400" cy="415500"/>
          </a:xfrm>
          <a:prstGeom prst="rect">
            <a:avLst/>
          </a:prstGeom>
        </p:spPr>
        <p:txBody>
          <a:bodyPr anchorCtr="0" anchor="b" bIns="91425" lIns="0" spcFirstLastPara="1" rIns="0" wrap="square" tIns="91425">
            <a:noAutofit/>
          </a:bodyPr>
          <a:lstStyle>
            <a:lvl1pPr lvl="0">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1pPr>
            <a:lvl2pPr lvl="1">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2pPr>
            <a:lvl3pPr lvl="2">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3pPr>
            <a:lvl4pPr lvl="3">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4pPr>
            <a:lvl5pPr lvl="4">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5pPr>
            <a:lvl6pPr lvl="5">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6pPr>
            <a:lvl7pPr lvl="6">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7pPr>
            <a:lvl8pPr lvl="7">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8pPr>
            <a:lvl9pPr lvl="8">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9pPr>
          </a:lstStyle>
          <a:p>
            <a:r>
              <a:t>xx%</a:t>
            </a:r>
          </a:p>
        </p:txBody>
      </p:sp>
      <p:sp>
        <p:nvSpPr>
          <p:cNvPr id="90" name="Google Shape;90;p19"/>
          <p:cNvSpPr txBox="1"/>
          <p:nvPr>
            <p:ph idx="9" type="title"/>
          </p:nvPr>
        </p:nvSpPr>
        <p:spPr>
          <a:xfrm>
            <a:off x="228600" y="4412525"/>
            <a:ext cx="789300" cy="3693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1000"/>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91" name="Google Shape;91;p19"/>
          <p:cNvSpPr txBox="1"/>
          <p:nvPr>
            <p:ph hasCustomPrompt="1" idx="13" type="title"/>
          </p:nvPr>
        </p:nvSpPr>
        <p:spPr>
          <a:xfrm>
            <a:off x="1864803" y="4043131"/>
            <a:ext cx="1226400" cy="415500"/>
          </a:xfrm>
          <a:prstGeom prst="rect">
            <a:avLst/>
          </a:prstGeom>
        </p:spPr>
        <p:txBody>
          <a:bodyPr anchorCtr="0" anchor="b" bIns="91425" lIns="0" spcFirstLastPara="1" rIns="0" wrap="square" tIns="91425">
            <a:noAutofit/>
          </a:bodyPr>
          <a:lstStyle>
            <a:lvl1pPr lvl="0">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1pPr>
            <a:lvl2pPr lvl="1">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2pPr>
            <a:lvl3pPr lvl="2">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3pPr>
            <a:lvl4pPr lvl="3">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4pPr>
            <a:lvl5pPr lvl="4">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5pPr>
            <a:lvl6pPr lvl="5">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6pPr>
            <a:lvl7pPr lvl="6">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7pPr>
            <a:lvl8pPr lvl="7">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8pPr>
            <a:lvl9pPr lvl="8">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9pPr>
          </a:lstStyle>
          <a:p>
            <a:r>
              <a:t>xx%</a:t>
            </a:r>
          </a:p>
        </p:txBody>
      </p:sp>
      <p:sp>
        <p:nvSpPr>
          <p:cNvPr id="92" name="Google Shape;92;p19"/>
          <p:cNvSpPr txBox="1"/>
          <p:nvPr>
            <p:ph idx="14" type="title"/>
          </p:nvPr>
        </p:nvSpPr>
        <p:spPr>
          <a:xfrm>
            <a:off x="1864800" y="4412525"/>
            <a:ext cx="789300" cy="3693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1000"/>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93" name="Google Shape;93;p19"/>
          <p:cNvSpPr txBox="1"/>
          <p:nvPr>
            <p:ph hasCustomPrompt="1" idx="15" type="title"/>
          </p:nvPr>
        </p:nvSpPr>
        <p:spPr>
          <a:xfrm>
            <a:off x="3359253" y="4043131"/>
            <a:ext cx="1226400" cy="415500"/>
          </a:xfrm>
          <a:prstGeom prst="rect">
            <a:avLst/>
          </a:prstGeom>
        </p:spPr>
        <p:txBody>
          <a:bodyPr anchorCtr="0" anchor="b" bIns="91425" lIns="0" spcFirstLastPara="1" rIns="0" wrap="square" tIns="91425">
            <a:noAutofit/>
          </a:bodyPr>
          <a:lstStyle>
            <a:lvl1pPr lvl="0">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1pPr>
            <a:lvl2pPr lvl="1">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2pPr>
            <a:lvl3pPr lvl="2">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3pPr>
            <a:lvl4pPr lvl="3">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4pPr>
            <a:lvl5pPr lvl="4">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5pPr>
            <a:lvl6pPr lvl="5">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6pPr>
            <a:lvl7pPr lvl="6">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7pPr>
            <a:lvl8pPr lvl="7">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8pPr>
            <a:lvl9pPr lvl="8">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9pPr>
          </a:lstStyle>
          <a:p>
            <a:r>
              <a:t>xx%</a:t>
            </a:r>
          </a:p>
        </p:txBody>
      </p:sp>
      <p:sp>
        <p:nvSpPr>
          <p:cNvPr id="94" name="Google Shape;94;p19"/>
          <p:cNvSpPr txBox="1"/>
          <p:nvPr>
            <p:ph idx="16" type="title"/>
          </p:nvPr>
        </p:nvSpPr>
        <p:spPr>
          <a:xfrm>
            <a:off x="3359250" y="4412525"/>
            <a:ext cx="789300" cy="3693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1000"/>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95" name="Google Shape;95;p19"/>
          <p:cNvSpPr txBox="1"/>
          <p:nvPr>
            <p:ph hasCustomPrompt="1" idx="17" type="title"/>
          </p:nvPr>
        </p:nvSpPr>
        <p:spPr>
          <a:xfrm>
            <a:off x="4995453" y="4043131"/>
            <a:ext cx="1226400" cy="415500"/>
          </a:xfrm>
          <a:prstGeom prst="rect">
            <a:avLst/>
          </a:prstGeom>
        </p:spPr>
        <p:txBody>
          <a:bodyPr anchorCtr="0" anchor="b" bIns="91425" lIns="0" spcFirstLastPara="1" rIns="0" wrap="square" tIns="91425">
            <a:noAutofit/>
          </a:bodyPr>
          <a:lstStyle>
            <a:lvl1pPr lvl="0">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1pPr>
            <a:lvl2pPr lvl="1">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2pPr>
            <a:lvl3pPr lvl="2">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3pPr>
            <a:lvl4pPr lvl="3">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4pPr>
            <a:lvl5pPr lvl="4">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5pPr>
            <a:lvl6pPr lvl="5">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6pPr>
            <a:lvl7pPr lvl="6">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7pPr>
            <a:lvl8pPr lvl="7">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8pPr>
            <a:lvl9pPr lvl="8">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9pPr>
          </a:lstStyle>
          <a:p>
            <a:r>
              <a:t>xx%</a:t>
            </a:r>
          </a:p>
        </p:txBody>
      </p:sp>
      <p:sp>
        <p:nvSpPr>
          <p:cNvPr id="96" name="Google Shape;96;p19"/>
          <p:cNvSpPr txBox="1"/>
          <p:nvPr>
            <p:ph idx="18" type="title"/>
          </p:nvPr>
        </p:nvSpPr>
        <p:spPr>
          <a:xfrm>
            <a:off x="4995450" y="4412525"/>
            <a:ext cx="789300" cy="3693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1000"/>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97" name="Google Shape;97;p19"/>
          <p:cNvSpPr txBox="1"/>
          <p:nvPr>
            <p:ph hasCustomPrompt="1" idx="19" type="title"/>
          </p:nvPr>
        </p:nvSpPr>
        <p:spPr>
          <a:xfrm>
            <a:off x="6489903" y="4043131"/>
            <a:ext cx="1226400" cy="415500"/>
          </a:xfrm>
          <a:prstGeom prst="rect">
            <a:avLst/>
          </a:prstGeom>
        </p:spPr>
        <p:txBody>
          <a:bodyPr anchorCtr="0" anchor="b" bIns="91425" lIns="0" spcFirstLastPara="1" rIns="0" wrap="square" tIns="91425">
            <a:noAutofit/>
          </a:bodyPr>
          <a:lstStyle>
            <a:lvl1pPr lvl="0">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1pPr>
            <a:lvl2pPr lvl="1">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2pPr>
            <a:lvl3pPr lvl="2">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3pPr>
            <a:lvl4pPr lvl="3">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4pPr>
            <a:lvl5pPr lvl="4">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5pPr>
            <a:lvl6pPr lvl="5">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6pPr>
            <a:lvl7pPr lvl="6">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7pPr>
            <a:lvl8pPr lvl="7">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8pPr>
            <a:lvl9pPr lvl="8">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9pPr>
          </a:lstStyle>
          <a:p>
            <a:r>
              <a:t>xx%</a:t>
            </a:r>
          </a:p>
        </p:txBody>
      </p:sp>
      <p:sp>
        <p:nvSpPr>
          <p:cNvPr id="98" name="Google Shape;98;p19"/>
          <p:cNvSpPr txBox="1"/>
          <p:nvPr>
            <p:ph idx="20" type="title"/>
          </p:nvPr>
        </p:nvSpPr>
        <p:spPr>
          <a:xfrm>
            <a:off x="6489900" y="4412525"/>
            <a:ext cx="789300" cy="3693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1000"/>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99" name="Google Shape;99;p19"/>
          <p:cNvSpPr txBox="1"/>
          <p:nvPr>
            <p:ph hasCustomPrompt="1" idx="21" type="title"/>
          </p:nvPr>
        </p:nvSpPr>
        <p:spPr>
          <a:xfrm>
            <a:off x="8126103" y="4043131"/>
            <a:ext cx="1226400" cy="415500"/>
          </a:xfrm>
          <a:prstGeom prst="rect">
            <a:avLst/>
          </a:prstGeom>
        </p:spPr>
        <p:txBody>
          <a:bodyPr anchorCtr="0" anchor="b" bIns="91425" lIns="0" spcFirstLastPara="1" rIns="0" wrap="square" tIns="91425">
            <a:noAutofit/>
          </a:bodyPr>
          <a:lstStyle>
            <a:lvl1pPr lvl="0">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1pPr>
            <a:lvl2pPr lvl="1">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2pPr>
            <a:lvl3pPr lvl="2">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3pPr>
            <a:lvl4pPr lvl="3">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4pPr>
            <a:lvl5pPr lvl="4">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5pPr>
            <a:lvl6pPr lvl="5">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6pPr>
            <a:lvl7pPr lvl="6">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7pPr>
            <a:lvl8pPr lvl="7">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8pPr>
            <a:lvl9pPr lvl="8">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9pPr>
          </a:lstStyle>
          <a:p>
            <a:r>
              <a:t>xx%</a:t>
            </a:r>
          </a:p>
        </p:txBody>
      </p:sp>
      <p:sp>
        <p:nvSpPr>
          <p:cNvPr id="100" name="Google Shape;100;p19"/>
          <p:cNvSpPr txBox="1"/>
          <p:nvPr>
            <p:ph idx="22" type="title"/>
          </p:nvPr>
        </p:nvSpPr>
        <p:spPr>
          <a:xfrm>
            <a:off x="8126100" y="4412525"/>
            <a:ext cx="789300" cy="3693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1000"/>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arter's highlighted outcomes">
  <p:cSld name="CUSTOM_7">
    <p:bg>
      <p:bgPr>
        <a:gradFill>
          <a:gsLst>
            <a:gs pos="0">
              <a:schemeClr val="accent4"/>
            </a:gs>
            <a:gs pos="100000">
              <a:schemeClr val="dk1"/>
            </a:gs>
          </a:gsLst>
          <a:lin ang="5400012" scaled="0"/>
        </a:gradFill>
      </p:bgPr>
    </p:bg>
    <p:spTree>
      <p:nvGrpSpPr>
        <p:cNvPr id="101" name="Shape 101"/>
        <p:cNvGrpSpPr/>
        <p:nvPr/>
      </p:nvGrpSpPr>
      <p:grpSpPr>
        <a:xfrm>
          <a:off x="0" y="0"/>
          <a:ext cx="0" cy="0"/>
          <a:chOff x="0" y="0"/>
          <a:chExt cx="0" cy="0"/>
        </a:xfrm>
      </p:grpSpPr>
      <p:sp>
        <p:nvSpPr>
          <p:cNvPr id="102" name="Google Shape;102;p20"/>
          <p:cNvSpPr txBox="1"/>
          <p:nvPr>
            <p:ph type="title"/>
          </p:nvPr>
        </p:nvSpPr>
        <p:spPr>
          <a:xfrm>
            <a:off x="212450" y="177900"/>
            <a:ext cx="5789400" cy="7746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03" name="Google Shape;103;p20"/>
          <p:cNvSpPr txBox="1"/>
          <p:nvPr>
            <p:ph idx="1" type="subTitle"/>
          </p:nvPr>
        </p:nvSpPr>
        <p:spPr>
          <a:xfrm>
            <a:off x="228600" y="1799302"/>
            <a:ext cx="1649400" cy="609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800"/>
              <a:buFont typeface="Space Grotesk"/>
              <a:buNone/>
              <a:defRPr/>
            </a:lvl1pPr>
            <a:lvl2pPr lvl="1">
              <a:spcBef>
                <a:spcPts val="0"/>
              </a:spcBef>
              <a:spcAft>
                <a:spcPts val="0"/>
              </a:spcAft>
              <a:buClr>
                <a:schemeClr val="lt1"/>
              </a:buClr>
              <a:buSzPts val="1800"/>
              <a:buFont typeface="Space Grotesk"/>
              <a:buNone/>
              <a:defRPr/>
            </a:lvl2pPr>
            <a:lvl3pPr lvl="2">
              <a:spcBef>
                <a:spcPts val="0"/>
              </a:spcBef>
              <a:spcAft>
                <a:spcPts val="0"/>
              </a:spcAft>
              <a:buClr>
                <a:schemeClr val="lt1"/>
              </a:buClr>
              <a:buSzPts val="1800"/>
              <a:buFont typeface="Space Grotesk"/>
              <a:buNone/>
              <a:defRPr/>
            </a:lvl3pPr>
            <a:lvl4pPr lvl="3">
              <a:spcBef>
                <a:spcPts val="0"/>
              </a:spcBef>
              <a:spcAft>
                <a:spcPts val="0"/>
              </a:spcAft>
              <a:buClr>
                <a:schemeClr val="lt1"/>
              </a:buClr>
              <a:buSzPts val="1800"/>
              <a:buFont typeface="Space Grotesk"/>
              <a:buNone/>
              <a:defRPr/>
            </a:lvl4pPr>
            <a:lvl5pPr lvl="4">
              <a:spcBef>
                <a:spcPts val="0"/>
              </a:spcBef>
              <a:spcAft>
                <a:spcPts val="0"/>
              </a:spcAft>
              <a:buClr>
                <a:schemeClr val="lt1"/>
              </a:buClr>
              <a:buSzPts val="1800"/>
              <a:buFont typeface="Space Grotesk"/>
              <a:buNone/>
              <a:defRPr/>
            </a:lvl5pPr>
            <a:lvl6pPr lvl="5">
              <a:spcBef>
                <a:spcPts val="0"/>
              </a:spcBef>
              <a:spcAft>
                <a:spcPts val="0"/>
              </a:spcAft>
              <a:buClr>
                <a:schemeClr val="lt1"/>
              </a:buClr>
              <a:buSzPts val="1800"/>
              <a:buFont typeface="Space Grotesk"/>
              <a:buNone/>
              <a:defRPr/>
            </a:lvl6pPr>
            <a:lvl7pPr lvl="6">
              <a:spcBef>
                <a:spcPts val="0"/>
              </a:spcBef>
              <a:spcAft>
                <a:spcPts val="0"/>
              </a:spcAft>
              <a:buClr>
                <a:schemeClr val="lt1"/>
              </a:buClr>
              <a:buSzPts val="1800"/>
              <a:buFont typeface="Space Grotesk"/>
              <a:buNone/>
              <a:defRPr/>
            </a:lvl7pPr>
            <a:lvl8pPr lvl="7">
              <a:spcBef>
                <a:spcPts val="0"/>
              </a:spcBef>
              <a:spcAft>
                <a:spcPts val="0"/>
              </a:spcAft>
              <a:buClr>
                <a:schemeClr val="lt1"/>
              </a:buClr>
              <a:buSzPts val="1800"/>
              <a:buFont typeface="Space Grotesk"/>
              <a:buNone/>
              <a:defRPr/>
            </a:lvl8pPr>
            <a:lvl9pPr lvl="8">
              <a:spcBef>
                <a:spcPts val="0"/>
              </a:spcBef>
              <a:spcAft>
                <a:spcPts val="0"/>
              </a:spcAft>
              <a:buClr>
                <a:schemeClr val="lt1"/>
              </a:buClr>
              <a:buSzPts val="1800"/>
              <a:buFont typeface="Space Grotesk"/>
              <a:buNone/>
              <a:defRPr/>
            </a:lvl9pPr>
          </a:lstStyle>
          <a:p/>
        </p:txBody>
      </p:sp>
      <p:sp>
        <p:nvSpPr>
          <p:cNvPr id="104" name="Google Shape;104;p20"/>
          <p:cNvSpPr txBox="1"/>
          <p:nvPr>
            <p:ph idx="2" type="subTitle"/>
          </p:nvPr>
        </p:nvSpPr>
        <p:spPr>
          <a:xfrm>
            <a:off x="228600" y="2926752"/>
            <a:ext cx="1649400" cy="609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800"/>
              <a:buFont typeface="Space Grotesk"/>
              <a:buNone/>
              <a:defRPr/>
            </a:lvl1pPr>
            <a:lvl2pPr lvl="1">
              <a:spcBef>
                <a:spcPts val="0"/>
              </a:spcBef>
              <a:spcAft>
                <a:spcPts val="0"/>
              </a:spcAft>
              <a:buClr>
                <a:schemeClr val="lt1"/>
              </a:buClr>
              <a:buSzPts val="1800"/>
              <a:buFont typeface="Space Grotesk"/>
              <a:buNone/>
              <a:defRPr/>
            </a:lvl2pPr>
            <a:lvl3pPr lvl="2">
              <a:spcBef>
                <a:spcPts val="0"/>
              </a:spcBef>
              <a:spcAft>
                <a:spcPts val="0"/>
              </a:spcAft>
              <a:buClr>
                <a:schemeClr val="lt1"/>
              </a:buClr>
              <a:buSzPts val="1800"/>
              <a:buFont typeface="Space Grotesk"/>
              <a:buNone/>
              <a:defRPr/>
            </a:lvl3pPr>
            <a:lvl4pPr lvl="3">
              <a:spcBef>
                <a:spcPts val="0"/>
              </a:spcBef>
              <a:spcAft>
                <a:spcPts val="0"/>
              </a:spcAft>
              <a:buClr>
                <a:schemeClr val="lt1"/>
              </a:buClr>
              <a:buSzPts val="1800"/>
              <a:buFont typeface="Space Grotesk"/>
              <a:buNone/>
              <a:defRPr/>
            </a:lvl4pPr>
            <a:lvl5pPr lvl="4">
              <a:spcBef>
                <a:spcPts val="0"/>
              </a:spcBef>
              <a:spcAft>
                <a:spcPts val="0"/>
              </a:spcAft>
              <a:buClr>
                <a:schemeClr val="lt1"/>
              </a:buClr>
              <a:buSzPts val="1800"/>
              <a:buFont typeface="Space Grotesk"/>
              <a:buNone/>
              <a:defRPr/>
            </a:lvl5pPr>
            <a:lvl6pPr lvl="5">
              <a:spcBef>
                <a:spcPts val="0"/>
              </a:spcBef>
              <a:spcAft>
                <a:spcPts val="0"/>
              </a:spcAft>
              <a:buClr>
                <a:schemeClr val="lt1"/>
              </a:buClr>
              <a:buSzPts val="1800"/>
              <a:buFont typeface="Space Grotesk"/>
              <a:buNone/>
              <a:defRPr/>
            </a:lvl6pPr>
            <a:lvl7pPr lvl="6">
              <a:spcBef>
                <a:spcPts val="0"/>
              </a:spcBef>
              <a:spcAft>
                <a:spcPts val="0"/>
              </a:spcAft>
              <a:buClr>
                <a:schemeClr val="lt1"/>
              </a:buClr>
              <a:buSzPts val="1800"/>
              <a:buFont typeface="Space Grotesk"/>
              <a:buNone/>
              <a:defRPr/>
            </a:lvl7pPr>
            <a:lvl8pPr lvl="7">
              <a:spcBef>
                <a:spcPts val="0"/>
              </a:spcBef>
              <a:spcAft>
                <a:spcPts val="0"/>
              </a:spcAft>
              <a:buClr>
                <a:schemeClr val="lt1"/>
              </a:buClr>
              <a:buSzPts val="1800"/>
              <a:buFont typeface="Space Grotesk"/>
              <a:buNone/>
              <a:defRPr/>
            </a:lvl8pPr>
            <a:lvl9pPr lvl="8">
              <a:spcBef>
                <a:spcPts val="0"/>
              </a:spcBef>
              <a:spcAft>
                <a:spcPts val="0"/>
              </a:spcAft>
              <a:buClr>
                <a:schemeClr val="lt1"/>
              </a:buClr>
              <a:buSzPts val="1800"/>
              <a:buFont typeface="Space Grotesk"/>
              <a:buNone/>
              <a:defRPr/>
            </a:lvl9pPr>
          </a:lstStyle>
          <a:p/>
        </p:txBody>
      </p:sp>
      <p:sp>
        <p:nvSpPr>
          <p:cNvPr id="105" name="Google Shape;105;p20"/>
          <p:cNvSpPr txBox="1"/>
          <p:nvPr>
            <p:ph idx="3" type="subTitle"/>
          </p:nvPr>
        </p:nvSpPr>
        <p:spPr>
          <a:xfrm>
            <a:off x="228600" y="4033496"/>
            <a:ext cx="1649400" cy="609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800"/>
              <a:buFont typeface="Space Grotesk"/>
              <a:buNone/>
              <a:defRPr/>
            </a:lvl1pPr>
            <a:lvl2pPr lvl="1">
              <a:spcBef>
                <a:spcPts val="0"/>
              </a:spcBef>
              <a:spcAft>
                <a:spcPts val="0"/>
              </a:spcAft>
              <a:buClr>
                <a:schemeClr val="lt1"/>
              </a:buClr>
              <a:buSzPts val="1800"/>
              <a:buFont typeface="Space Grotesk"/>
              <a:buNone/>
              <a:defRPr/>
            </a:lvl2pPr>
            <a:lvl3pPr lvl="2">
              <a:spcBef>
                <a:spcPts val="0"/>
              </a:spcBef>
              <a:spcAft>
                <a:spcPts val="0"/>
              </a:spcAft>
              <a:buClr>
                <a:schemeClr val="lt1"/>
              </a:buClr>
              <a:buSzPts val="1800"/>
              <a:buFont typeface="Space Grotesk"/>
              <a:buNone/>
              <a:defRPr/>
            </a:lvl3pPr>
            <a:lvl4pPr lvl="3">
              <a:spcBef>
                <a:spcPts val="0"/>
              </a:spcBef>
              <a:spcAft>
                <a:spcPts val="0"/>
              </a:spcAft>
              <a:buClr>
                <a:schemeClr val="lt1"/>
              </a:buClr>
              <a:buSzPts val="1800"/>
              <a:buFont typeface="Space Grotesk"/>
              <a:buNone/>
              <a:defRPr/>
            </a:lvl4pPr>
            <a:lvl5pPr lvl="4">
              <a:spcBef>
                <a:spcPts val="0"/>
              </a:spcBef>
              <a:spcAft>
                <a:spcPts val="0"/>
              </a:spcAft>
              <a:buClr>
                <a:schemeClr val="lt1"/>
              </a:buClr>
              <a:buSzPts val="1800"/>
              <a:buFont typeface="Space Grotesk"/>
              <a:buNone/>
              <a:defRPr/>
            </a:lvl5pPr>
            <a:lvl6pPr lvl="5">
              <a:spcBef>
                <a:spcPts val="0"/>
              </a:spcBef>
              <a:spcAft>
                <a:spcPts val="0"/>
              </a:spcAft>
              <a:buClr>
                <a:schemeClr val="lt1"/>
              </a:buClr>
              <a:buSzPts val="1800"/>
              <a:buFont typeface="Space Grotesk"/>
              <a:buNone/>
              <a:defRPr/>
            </a:lvl6pPr>
            <a:lvl7pPr lvl="6">
              <a:spcBef>
                <a:spcPts val="0"/>
              </a:spcBef>
              <a:spcAft>
                <a:spcPts val="0"/>
              </a:spcAft>
              <a:buClr>
                <a:schemeClr val="lt1"/>
              </a:buClr>
              <a:buSzPts val="1800"/>
              <a:buFont typeface="Space Grotesk"/>
              <a:buNone/>
              <a:defRPr/>
            </a:lvl7pPr>
            <a:lvl8pPr lvl="7">
              <a:spcBef>
                <a:spcPts val="0"/>
              </a:spcBef>
              <a:spcAft>
                <a:spcPts val="0"/>
              </a:spcAft>
              <a:buClr>
                <a:schemeClr val="lt1"/>
              </a:buClr>
              <a:buSzPts val="1800"/>
              <a:buFont typeface="Space Grotesk"/>
              <a:buNone/>
              <a:defRPr/>
            </a:lvl8pPr>
            <a:lvl9pPr lvl="8">
              <a:spcBef>
                <a:spcPts val="0"/>
              </a:spcBef>
              <a:spcAft>
                <a:spcPts val="0"/>
              </a:spcAft>
              <a:buClr>
                <a:schemeClr val="lt1"/>
              </a:buClr>
              <a:buSzPts val="1800"/>
              <a:buFont typeface="Space Grotesk"/>
              <a:buNone/>
              <a:defRPr/>
            </a:lvl9pPr>
          </a:lstStyle>
          <a:p/>
        </p:txBody>
      </p:sp>
      <p:sp>
        <p:nvSpPr>
          <p:cNvPr id="106" name="Google Shape;106;p20"/>
          <p:cNvSpPr txBox="1"/>
          <p:nvPr>
            <p:ph idx="4" type="subTitle"/>
          </p:nvPr>
        </p:nvSpPr>
        <p:spPr>
          <a:xfrm>
            <a:off x="2443950" y="1820000"/>
            <a:ext cx="1928700" cy="609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p:txBody>
      </p:sp>
      <p:sp>
        <p:nvSpPr>
          <p:cNvPr id="107" name="Google Shape;107;p20"/>
          <p:cNvSpPr txBox="1"/>
          <p:nvPr>
            <p:ph idx="5" type="subTitle"/>
          </p:nvPr>
        </p:nvSpPr>
        <p:spPr>
          <a:xfrm>
            <a:off x="2443950" y="2937100"/>
            <a:ext cx="1928700" cy="609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p:txBody>
      </p:sp>
      <p:sp>
        <p:nvSpPr>
          <p:cNvPr id="108" name="Google Shape;108;p20"/>
          <p:cNvSpPr txBox="1"/>
          <p:nvPr>
            <p:ph idx="6" type="subTitle"/>
          </p:nvPr>
        </p:nvSpPr>
        <p:spPr>
          <a:xfrm>
            <a:off x="2443950" y="4054200"/>
            <a:ext cx="1928700" cy="609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p:txBody>
      </p:sp>
      <p:sp>
        <p:nvSpPr>
          <p:cNvPr id="109" name="Google Shape;109;p20"/>
          <p:cNvSpPr txBox="1"/>
          <p:nvPr>
            <p:ph idx="7" type="subTitle"/>
          </p:nvPr>
        </p:nvSpPr>
        <p:spPr>
          <a:xfrm>
            <a:off x="5050200" y="1820000"/>
            <a:ext cx="2797500" cy="609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2400"/>
              <a:buFont typeface="Space Grotesk"/>
              <a:buNone/>
              <a:defRPr sz="2400"/>
            </a:lvl1pPr>
            <a:lvl2pPr lvl="1">
              <a:spcBef>
                <a:spcPts val="0"/>
              </a:spcBef>
              <a:spcAft>
                <a:spcPts val="0"/>
              </a:spcAft>
              <a:buClr>
                <a:schemeClr val="lt1"/>
              </a:buClr>
              <a:buSzPts val="2400"/>
              <a:buFont typeface="Space Grotesk"/>
              <a:buNone/>
              <a:defRPr sz="2400"/>
            </a:lvl2pPr>
            <a:lvl3pPr lvl="2">
              <a:spcBef>
                <a:spcPts val="0"/>
              </a:spcBef>
              <a:spcAft>
                <a:spcPts val="0"/>
              </a:spcAft>
              <a:buClr>
                <a:schemeClr val="lt1"/>
              </a:buClr>
              <a:buSzPts val="2400"/>
              <a:buFont typeface="Space Grotesk"/>
              <a:buNone/>
              <a:defRPr sz="2400"/>
            </a:lvl3pPr>
            <a:lvl4pPr lvl="3">
              <a:spcBef>
                <a:spcPts val="0"/>
              </a:spcBef>
              <a:spcAft>
                <a:spcPts val="0"/>
              </a:spcAft>
              <a:buClr>
                <a:schemeClr val="lt1"/>
              </a:buClr>
              <a:buSzPts val="2400"/>
              <a:buFont typeface="Space Grotesk"/>
              <a:buNone/>
              <a:defRPr sz="2400"/>
            </a:lvl4pPr>
            <a:lvl5pPr lvl="4">
              <a:spcBef>
                <a:spcPts val="0"/>
              </a:spcBef>
              <a:spcAft>
                <a:spcPts val="0"/>
              </a:spcAft>
              <a:buClr>
                <a:schemeClr val="lt1"/>
              </a:buClr>
              <a:buSzPts val="2400"/>
              <a:buFont typeface="Space Grotesk"/>
              <a:buNone/>
              <a:defRPr sz="2400"/>
            </a:lvl5pPr>
            <a:lvl6pPr lvl="5">
              <a:spcBef>
                <a:spcPts val="0"/>
              </a:spcBef>
              <a:spcAft>
                <a:spcPts val="0"/>
              </a:spcAft>
              <a:buClr>
                <a:schemeClr val="lt1"/>
              </a:buClr>
              <a:buSzPts val="2400"/>
              <a:buFont typeface="Space Grotesk"/>
              <a:buNone/>
              <a:defRPr sz="2400"/>
            </a:lvl6pPr>
            <a:lvl7pPr lvl="6">
              <a:spcBef>
                <a:spcPts val="0"/>
              </a:spcBef>
              <a:spcAft>
                <a:spcPts val="0"/>
              </a:spcAft>
              <a:buClr>
                <a:schemeClr val="lt1"/>
              </a:buClr>
              <a:buSzPts val="2400"/>
              <a:buFont typeface="Space Grotesk"/>
              <a:buNone/>
              <a:defRPr sz="2400"/>
            </a:lvl7pPr>
            <a:lvl8pPr lvl="7">
              <a:spcBef>
                <a:spcPts val="0"/>
              </a:spcBef>
              <a:spcAft>
                <a:spcPts val="0"/>
              </a:spcAft>
              <a:buClr>
                <a:schemeClr val="lt1"/>
              </a:buClr>
              <a:buSzPts val="2400"/>
              <a:buFont typeface="Space Grotesk"/>
              <a:buNone/>
              <a:defRPr sz="2400"/>
            </a:lvl8pPr>
            <a:lvl9pPr lvl="8">
              <a:spcBef>
                <a:spcPts val="0"/>
              </a:spcBef>
              <a:spcAft>
                <a:spcPts val="0"/>
              </a:spcAft>
              <a:buClr>
                <a:schemeClr val="lt1"/>
              </a:buClr>
              <a:buSzPts val="2400"/>
              <a:buFont typeface="Space Grotesk"/>
              <a:buNone/>
              <a:defRPr sz="2400"/>
            </a:lvl9pPr>
          </a:lstStyle>
          <a:p/>
        </p:txBody>
      </p:sp>
      <p:sp>
        <p:nvSpPr>
          <p:cNvPr id="110" name="Google Shape;110;p20"/>
          <p:cNvSpPr txBox="1"/>
          <p:nvPr>
            <p:ph idx="8" type="subTitle"/>
          </p:nvPr>
        </p:nvSpPr>
        <p:spPr>
          <a:xfrm>
            <a:off x="5050200" y="2937100"/>
            <a:ext cx="2797500" cy="609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2400"/>
              <a:buFont typeface="Space Grotesk"/>
              <a:buNone/>
              <a:defRPr sz="2400"/>
            </a:lvl1pPr>
            <a:lvl2pPr lvl="1">
              <a:spcBef>
                <a:spcPts val="0"/>
              </a:spcBef>
              <a:spcAft>
                <a:spcPts val="0"/>
              </a:spcAft>
              <a:buClr>
                <a:schemeClr val="lt1"/>
              </a:buClr>
              <a:buSzPts val="2400"/>
              <a:buFont typeface="Space Grotesk"/>
              <a:buNone/>
              <a:defRPr sz="2400"/>
            </a:lvl2pPr>
            <a:lvl3pPr lvl="2">
              <a:spcBef>
                <a:spcPts val="0"/>
              </a:spcBef>
              <a:spcAft>
                <a:spcPts val="0"/>
              </a:spcAft>
              <a:buClr>
                <a:schemeClr val="lt1"/>
              </a:buClr>
              <a:buSzPts val="2400"/>
              <a:buFont typeface="Space Grotesk"/>
              <a:buNone/>
              <a:defRPr sz="2400"/>
            </a:lvl3pPr>
            <a:lvl4pPr lvl="3">
              <a:spcBef>
                <a:spcPts val="0"/>
              </a:spcBef>
              <a:spcAft>
                <a:spcPts val="0"/>
              </a:spcAft>
              <a:buClr>
                <a:schemeClr val="lt1"/>
              </a:buClr>
              <a:buSzPts val="2400"/>
              <a:buFont typeface="Space Grotesk"/>
              <a:buNone/>
              <a:defRPr sz="2400"/>
            </a:lvl4pPr>
            <a:lvl5pPr lvl="4">
              <a:spcBef>
                <a:spcPts val="0"/>
              </a:spcBef>
              <a:spcAft>
                <a:spcPts val="0"/>
              </a:spcAft>
              <a:buClr>
                <a:schemeClr val="lt1"/>
              </a:buClr>
              <a:buSzPts val="2400"/>
              <a:buFont typeface="Space Grotesk"/>
              <a:buNone/>
              <a:defRPr sz="2400"/>
            </a:lvl5pPr>
            <a:lvl6pPr lvl="5">
              <a:spcBef>
                <a:spcPts val="0"/>
              </a:spcBef>
              <a:spcAft>
                <a:spcPts val="0"/>
              </a:spcAft>
              <a:buClr>
                <a:schemeClr val="lt1"/>
              </a:buClr>
              <a:buSzPts val="2400"/>
              <a:buFont typeface="Space Grotesk"/>
              <a:buNone/>
              <a:defRPr sz="2400"/>
            </a:lvl6pPr>
            <a:lvl7pPr lvl="6">
              <a:spcBef>
                <a:spcPts val="0"/>
              </a:spcBef>
              <a:spcAft>
                <a:spcPts val="0"/>
              </a:spcAft>
              <a:buClr>
                <a:schemeClr val="lt1"/>
              </a:buClr>
              <a:buSzPts val="2400"/>
              <a:buFont typeface="Space Grotesk"/>
              <a:buNone/>
              <a:defRPr sz="2400"/>
            </a:lvl7pPr>
            <a:lvl8pPr lvl="7">
              <a:spcBef>
                <a:spcPts val="0"/>
              </a:spcBef>
              <a:spcAft>
                <a:spcPts val="0"/>
              </a:spcAft>
              <a:buClr>
                <a:schemeClr val="lt1"/>
              </a:buClr>
              <a:buSzPts val="2400"/>
              <a:buFont typeface="Space Grotesk"/>
              <a:buNone/>
              <a:defRPr sz="2400"/>
            </a:lvl8pPr>
            <a:lvl9pPr lvl="8">
              <a:spcBef>
                <a:spcPts val="0"/>
              </a:spcBef>
              <a:spcAft>
                <a:spcPts val="0"/>
              </a:spcAft>
              <a:buClr>
                <a:schemeClr val="lt1"/>
              </a:buClr>
              <a:buSzPts val="2400"/>
              <a:buFont typeface="Space Grotesk"/>
              <a:buNone/>
              <a:defRPr sz="2400"/>
            </a:lvl9pPr>
          </a:lstStyle>
          <a:p/>
        </p:txBody>
      </p:sp>
      <p:sp>
        <p:nvSpPr>
          <p:cNvPr id="111" name="Google Shape;111;p20"/>
          <p:cNvSpPr txBox="1"/>
          <p:nvPr>
            <p:ph idx="9" type="subTitle"/>
          </p:nvPr>
        </p:nvSpPr>
        <p:spPr>
          <a:xfrm>
            <a:off x="5050200" y="4054200"/>
            <a:ext cx="2797500" cy="609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2400"/>
              <a:buFont typeface="Space Grotesk"/>
              <a:buNone/>
              <a:defRPr sz="2400"/>
            </a:lvl1pPr>
            <a:lvl2pPr lvl="1">
              <a:spcBef>
                <a:spcPts val="0"/>
              </a:spcBef>
              <a:spcAft>
                <a:spcPts val="0"/>
              </a:spcAft>
              <a:buClr>
                <a:schemeClr val="lt1"/>
              </a:buClr>
              <a:buSzPts val="2400"/>
              <a:buFont typeface="Space Grotesk"/>
              <a:buNone/>
              <a:defRPr sz="2400"/>
            </a:lvl2pPr>
            <a:lvl3pPr lvl="2">
              <a:spcBef>
                <a:spcPts val="0"/>
              </a:spcBef>
              <a:spcAft>
                <a:spcPts val="0"/>
              </a:spcAft>
              <a:buClr>
                <a:schemeClr val="lt1"/>
              </a:buClr>
              <a:buSzPts val="2400"/>
              <a:buFont typeface="Space Grotesk"/>
              <a:buNone/>
              <a:defRPr sz="2400"/>
            </a:lvl3pPr>
            <a:lvl4pPr lvl="3">
              <a:spcBef>
                <a:spcPts val="0"/>
              </a:spcBef>
              <a:spcAft>
                <a:spcPts val="0"/>
              </a:spcAft>
              <a:buClr>
                <a:schemeClr val="lt1"/>
              </a:buClr>
              <a:buSzPts val="2400"/>
              <a:buFont typeface="Space Grotesk"/>
              <a:buNone/>
              <a:defRPr sz="2400"/>
            </a:lvl4pPr>
            <a:lvl5pPr lvl="4">
              <a:spcBef>
                <a:spcPts val="0"/>
              </a:spcBef>
              <a:spcAft>
                <a:spcPts val="0"/>
              </a:spcAft>
              <a:buClr>
                <a:schemeClr val="lt1"/>
              </a:buClr>
              <a:buSzPts val="2400"/>
              <a:buFont typeface="Space Grotesk"/>
              <a:buNone/>
              <a:defRPr sz="2400"/>
            </a:lvl5pPr>
            <a:lvl6pPr lvl="5">
              <a:spcBef>
                <a:spcPts val="0"/>
              </a:spcBef>
              <a:spcAft>
                <a:spcPts val="0"/>
              </a:spcAft>
              <a:buClr>
                <a:schemeClr val="lt1"/>
              </a:buClr>
              <a:buSzPts val="2400"/>
              <a:buFont typeface="Space Grotesk"/>
              <a:buNone/>
              <a:defRPr sz="2400"/>
            </a:lvl6pPr>
            <a:lvl7pPr lvl="6">
              <a:spcBef>
                <a:spcPts val="0"/>
              </a:spcBef>
              <a:spcAft>
                <a:spcPts val="0"/>
              </a:spcAft>
              <a:buClr>
                <a:schemeClr val="lt1"/>
              </a:buClr>
              <a:buSzPts val="2400"/>
              <a:buFont typeface="Space Grotesk"/>
              <a:buNone/>
              <a:defRPr sz="2400"/>
            </a:lvl7pPr>
            <a:lvl8pPr lvl="7">
              <a:spcBef>
                <a:spcPts val="0"/>
              </a:spcBef>
              <a:spcAft>
                <a:spcPts val="0"/>
              </a:spcAft>
              <a:buClr>
                <a:schemeClr val="lt1"/>
              </a:buClr>
              <a:buSzPts val="2400"/>
              <a:buFont typeface="Space Grotesk"/>
              <a:buNone/>
              <a:defRPr sz="2400"/>
            </a:lvl8pPr>
            <a:lvl9pPr lvl="8">
              <a:spcBef>
                <a:spcPts val="0"/>
              </a:spcBef>
              <a:spcAft>
                <a:spcPts val="0"/>
              </a:spcAft>
              <a:buClr>
                <a:schemeClr val="lt1"/>
              </a:buClr>
              <a:buSzPts val="2400"/>
              <a:buFont typeface="Space Grotesk"/>
              <a:buNone/>
              <a:defRPr sz="24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ndicators">
  <p:cSld name="CUSTOM_6">
    <p:spTree>
      <p:nvGrpSpPr>
        <p:cNvPr id="112" name="Shape 112"/>
        <p:cNvGrpSpPr/>
        <p:nvPr/>
      </p:nvGrpSpPr>
      <p:grpSpPr>
        <a:xfrm>
          <a:off x="0" y="0"/>
          <a:ext cx="0" cy="0"/>
          <a:chOff x="0" y="0"/>
          <a:chExt cx="0" cy="0"/>
        </a:xfrm>
      </p:grpSpPr>
      <p:sp>
        <p:nvSpPr>
          <p:cNvPr id="113" name="Google Shape;113;p21"/>
          <p:cNvSpPr txBox="1"/>
          <p:nvPr>
            <p:ph hasCustomPrompt="1" type="title"/>
          </p:nvPr>
        </p:nvSpPr>
        <p:spPr>
          <a:xfrm>
            <a:off x="3370125" y="3495645"/>
            <a:ext cx="1127400" cy="4671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1"/>
              </a:buClr>
              <a:buSzPts val="3600"/>
              <a:buFont typeface="Space Grotesk Light"/>
              <a:buNone/>
              <a:defRPr sz="3600">
                <a:latin typeface="Space Grotesk Light"/>
                <a:ea typeface="Space Grotesk Light"/>
                <a:cs typeface="Space Grotesk Light"/>
                <a:sym typeface="Space Grotesk Light"/>
              </a:defRPr>
            </a:lvl1pPr>
            <a:lvl2pPr lvl="1" algn="ctr">
              <a:spcBef>
                <a:spcPts val="0"/>
              </a:spcBef>
              <a:spcAft>
                <a:spcPts val="0"/>
              </a:spcAft>
              <a:buClr>
                <a:schemeClr val="lt1"/>
              </a:buClr>
              <a:buSzPts val="3600"/>
              <a:buFont typeface="Space Grotesk Light"/>
              <a:buNone/>
              <a:defRPr sz="3600">
                <a:solidFill>
                  <a:schemeClr val="lt1"/>
                </a:solidFill>
                <a:latin typeface="Space Grotesk Light"/>
                <a:ea typeface="Space Grotesk Light"/>
                <a:cs typeface="Space Grotesk Light"/>
                <a:sym typeface="Space Grotesk Light"/>
              </a:defRPr>
            </a:lvl2pPr>
            <a:lvl3pPr lvl="2" algn="ctr">
              <a:spcBef>
                <a:spcPts val="0"/>
              </a:spcBef>
              <a:spcAft>
                <a:spcPts val="0"/>
              </a:spcAft>
              <a:buClr>
                <a:schemeClr val="lt1"/>
              </a:buClr>
              <a:buSzPts val="3600"/>
              <a:buFont typeface="Space Grotesk Light"/>
              <a:buNone/>
              <a:defRPr sz="3600">
                <a:solidFill>
                  <a:schemeClr val="lt1"/>
                </a:solidFill>
                <a:latin typeface="Space Grotesk Light"/>
                <a:ea typeface="Space Grotesk Light"/>
                <a:cs typeface="Space Grotesk Light"/>
                <a:sym typeface="Space Grotesk Light"/>
              </a:defRPr>
            </a:lvl3pPr>
            <a:lvl4pPr lvl="3" algn="ctr">
              <a:spcBef>
                <a:spcPts val="0"/>
              </a:spcBef>
              <a:spcAft>
                <a:spcPts val="0"/>
              </a:spcAft>
              <a:buClr>
                <a:schemeClr val="lt1"/>
              </a:buClr>
              <a:buSzPts val="3600"/>
              <a:buFont typeface="Space Grotesk Light"/>
              <a:buNone/>
              <a:defRPr sz="3600">
                <a:solidFill>
                  <a:schemeClr val="lt1"/>
                </a:solidFill>
                <a:latin typeface="Space Grotesk Light"/>
                <a:ea typeface="Space Grotesk Light"/>
                <a:cs typeface="Space Grotesk Light"/>
                <a:sym typeface="Space Grotesk Light"/>
              </a:defRPr>
            </a:lvl4pPr>
            <a:lvl5pPr lvl="4" algn="ctr">
              <a:spcBef>
                <a:spcPts val="0"/>
              </a:spcBef>
              <a:spcAft>
                <a:spcPts val="0"/>
              </a:spcAft>
              <a:buClr>
                <a:schemeClr val="lt1"/>
              </a:buClr>
              <a:buSzPts val="3600"/>
              <a:buFont typeface="Space Grotesk Light"/>
              <a:buNone/>
              <a:defRPr sz="3600">
                <a:solidFill>
                  <a:schemeClr val="lt1"/>
                </a:solidFill>
                <a:latin typeface="Space Grotesk Light"/>
                <a:ea typeface="Space Grotesk Light"/>
                <a:cs typeface="Space Grotesk Light"/>
                <a:sym typeface="Space Grotesk Light"/>
              </a:defRPr>
            </a:lvl5pPr>
            <a:lvl6pPr lvl="5" algn="ctr">
              <a:spcBef>
                <a:spcPts val="0"/>
              </a:spcBef>
              <a:spcAft>
                <a:spcPts val="0"/>
              </a:spcAft>
              <a:buClr>
                <a:schemeClr val="lt1"/>
              </a:buClr>
              <a:buSzPts val="3600"/>
              <a:buFont typeface="Space Grotesk Light"/>
              <a:buNone/>
              <a:defRPr sz="3600">
                <a:solidFill>
                  <a:schemeClr val="lt1"/>
                </a:solidFill>
                <a:latin typeface="Space Grotesk Light"/>
                <a:ea typeface="Space Grotesk Light"/>
                <a:cs typeface="Space Grotesk Light"/>
                <a:sym typeface="Space Grotesk Light"/>
              </a:defRPr>
            </a:lvl6pPr>
            <a:lvl7pPr lvl="6" algn="ctr">
              <a:spcBef>
                <a:spcPts val="0"/>
              </a:spcBef>
              <a:spcAft>
                <a:spcPts val="0"/>
              </a:spcAft>
              <a:buClr>
                <a:schemeClr val="lt1"/>
              </a:buClr>
              <a:buSzPts val="3600"/>
              <a:buFont typeface="Space Grotesk Light"/>
              <a:buNone/>
              <a:defRPr sz="3600">
                <a:solidFill>
                  <a:schemeClr val="lt1"/>
                </a:solidFill>
                <a:latin typeface="Space Grotesk Light"/>
                <a:ea typeface="Space Grotesk Light"/>
                <a:cs typeface="Space Grotesk Light"/>
                <a:sym typeface="Space Grotesk Light"/>
              </a:defRPr>
            </a:lvl7pPr>
            <a:lvl8pPr lvl="7" algn="ctr">
              <a:spcBef>
                <a:spcPts val="0"/>
              </a:spcBef>
              <a:spcAft>
                <a:spcPts val="0"/>
              </a:spcAft>
              <a:buClr>
                <a:schemeClr val="lt1"/>
              </a:buClr>
              <a:buSzPts val="3600"/>
              <a:buFont typeface="Space Grotesk Light"/>
              <a:buNone/>
              <a:defRPr sz="3600">
                <a:solidFill>
                  <a:schemeClr val="lt1"/>
                </a:solidFill>
                <a:latin typeface="Space Grotesk Light"/>
                <a:ea typeface="Space Grotesk Light"/>
                <a:cs typeface="Space Grotesk Light"/>
                <a:sym typeface="Space Grotesk Light"/>
              </a:defRPr>
            </a:lvl8pPr>
            <a:lvl9pPr lvl="8" algn="ctr">
              <a:spcBef>
                <a:spcPts val="0"/>
              </a:spcBef>
              <a:spcAft>
                <a:spcPts val="0"/>
              </a:spcAft>
              <a:buClr>
                <a:schemeClr val="lt1"/>
              </a:buClr>
              <a:buSzPts val="3600"/>
              <a:buFont typeface="Space Grotesk Light"/>
              <a:buNone/>
              <a:defRPr sz="3600">
                <a:solidFill>
                  <a:schemeClr val="lt1"/>
                </a:solidFill>
                <a:latin typeface="Space Grotesk Light"/>
                <a:ea typeface="Space Grotesk Light"/>
                <a:cs typeface="Space Grotesk Light"/>
                <a:sym typeface="Space Grotesk Light"/>
              </a:defRPr>
            </a:lvl9pPr>
          </a:lstStyle>
          <a:p>
            <a:r>
              <a:t>xx%</a:t>
            </a:r>
          </a:p>
        </p:txBody>
      </p:sp>
      <p:sp>
        <p:nvSpPr>
          <p:cNvPr id="114" name="Google Shape;114;p21"/>
          <p:cNvSpPr txBox="1"/>
          <p:nvPr>
            <p:ph idx="1" type="subTitle"/>
          </p:nvPr>
        </p:nvSpPr>
        <p:spPr>
          <a:xfrm>
            <a:off x="3372000" y="3897425"/>
            <a:ext cx="1181700" cy="279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Roboto"/>
              <a:buNone/>
              <a:defRPr sz="1200">
                <a:latin typeface="Roboto"/>
                <a:ea typeface="Roboto"/>
                <a:cs typeface="Roboto"/>
                <a:sym typeface="Roboto"/>
              </a:defRPr>
            </a:lvl1pPr>
            <a:lvl2pPr lvl="1" algn="ctr">
              <a:spcBef>
                <a:spcPts val="0"/>
              </a:spcBef>
              <a:spcAft>
                <a:spcPts val="0"/>
              </a:spcAft>
              <a:buClr>
                <a:schemeClr val="lt1"/>
              </a:buClr>
              <a:buSzPts val="1200"/>
              <a:buFont typeface="Roboto"/>
              <a:buNone/>
              <a:defRPr sz="1200">
                <a:latin typeface="Roboto"/>
                <a:ea typeface="Roboto"/>
                <a:cs typeface="Roboto"/>
                <a:sym typeface="Roboto"/>
              </a:defRPr>
            </a:lvl2pPr>
            <a:lvl3pPr lvl="2" algn="ctr">
              <a:spcBef>
                <a:spcPts val="0"/>
              </a:spcBef>
              <a:spcAft>
                <a:spcPts val="0"/>
              </a:spcAft>
              <a:buClr>
                <a:schemeClr val="lt1"/>
              </a:buClr>
              <a:buSzPts val="1200"/>
              <a:buFont typeface="Roboto"/>
              <a:buNone/>
              <a:defRPr sz="1200">
                <a:latin typeface="Roboto"/>
                <a:ea typeface="Roboto"/>
                <a:cs typeface="Roboto"/>
                <a:sym typeface="Roboto"/>
              </a:defRPr>
            </a:lvl3pPr>
            <a:lvl4pPr lvl="3" algn="ctr">
              <a:spcBef>
                <a:spcPts val="0"/>
              </a:spcBef>
              <a:spcAft>
                <a:spcPts val="0"/>
              </a:spcAft>
              <a:buClr>
                <a:schemeClr val="lt1"/>
              </a:buClr>
              <a:buSzPts val="1200"/>
              <a:buFont typeface="Roboto"/>
              <a:buNone/>
              <a:defRPr sz="1200">
                <a:latin typeface="Roboto"/>
                <a:ea typeface="Roboto"/>
                <a:cs typeface="Roboto"/>
                <a:sym typeface="Roboto"/>
              </a:defRPr>
            </a:lvl4pPr>
            <a:lvl5pPr lvl="4" algn="ctr">
              <a:spcBef>
                <a:spcPts val="0"/>
              </a:spcBef>
              <a:spcAft>
                <a:spcPts val="0"/>
              </a:spcAft>
              <a:buClr>
                <a:schemeClr val="lt1"/>
              </a:buClr>
              <a:buSzPts val="1200"/>
              <a:buFont typeface="Roboto"/>
              <a:buNone/>
              <a:defRPr sz="1200">
                <a:latin typeface="Roboto"/>
                <a:ea typeface="Roboto"/>
                <a:cs typeface="Roboto"/>
                <a:sym typeface="Roboto"/>
              </a:defRPr>
            </a:lvl5pPr>
            <a:lvl6pPr lvl="5" algn="ctr">
              <a:spcBef>
                <a:spcPts val="0"/>
              </a:spcBef>
              <a:spcAft>
                <a:spcPts val="0"/>
              </a:spcAft>
              <a:buClr>
                <a:schemeClr val="lt1"/>
              </a:buClr>
              <a:buSzPts val="1200"/>
              <a:buFont typeface="Roboto"/>
              <a:buNone/>
              <a:defRPr sz="1200">
                <a:latin typeface="Roboto"/>
                <a:ea typeface="Roboto"/>
                <a:cs typeface="Roboto"/>
                <a:sym typeface="Roboto"/>
              </a:defRPr>
            </a:lvl6pPr>
            <a:lvl7pPr lvl="6" algn="ctr">
              <a:spcBef>
                <a:spcPts val="0"/>
              </a:spcBef>
              <a:spcAft>
                <a:spcPts val="0"/>
              </a:spcAft>
              <a:buClr>
                <a:schemeClr val="lt1"/>
              </a:buClr>
              <a:buSzPts val="1200"/>
              <a:buFont typeface="Roboto"/>
              <a:buNone/>
              <a:defRPr sz="1200">
                <a:latin typeface="Roboto"/>
                <a:ea typeface="Roboto"/>
                <a:cs typeface="Roboto"/>
                <a:sym typeface="Roboto"/>
              </a:defRPr>
            </a:lvl7pPr>
            <a:lvl8pPr lvl="7" algn="ctr">
              <a:spcBef>
                <a:spcPts val="0"/>
              </a:spcBef>
              <a:spcAft>
                <a:spcPts val="0"/>
              </a:spcAft>
              <a:buClr>
                <a:schemeClr val="lt1"/>
              </a:buClr>
              <a:buSzPts val="1200"/>
              <a:buFont typeface="Roboto"/>
              <a:buNone/>
              <a:defRPr sz="1200">
                <a:latin typeface="Roboto"/>
                <a:ea typeface="Roboto"/>
                <a:cs typeface="Roboto"/>
                <a:sym typeface="Roboto"/>
              </a:defRPr>
            </a:lvl8pPr>
            <a:lvl9pPr lvl="8" algn="ctr">
              <a:spcBef>
                <a:spcPts val="0"/>
              </a:spcBef>
              <a:spcAft>
                <a:spcPts val="0"/>
              </a:spcAft>
              <a:buClr>
                <a:schemeClr val="lt1"/>
              </a:buClr>
              <a:buSzPts val="1200"/>
              <a:buFont typeface="Roboto"/>
              <a:buNone/>
              <a:defRPr sz="1200">
                <a:latin typeface="Roboto"/>
                <a:ea typeface="Roboto"/>
                <a:cs typeface="Roboto"/>
                <a:sym typeface="Roboto"/>
              </a:defRPr>
            </a:lvl9pPr>
          </a:lstStyle>
          <a:p/>
        </p:txBody>
      </p:sp>
      <p:sp>
        <p:nvSpPr>
          <p:cNvPr id="115" name="Google Shape;115;p21"/>
          <p:cNvSpPr txBox="1"/>
          <p:nvPr>
            <p:ph hasCustomPrompt="1" idx="2" type="title"/>
          </p:nvPr>
        </p:nvSpPr>
        <p:spPr>
          <a:xfrm>
            <a:off x="5819400" y="2556158"/>
            <a:ext cx="2208900" cy="7902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1"/>
              </a:buClr>
              <a:buSzPts val="7400"/>
              <a:buFont typeface="Space Grotesk Light"/>
              <a:buNone/>
              <a:defRPr sz="7400">
                <a:latin typeface="Space Grotesk Light"/>
                <a:ea typeface="Space Grotesk Light"/>
                <a:cs typeface="Space Grotesk Light"/>
                <a:sym typeface="Space Grotesk Light"/>
              </a:defRPr>
            </a:lvl1pPr>
            <a:lvl2pPr lvl="1" algn="ctr">
              <a:spcBef>
                <a:spcPts val="0"/>
              </a:spcBef>
              <a:spcAft>
                <a:spcPts val="0"/>
              </a:spcAft>
              <a:buClr>
                <a:schemeClr val="lt1"/>
              </a:buClr>
              <a:buSzPts val="7400"/>
              <a:buFont typeface="Space Grotesk Light"/>
              <a:buNone/>
              <a:defRPr sz="7400">
                <a:solidFill>
                  <a:schemeClr val="lt1"/>
                </a:solidFill>
                <a:latin typeface="Space Grotesk Light"/>
                <a:ea typeface="Space Grotesk Light"/>
                <a:cs typeface="Space Grotesk Light"/>
                <a:sym typeface="Space Grotesk Light"/>
              </a:defRPr>
            </a:lvl2pPr>
            <a:lvl3pPr lvl="2" algn="ctr">
              <a:spcBef>
                <a:spcPts val="0"/>
              </a:spcBef>
              <a:spcAft>
                <a:spcPts val="0"/>
              </a:spcAft>
              <a:buClr>
                <a:schemeClr val="lt1"/>
              </a:buClr>
              <a:buSzPts val="7400"/>
              <a:buFont typeface="Space Grotesk Light"/>
              <a:buNone/>
              <a:defRPr sz="7400">
                <a:solidFill>
                  <a:schemeClr val="lt1"/>
                </a:solidFill>
                <a:latin typeface="Space Grotesk Light"/>
                <a:ea typeface="Space Grotesk Light"/>
                <a:cs typeface="Space Grotesk Light"/>
                <a:sym typeface="Space Grotesk Light"/>
              </a:defRPr>
            </a:lvl3pPr>
            <a:lvl4pPr lvl="3" algn="ctr">
              <a:spcBef>
                <a:spcPts val="0"/>
              </a:spcBef>
              <a:spcAft>
                <a:spcPts val="0"/>
              </a:spcAft>
              <a:buClr>
                <a:schemeClr val="lt1"/>
              </a:buClr>
              <a:buSzPts val="7400"/>
              <a:buFont typeface="Space Grotesk Light"/>
              <a:buNone/>
              <a:defRPr sz="7400">
                <a:solidFill>
                  <a:schemeClr val="lt1"/>
                </a:solidFill>
                <a:latin typeface="Space Grotesk Light"/>
                <a:ea typeface="Space Grotesk Light"/>
                <a:cs typeface="Space Grotesk Light"/>
                <a:sym typeface="Space Grotesk Light"/>
              </a:defRPr>
            </a:lvl4pPr>
            <a:lvl5pPr lvl="4" algn="ctr">
              <a:spcBef>
                <a:spcPts val="0"/>
              </a:spcBef>
              <a:spcAft>
                <a:spcPts val="0"/>
              </a:spcAft>
              <a:buClr>
                <a:schemeClr val="lt1"/>
              </a:buClr>
              <a:buSzPts val="7400"/>
              <a:buFont typeface="Space Grotesk Light"/>
              <a:buNone/>
              <a:defRPr sz="7400">
                <a:solidFill>
                  <a:schemeClr val="lt1"/>
                </a:solidFill>
                <a:latin typeface="Space Grotesk Light"/>
                <a:ea typeface="Space Grotesk Light"/>
                <a:cs typeface="Space Grotesk Light"/>
                <a:sym typeface="Space Grotesk Light"/>
              </a:defRPr>
            </a:lvl5pPr>
            <a:lvl6pPr lvl="5" algn="ctr">
              <a:spcBef>
                <a:spcPts val="0"/>
              </a:spcBef>
              <a:spcAft>
                <a:spcPts val="0"/>
              </a:spcAft>
              <a:buClr>
                <a:schemeClr val="lt1"/>
              </a:buClr>
              <a:buSzPts val="7400"/>
              <a:buFont typeface="Space Grotesk Light"/>
              <a:buNone/>
              <a:defRPr sz="7400">
                <a:solidFill>
                  <a:schemeClr val="lt1"/>
                </a:solidFill>
                <a:latin typeface="Space Grotesk Light"/>
                <a:ea typeface="Space Grotesk Light"/>
                <a:cs typeface="Space Grotesk Light"/>
                <a:sym typeface="Space Grotesk Light"/>
              </a:defRPr>
            </a:lvl6pPr>
            <a:lvl7pPr lvl="6" algn="ctr">
              <a:spcBef>
                <a:spcPts val="0"/>
              </a:spcBef>
              <a:spcAft>
                <a:spcPts val="0"/>
              </a:spcAft>
              <a:buClr>
                <a:schemeClr val="lt1"/>
              </a:buClr>
              <a:buSzPts val="7400"/>
              <a:buFont typeface="Space Grotesk Light"/>
              <a:buNone/>
              <a:defRPr sz="7400">
                <a:solidFill>
                  <a:schemeClr val="lt1"/>
                </a:solidFill>
                <a:latin typeface="Space Grotesk Light"/>
                <a:ea typeface="Space Grotesk Light"/>
                <a:cs typeface="Space Grotesk Light"/>
                <a:sym typeface="Space Grotesk Light"/>
              </a:defRPr>
            </a:lvl7pPr>
            <a:lvl8pPr lvl="7" algn="ctr">
              <a:spcBef>
                <a:spcPts val="0"/>
              </a:spcBef>
              <a:spcAft>
                <a:spcPts val="0"/>
              </a:spcAft>
              <a:buClr>
                <a:schemeClr val="lt1"/>
              </a:buClr>
              <a:buSzPts val="7400"/>
              <a:buFont typeface="Space Grotesk Light"/>
              <a:buNone/>
              <a:defRPr sz="7400">
                <a:solidFill>
                  <a:schemeClr val="lt1"/>
                </a:solidFill>
                <a:latin typeface="Space Grotesk Light"/>
                <a:ea typeface="Space Grotesk Light"/>
                <a:cs typeface="Space Grotesk Light"/>
                <a:sym typeface="Space Grotesk Light"/>
              </a:defRPr>
            </a:lvl8pPr>
            <a:lvl9pPr lvl="8" algn="ctr">
              <a:spcBef>
                <a:spcPts val="0"/>
              </a:spcBef>
              <a:spcAft>
                <a:spcPts val="0"/>
              </a:spcAft>
              <a:buClr>
                <a:schemeClr val="lt1"/>
              </a:buClr>
              <a:buSzPts val="7400"/>
              <a:buFont typeface="Space Grotesk Light"/>
              <a:buNone/>
              <a:defRPr sz="7400">
                <a:solidFill>
                  <a:schemeClr val="lt1"/>
                </a:solidFill>
                <a:latin typeface="Space Grotesk Light"/>
                <a:ea typeface="Space Grotesk Light"/>
                <a:cs typeface="Space Grotesk Light"/>
                <a:sym typeface="Space Grotesk Light"/>
              </a:defRPr>
            </a:lvl9pPr>
          </a:lstStyle>
          <a:p>
            <a:r>
              <a:t>xx%</a:t>
            </a:r>
          </a:p>
        </p:txBody>
      </p:sp>
      <p:sp>
        <p:nvSpPr>
          <p:cNvPr id="116" name="Google Shape;116;p21"/>
          <p:cNvSpPr txBox="1"/>
          <p:nvPr>
            <p:ph idx="3" type="subTitle"/>
          </p:nvPr>
        </p:nvSpPr>
        <p:spPr>
          <a:xfrm>
            <a:off x="6017200" y="3305600"/>
            <a:ext cx="1731600" cy="279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Roboto"/>
              <a:buNone/>
              <a:defRPr sz="1200">
                <a:latin typeface="Roboto"/>
                <a:ea typeface="Roboto"/>
                <a:cs typeface="Roboto"/>
                <a:sym typeface="Roboto"/>
              </a:defRPr>
            </a:lvl1pPr>
            <a:lvl2pPr lvl="1" algn="ctr">
              <a:spcBef>
                <a:spcPts val="0"/>
              </a:spcBef>
              <a:spcAft>
                <a:spcPts val="0"/>
              </a:spcAft>
              <a:buClr>
                <a:schemeClr val="lt1"/>
              </a:buClr>
              <a:buSzPts val="1200"/>
              <a:buFont typeface="Roboto"/>
              <a:buNone/>
              <a:defRPr sz="1200">
                <a:latin typeface="Roboto"/>
                <a:ea typeface="Roboto"/>
                <a:cs typeface="Roboto"/>
                <a:sym typeface="Roboto"/>
              </a:defRPr>
            </a:lvl2pPr>
            <a:lvl3pPr lvl="2" algn="ctr">
              <a:spcBef>
                <a:spcPts val="0"/>
              </a:spcBef>
              <a:spcAft>
                <a:spcPts val="0"/>
              </a:spcAft>
              <a:buClr>
                <a:schemeClr val="lt1"/>
              </a:buClr>
              <a:buSzPts val="1200"/>
              <a:buFont typeface="Roboto"/>
              <a:buNone/>
              <a:defRPr sz="1200">
                <a:latin typeface="Roboto"/>
                <a:ea typeface="Roboto"/>
                <a:cs typeface="Roboto"/>
                <a:sym typeface="Roboto"/>
              </a:defRPr>
            </a:lvl3pPr>
            <a:lvl4pPr lvl="3" algn="ctr">
              <a:spcBef>
                <a:spcPts val="0"/>
              </a:spcBef>
              <a:spcAft>
                <a:spcPts val="0"/>
              </a:spcAft>
              <a:buClr>
                <a:schemeClr val="lt1"/>
              </a:buClr>
              <a:buSzPts val="1200"/>
              <a:buFont typeface="Roboto"/>
              <a:buNone/>
              <a:defRPr sz="1200">
                <a:latin typeface="Roboto"/>
                <a:ea typeface="Roboto"/>
                <a:cs typeface="Roboto"/>
                <a:sym typeface="Roboto"/>
              </a:defRPr>
            </a:lvl4pPr>
            <a:lvl5pPr lvl="4" algn="ctr">
              <a:spcBef>
                <a:spcPts val="0"/>
              </a:spcBef>
              <a:spcAft>
                <a:spcPts val="0"/>
              </a:spcAft>
              <a:buClr>
                <a:schemeClr val="lt1"/>
              </a:buClr>
              <a:buSzPts val="1200"/>
              <a:buFont typeface="Roboto"/>
              <a:buNone/>
              <a:defRPr sz="1200">
                <a:latin typeface="Roboto"/>
                <a:ea typeface="Roboto"/>
                <a:cs typeface="Roboto"/>
                <a:sym typeface="Roboto"/>
              </a:defRPr>
            </a:lvl5pPr>
            <a:lvl6pPr lvl="5" algn="ctr">
              <a:spcBef>
                <a:spcPts val="0"/>
              </a:spcBef>
              <a:spcAft>
                <a:spcPts val="0"/>
              </a:spcAft>
              <a:buClr>
                <a:schemeClr val="lt1"/>
              </a:buClr>
              <a:buSzPts val="1200"/>
              <a:buFont typeface="Roboto"/>
              <a:buNone/>
              <a:defRPr sz="1200">
                <a:latin typeface="Roboto"/>
                <a:ea typeface="Roboto"/>
                <a:cs typeface="Roboto"/>
                <a:sym typeface="Roboto"/>
              </a:defRPr>
            </a:lvl6pPr>
            <a:lvl7pPr lvl="6" algn="ctr">
              <a:spcBef>
                <a:spcPts val="0"/>
              </a:spcBef>
              <a:spcAft>
                <a:spcPts val="0"/>
              </a:spcAft>
              <a:buClr>
                <a:schemeClr val="lt1"/>
              </a:buClr>
              <a:buSzPts val="1200"/>
              <a:buFont typeface="Roboto"/>
              <a:buNone/>
              <a:defRPr sz="1200">
                <a:latin typeface="Roboto"/>
                <a:ea typeface="Roboto"/>
                <a:cs typeface="Roboto"/>
                <a:sym typeface="Roboto"/>
              </a:defRPr>
            </a:lvl7pPr>
            <a:lvl8pPr lvl="7" algn="ctr">
              <a:spcBef>
                <a:spcPts val="0"/>
              </a:spcBef>
              <a:spcAft>
                <a:spcPts val="0"/>
              </a:spcAft>
              <a:buClr>
                <a:schemeClr val="lt1"/>
              </a:buClr>
              <a:buSzPts val="1200"/>
              <a:buFont typeface="Roboto"/>
              <a:buNone/>
              <a:defRPr sz="1200">
                <a:latin typeface="Roboto"/>
                <a:ea typeface="Roboto"/>
                <a:cs typeface="Roboto"/>
                <a:sym typeface="Roboto"/>
              </a:defRPr>
            </a:lvl8pPr>
            <a:lvl9pPr lvl="8" algn="ctr">
              <a:spcBef>
                <a:spcPts val="0"/>
              </a:spcBef>
              <a:spcAft>
                <a:spcPts val="0"/>
              </a:spcAft>
              <a:buClr>
                <a:schemeClr val="lt1"/>
              </a:buClr>
              <a:buSzPts val="1200"/>
              <a:buFont typeface="Roboto"/>
              <a:buNone/>
              <a:defRPr sz="1200">
                <a:latin typeface="Roboto"/>
                <a:ea typeface="Roboto"/>
                <a:cs typeface="Roboto"/>
                <a:sym typeface="Roboto"/>
              </a:defRPr>
            </a:lvl9pPr>
          </a:lstStyle>
          <a:p/>
        </p:txBody>
      </p:sp>
      <p:sp>
        <p:nvSpPr>
          <p:cNvPr id="117" name="Google Shape;117;p21"/>
          <p:cNvSpPr txBox="1"/>
          <p:nvPr>
            <p:ph idx="4" type="title"/>
          </p:nvPr>
        </p:nvSpPr>
        <p:spPr>
          <a:xfrm>
            <a:off x="212450" y="177900"/>
            <a:ext cx="5645700" cy="7902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18" name="Google Shape;118;p21"/>
          <p:cNvSpPr txBox="1"/>
          <p:nvPr>
            <p:ph hasCustomPrompt="1" idx="5" type="title"/>
          </p:nvPr>
        </p:nvSpPr>
        <p:spPr>
          <a:xfrm>
            <a:off x="1753450" y="3792650"/>
            <a:ext cx="798000" cy="4671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1"/>
              </a:buClr>
              <a:buSzPts val="2000"/>
              <a:buFont typeface="Space Grotesk Light"/>
              <a:buNone/>
              <a:defRPr sz="2000">
                <a:latin typeface="Space Grotesk Light"/>
                <a:ea typeface="Space Grotesk Light"/>
                <a:cs typeface="Space Grotesk Light"/>
                <a:sym typeface="Space Grotesk Light"/>
              </a:defRPr>
            </a:lvl1pPr>
            <a:lvl2pPr lvl="1" algn="ctr">
              <a:spcBef>
                <a:spcPts val="0"/>
              </a:spcBef>
              <a:spcAft>
                <a:spcPts val="0"/>
              </a:spcAft>
              <a:buClr>
                <a:schemeClr val="lt1"/>
              </a:buClr>
              <a:buSzPts val="2000"/>
              <a:buFont typeface="Space Grotesk Light"/>
              <a:buNone/>
              <a:defRPr sz="2000">
                <a:solidFill>
                  <a:schemeClr val="lt1"/>
                </a:solidFill>
                <a:latin typeface="Space Grotesk Light"/>
                <a:ea typeface="Space Grotesk Light"/>
                <a:cs typeface="Space Grotesk Light"/>
                <a:sym typeface="Space Grotesk Light"/>
              </a:defRPr>
            </a:lvl2pPr>
            <a:lvl3pPr lvl="2" algn="ctr">
              <a:spcBef>
                <a:spcPts val="0"/>
              </a:spcBef>
              <a:spcAft>
                <a:spcPts val="0"/>
              </a:spcAft>
              <a:buClr>
                <a:schemeClr val="lt1"/>
              </a:buClr>
              <a:buSzPts val="2000"/>
              <a:buFont typeface="Space Grotesk Light"/>
              <a:buNone/>
              <a:defRPr sz="2000">
                <a:solidFill>
                  <a:schemeClr val="lt1"/>
                </a:solidFill>
                <a:latin typeface="Space Grotesk Light"/>
                <a:ea typeface="Space Grotesk Light"/>
                <a:cs typeface="Space Grotesk Light"/>
                <a:sym typeface="Space Grotesk Light"/>
              </a:defRPr>
            </a:lvl3pPr>
            <a:lvl4pPr lvl="3" algn="ctr">
              <a:spcBef>
                <a:spcPts val="0"/>
              </a:spcBef>
              <a:spcAft>
                <a:spcPts val="0"/>
              </a:spcAft>
              <a:buClr>
                <a:schemeClr val="lt1"/>
              </a:buClr>
              <a:buSzPts val="2000"/>
              <a:buFont typeface="Space Grotesk Light"/>
              <a:buNone/>
              <a:defRPr sz="2000">
                <a:solidFill>
                  <a:schemeClr val="lt1"/>
                </a:solidFill>
                <a:latin typeface="Space Grotesk Light"/>
                <a:ea typeface="Space Grotesk Light"/>
                <a:cs typeface="Space Grotesk Light"/>
                <a:sym typeface="Space Grotesk Light"/>
              </a:defRPr>
            </a:lvl4pPr>
            <a:lvl5pPr lvl="4" algn="ctr">
              <a:spcBef>
                <a:spcPts val="0"/>
              </a:spcBef>
              <a:spcAft>
                <a:spcPts val="0"/>
              </a:spcAft>
              <a:buClr>
                <a:schemeClr val="lt1"/>
              </a:buClr>
              <a:buSzPts val="2000"/>
              <a:buFont typeface="Space Grotesk Light"/>
              <a:buNone/>
              <a:defRPr sz="2000">
                <a:solidFill>
                  <a:schemeClr val="lt1"/>
                </a:solidFill>
                <a:latin typeface="Space Grotesk Light"/>
                <a:ea typeface="Space Grotesk Light"/>
                <a:cs typeface="Space Grotesk Light"/>
                <a:sym typeface="Space Grotesk Light"/>
              </a:defRPr>
            </a:lvl5pPr>
            <a:lvl6pPr lvl="5" algn="ctr">
              <a:spcBef>
                <a:spcPts val="0"/>
              </a:spcBef>
              <a:spcAft>
                <a:spcPts val="0"/>
              </a:spcAft>
              <a:buClr>
                <a:schemeClr val="lt1"/>
              </a:buClr>
              <a:buSzPts val="2000"/>
              <a:buFont typeface="Space Grotesk Light"/>
              <a:buNone/>
              <a:defRPr sz="2000">
                <a:solidFill>
                  <a:schemeClr val="lt1"/>
                </a:solidFill>
                <a:latin typeface="Space Grotesk Light"/>
                <a:ea typeface="Space Grotesk Light"/>
                <a:cs typeface="Space Grotesk Light"/>
                <a:sym typeface="Space Grotesk Light"/>
              </a:defRPr>
            </a:lvl6pPr>
            <a:lvl7pPr lvl="6" algn="ctr">
              <a:spcBef>
                <a:spcPts val="0"/>
              </a:spcBef>
              <a:spcAft>
                <a:spcPts val="0"/>
              </a:spcAft>
              <a:buClr>
                <a:schemeClr val="lt1"/>
              </a:buClr>
              <a:buSzPts val="2000"/>
              <a:buFont typeface="Space Grotesk Light"/>
              <a:buNone/>
              <a:defRPr sz="2000">
                <a:solidFill>
                  <a:schemeClr val="lt1"/>
                </a:solidFill>
                <a:latin typeface="Space Grotesk Light"/>
                <a:ea typeface="Space Grotesk Light"/>
                <a:cs typeface="Space Grotesk Light"/>
                <a:sym typeface="Space Grotesk Light"/>
              </a:defRPr>
            </a:lvl7pPr>
            <a:lvl8pPr lvl="7" algn="ctr">
              <a:spcBef>
                <a:spcPts val="0"/>
              </a:spcBef>
              <a:spcAft>
                <a:spcPts val="0"/>
              </a:spcAft>
              <a:buClr>
                <a:schemeClr val="lt1"/>
              </a:buClr>
              <a:buSzPts val="2000"/>
              <a:buFont typeface="Space Grotesk Light"/>
              <a:buNone/>
              <a:defRPr sz="2000">
                <a:solidFill>
                  <a:schemeClr val="lt1"/>
                </a:solidFill>
                <a:latin typeface="Space Grotesk Light"/>
                <a:ea typeface="Space Grotesk Light"/>
                <a:cs typeface="Space Grotesk Light"/>
                <a:sym typeface="Space Grotesk Light"/>
              </a:defRPr>
            </a:lvl8pPr>
            <a:lvl9pPr lvl="8" algn="ctr">
              <a:spcBef>
                <a:spcPts val="0"/>
              </a:spcBef>
              <a:spcAft>
                <a:spcPts val="0"/>
              </a:spcAft>
              <a:buClr>
                <a:schemeClr val="lt1"/>
              </a:buClr>
              <a:buSzPts val="2000"/>
              <a:buFont typeface="Space Grotesk Light"/>
              <a:buNone/>
              <a:defRPr sz="2000">
                <a:solidFill>
                  <a:schemeClr val="lt1"/>
                </a:solidFill>
                <a:latin typeface="Space Grotesk Light"/>
                <a:ea typeface="Space Grotesk Light"/>
                <a:cs typeface="Space Grotesk Light"/>
                <a:sym typeface="Space Grotesk Light"/>
              </a:defRPr>
            </a:lvl9pPr>
          </a:lstStyle>
          <a:p>
            <a:r>
              <a:t>xx%</a:t>
            </a:r>
          </a:p>
        </p:txBody>
      </p:sp>
      <p:sp>
        <p:nvSpPr>
          <p:cNvPr id="119" name="Google Shape;119;p21"/>
          <p:cNvSpPr txBox="1"/>
          <p:nvPr>
            <p:ph idx="6" type="subTitle"/>
          </p:nvPr>
        </p:nvSpPr>
        <p:spPr>
          <a:xfrm>
            <a:off x="1561550" y="4183550"/>
            <a:ext cx="1181700" cy="279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Roboto"/>
              <a:buNone/>
              <a:defRPr sz="1200">
                <a:latin typeface="Roboto"/>
                <a:ea typeface="Roboto"/>
                <a:cs typeface="Roboto"/>
                <a:sym typeface="Roboto"/>
              </a:defRPr>
            </a:lvl1pPr>
            <a:lvl2pPr lvl="1" algn="ctr">
              <a:spcBef>
                <a:spcPts val="0"/>
              </a:spcBef>
              <a:spcAft>
                <a:spcPts val="0"/>
              </a:spcAft>
              <a:buClr>
                <a:schemeClr val="lt1"/>
              </a:buClr>
              <a:buSzPts val="1200"/>
              <a:buFont typeface="Roboto"/>
              <a:buNone/>
              <a:defRPr sz="1200">
                <a:latin typeface="Roboto"/>
                <a:ea typeface="Roboto"/>
                <a:cs typeface="Roboto"/>
                <a:sym typeface="Roboto"/>
              </a:defRPr>
            </a:lvl2pPr>
            <a:lvl3pPr lvl="2" algn="ctr">
              <a:spcBef>
                <a:spcPts val="0"/>
              </a:spcBef>
              <a:spcAft>
                <a:spcPts val="0"/>
              </a:spcAft>
              <a:buClr>
                <a:schemeClr val="lt1"/>
              </a:buClr>
              <a:buSzPts val="1200"/>
              <a:buFont typeface="Roboto"/>
              <a:buNone/>
              <a:defRPr sz="1200">
                <a:latin typeface="Roboto"/>
                <a:ea typeface="Roboto"/>
                <a:cs typeface="Roboto"/>
                <a:sym typeface="Roboto"/>
              </a:defRPr>
            </a:lvl3pPr>
            <a:lvl4pPr lvl="3" algn="ctr">
              <a:spcBef>
                <a:spcPts val="0"/>
              </a:spcBef>
              <a:spcAft>
                <a:spcPts val="0"/>
              </a:spcAft>
              <a:buClr>
                <a:schemeClr val="lt1"/>
              </a:buClr>
              <a:buSzPts val="1200"/>
              <a:buFont typeface="Roboto"/>
              <a:buNone/>
              <a:defRPr sz="1200">
                <a:latin typeface="Roboto"/>
                <a:ea typeface="Roboto"/>
                <a:cs typeface="Roboto"/>
                <a:sym typeface="Roboto"/>
              </a:defRPr>
            </a:lvl4pPr>
            <a:lvl5pPr lvl="4" algn="ctr">
              <a:spcBef>
                <a:spcPts val="0"/>
              </a:spcBef>
              <a:spcAft>
                <a:spcPts val="0"/>
              </a:spcAft>
              <a:buClr>
                <a:schemeClr val="lt1"/>
              </a:buClr>
              <a:buSzPts val="1200"/>
              <a:buFont typeface="Roboto"/>
              <a:buNone/>
              <a:defRPr sz="1200">
                <a:latin typeface="Roboto"/>
                <a:ea typeface="Roboto"/>
                <a:cs typeface="Roboto"/>
                <a:sym typeface="Roboto"/>
              </a:defRPr>
            </a:lvl5pPr>
            <a:lvl6pPr lvl="5" algn="ctr">
              <a:spcBef>
                <a:spcPts val="0"/>
              </a:spcBef>
              <a:spcAft>
                <a:spcPts val="0"/>
              </a:spcAft>
              <a:buClr>
                <a:schemeClr val="lt1"/>
              </a:buClr>
              <a:buSzPts val="1200"/>
              <a:buFont typeface="Roboto"/>
              <a:buNone/>
              <a:defRPr sz="1200">
                <a:latin typeface="Roboto"/>
                <a:ea typeface="Roboto"/>
                <a:cs typeface="Roboto"/>
                <a:sym typeface="Roboto"/>
              </a:defRPr>
            </a:lvl6pPr>
            <a:lvl7pPr lvl="6" algn="ctr">
              <a:spcBef>
                <a:spcPts val="0"/>
              </a:spcBef>
              <a:spcAft>
                <a:spcPts val="0"/>
              </a:spcAft>
              <a:buClr>
                <a:schemeClr val="lt1"/>
              </a:buClr>
              <a:buSzPts val="1200"/>
              <a:buFont typeface="Roboto"/>
              <a:buNone/>
              <a:defRPr sz="1200">
                <a:latin typeface="Roboto"/>
                <a:ea typeface="Roboto"/>
                <a:cs typeface="Roboto"/>
                <a:sym typeface="Roboto"/>
              </a:defRPr>
            </a:lvl7pPr>
            <a:lvl8pPr lvl="7" algn="ctr">
              <a:spcBef>
                <a:spcPts val="0"/>
              </a:spcBef>
              <a:spcAft>
                <a:spcPts val="0"/>
              </a:spcAft>
              <a:buClr>
                <a:schemeClr val="lt1"/>
              </a:buClr>
              <a:buSzPts val="1200"/>
              <a:buFont typeface="Roboto"/>
              <a:buNone/>
              <a:defRPr sz="1200">
                <a:latin typeface="Roboto"/>
                <a:ea typeface="Roboto"/>
                <a:cs typeface="Roboto"/>
                <a:sym typeface="Roboto"/>
              </a:defRPr>
            </a:lvl8pPr>
            <a:lvl9pPr lvl="8" algn="ctr">
              <a:spcBef>
                <a:spcPts val="0"/>
              </a:spcBef>
              <a:spcAft>
                <a:spcPts val="0"/>
              </a:spcAft>
              <a:buClr>
                <a:schemeClr val="lt1"/>
              </a:buClr>
              <a:buSzPts val="1200"/>
              <a:buFont typeface="Roboto"/>
              <a:buNone/>
              <a:defRPr sz="1200">
                <a:latin typeface="Roboto"/>
                <a:ea typeface="Roboto"/>
                <a:cs typeface="Roboto"/>
                <a:sym typeface="Roboto"/>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items">
  <p:cSld name="CUSTOM_2">
    <p:bg>
      <p:bgPr>
        <a:gradFill>
          <a:gsLst>
            <a:gs pos="0">
              <a:schemeClr val="accent4"/>
            </a:gs>
            <a:gs pos="100000">
              <a:schemeClr val="dk1"/>
            </a:gs>
          </a:gsLst>
          <a:lin ang="5400012" scaled="0"/>
        </a:gradFill>
      </p:bgPr>
    </p:bg>
    <p:spTree>
      <p:nvGrpSpPr>
        <p:cNvPr id="120" name="Shape 120"/>
        <p:cNvGrpSpPr/>
        <p:nvPr/>
      </p:nvGrpSpPr>
      <p:grpSpPr>
        <a:xfrm>
          <a:off x="0" y="0"/>
          <a:ext cx="0" cy="0"/>
          <a:chOff x="0" y="0"/>
          <a:chExt cx="0" cy="0"/>
        </a:xfrm>
      </p:grpSpPr>
      <p:sp>
        <p:nvSpPr>
          <p:cNvPr id="121" name="Google Shape;121;p22"/>
          <p:cNvSpPr txBox="1"/>
          <p:nvPr>
            <p:ph type="title"/>
          </p:nvPr>
        </p:nvSpPr>
        <p:spPr>
          <a:xfrm>
            <a:off x="212450" y="177900"/>
            <a:ext cx="5789400" cy="4065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22" name="Google Shape;122;p22"/>
          <p:cNvSpPr txBox="1"/>
          <p:nvPr>
            <p:ph idx="1" type="subTitle"/>
          </p:nvPr>
        </p:nvSpPr>
        <p:spPr>
          <a:xfrm>
            <a:off x="591847" y="1999125"/>
            <a:ext cx="2481300" cy="2142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Space Grotesk"/>
              <a:buNone/>
              <a:defRPr sz="1200"/>
            </a:lvl1pPr>
            <a:lvl2pPr lvl="1">
              <a:spcBef>
                <a:spcPts val="0"/>
              </a:spcBef>
              <a:spcAft>
                <a:spcPts val="0"/>
              </a:spcAft>
              <a:buClr>
                <a:schemeClr val="lt1"/>
              </a:buClr>
              <a:buSzPts val="1200"/>
              <a:buFont typeface="Space Grotesk"/>
              <a:buNone/>
              <a:defRPr sz="1200"/>
            </a:lvl2pPr>
            <a:lvl3pPr lvl="2">
              <a:spcBef>
                <a:spcPts val="0"/>
              </a:spcBef>
              <a:spcAft>
                <a:spcPts val="0"/>
              </a:spcAft>
              <a:buClr>
                <a:schemeClr val="lt1"/>
              </a:buClr>
              <a:buSzPts val="1200"/>
              <a:buFont typeface="Space Grotesk"/>
              <a:buNone/>
              <a:defRPr sz="1200"/>
            </a:lvl3pPr>
            <a:lvl4pPr lvl="3">
              <a:spcBef>
                <a:spcPts val="0"/>
              </a:spcBef>
              <a:spcAft>
                <a:spcPts val="0"/>
              </a:spcAft>
              <a:buClr>
                <a:schemeClr val="lt1"/>
              </a:buClr>
              <a:buSzPts val="1200"/>
              <a:buFont typeface="Space Grotesk"/>
              <a:buNone/>
              <a:defRPr sz="1200"/>
            </a:lvl4pPr>
            <a:lvl5pPr lvl="4">
              <a:spcBef>
                <a:spcPts val="0"/>
              </a:spcBef>
              <a:spcAft>
                <a:spcPts val="0"/>
              </a:spcAft>
              <a:buClr>
                <a:schemeClr val="lt1"/>
              </a:buClr>
              <a:buSzPts val="1200"/>
              <a:buFont typeface="Space Grotesk"/>
              <a:buNone/>
              <a:defRPr sz="1200"/>
            </a:lvl5pPr>
            <a:lvl6pPr lvl="5">
              <a:spcBef>
                <a:spcPts val="0"/>
              </a:spcBef>
              <a:spcAft>
                <a:spcPts val="0"/>
              </a:spcAft>
              <a:buClr>
                <a:schemeClr val="lt1"/>
              </a:buClr>
              <a:buSzPts val="1200"/>
              <a:buFont typeface="Space Grotesk"/>
              <a:buNone/>
              <a:defRPr sz="1200"/>
            </a:lvl6pPr>
            <a:lvl7pPr lvl="6">
              <a:spcBef>
                <a:spcPts val="0"/>
              </a:spcBef>
              <a:spcAft>
                <a:spcPts val="0"/>
              </a:spcAft>
              <a:buClr>
                <a:schemeClr val="lt1"/>
              </a:buClr>
              <a:buSzPts val="1200"/>
              <a:buFont typeface="Space Grotesk"/>
              <a:buNone/>
              <a:defRPr sz="1200"/>
            </a:lvl7pPr>
            <a:lvl8pPr lvl="7">
              <a:spcBef>
                <a:spcPts val="0"/>
              </a:spcBef>
              <a:spcAft>
                <a:spcPts val="0"/>
              </a:spcAft>
              <a:buClr>
                <a:schemeClr val="lt1"/>
              </a:buClr>
              <a:buSzPts val="1200"/>
              <a:buFont typeface="Space Grotesk"/>
              <a:buNone/>
              <a:defRPr sz="1200"/>
            </a:lvl8pPr>
            <a:lvl9pPr lvl="8">
              <a:spcBef>
                <a:spcPts val="0"/>
              </a:spcBef>
              <a:spcAft>
                <a:spcPts val="0"/>
              </a:spcAft>
              <a:buClr>
                <a:schemeClr val="lt1"/>
              </a:buClr>
              <a:buSzPts val="1200"/>
              <a:buFont typeface="Space Grotesk"/>
              <a:buNone/>
              <a:defRPr sz="1200"/>
            </a:lvl9pPr>
          </a:lstStyle>
          <a:p/>
        </p:txBody>
      </p:sp>
      <p:sp>
        <p:nvSpPr>
          <p:cNvPr id="123" name="Google Shape;123;p22"/>
          <p:cNvSpPr txBox="1"/>
          <p:nvPr>
            <p:ph idx="2" type="subTitle"/>
          </p:nvPr>
        </p:nvSpPr>
        <p:spPr>
          <a:xfrm>
            <a:off x="587100" y="2375550"/>
            <a:ext cx="2481300" cy="630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p:txBody>
      </p:sp>
      <p:sp>
        <p:nvSpPr>
          <p:cNvPr id="124" name="Google Shape;124;p22"/>
          <p:cNvSpPr txBox="1"/>
          <p:nvPr>
            <p:ph idx="3" type="subTitle"/>
          </p:nvPr>
        </p:nvSpPr>
        <p:spPr>
          <a:xfrm>
            <a:off x="4991772" y="1999125"/>
            <a:ext cx="2481300" cy="2142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Space Grotesk"/>
              <a:buNone/>
              <a:defRPr sz="1200"/>
            </a:lvl1pPr>
            <a:lvl2pPr lvl="1">
              <a:spcBef>
                <a:spcPts val="0"/>
              </a:spcBef>
              <a:spcAft>
                <a:spcPts val="0"/>
              </a:spcAft>
              <a:buClr>
                <a:schemeClr val="lt1"/>
              </a:buClr>
              <a:buSzPts val="1200"/>
              <a:buFont typeface="Space Grotesk"/>
              <a:buNone/>
              <a:defRPr sz="1200"/>
            </a:lvl2pPr>
            <a:lvl3pPr lvl="2">
              <a:spcBef>
                <a:spcPts val="0"/>
              </a:spcBef>
              <a:spcAft>
                <a:spcPts val="0"/>
              </a:spcAft>
              <a:buClr>
                <a:schemeClr val="lt1"/>
              </a:buClr>
              <a:buSzPts val="1200"/>
              <a:buFont typeface="Space Grotesk"/>
              <a:buNone/>
              <a:defRPr sz="1200"/>
            </a:lvl3pPr>
            <a:lvl4pPr lvl="3">
              <a:spcBef>
                <a:spcPts val="0"/>
              </a:spcBef>
              <a:spcAft>
                <a:spcPts val="0"/>
              </a:spcAft>
              <a:buClr>
                <a:schemeClr val="lt1"/>
              </a:buClr>
              <a:buSzPts val="1200"/>
              <a:buFont typeface="Space Grotesk"/>
              <a:buNone/>
              <a:defRPr sz="1200"/>
            </a:lvl4pPr>
            <a:lvl5pPr lvl="4">
              <a:spcBef>
                <a:spcPts val="0"/>
              </a:spcBef>
              <a:spcAft>
                <a:spcPts val="0"/>
              </a:spcAft>
              <a:buClr>
                <a:schemeClr val="lt1"/>
              </a:buClr>
              <a:buSzPts val="1200"/>
              <a:buFont typeface="Space Grotesk"/>
              <a:buNone/>
              <a:defRPr sz="1200"/>
            </a:lvl5pPr>
            <a:lvl6pPr lvl="5">
              <a:spcBef>
                <a:spcPts val="0"/>
              </a:spcBef>
              <a:spcAft>
                <a:spcPts val="0"/>
              </a:spcAft>
              <a:buClr>
                <a:schemeClr val="lt1"/>
              </a:buClr>
              <a:buSzPts val="1200"/>
              <a:buFont typeface="Space Grotesk"/>
              <a:buNone/>
              <a:defRPr sz="1200"/>
            </a:lvl6pPr>
            <a:lvl7pPr lvl="6">
              <a:spcBef>
                <a:spcPts val="0"/>
              </a:spcBef>
              <a:spcAft>
                <a:spcPts val="0"/>
              </a:spcAft>
              <a:buClr>
                <a:schemeClr val="lt1"/>
              </a:buClr>
              <a:buSzPts val="1200"/>
              <a:buFont typeface="Space Grotesk"/>
              <a:buNone/>
              <a:defRPr sz="1200"/>
            </a:lvl7pPr>
            <a:lvl8pPr lvl="7">
              <a:spcBef>
                <a:spcPts val="0"/>
              </a:spcBef>
              <a:spcAft>
                <a:spcPts val="0"/>
              </a:spcAft>
              <a:buClr>
                <a:schemeClr val="lt1"/>
              </a:buClr>
              <a:buSzPts val="1200"/>
              <a:buFont typeface="Space Grotesk"/>
              <a:buNone/>
              <a:defRPr sz="1200"/>
            </a:lvl8pPr>
            <a:lvl9pPr lvl="8">
              <a:spcBef>
                <a:spcPts val="0"/>
              </a:spcBef>
              <a:spcAft>
                <a:spcPts val="0"/>
              </a:spcAft>
              <a:buClr>
                <a:schemeClr val="lt1"/>
              </a:buClr>
              <a:buSzPts val="1200"/>
              <a:buFont typeface="Space Grotesk"/>
              <a:buNone/>
              <a:defRPr sz="1200"/>
            </a:lvl9pPr>
          </a:lstStyle>
          <a:p/>
        </p:txBody>
      </p:sp>
      <p:sp>
        <p:nvSpPr>
          <p:cNvPr id="125" name="Google Shape;125;p22"/>
          <p:cNvSpPr txBox="1"/>
          <p:nvPr>
            <p:ph idx="4" type="subTitle"/>
          </p:nvPr>
        </p:nvSpPr>
        <p:spPr>
          <a:xfrm>
            <a:off x="591847" y="3389100"/>
            <a:ext cx="2481300" cy="2142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Space Grotesk"/>
              <a:buNone/>
              <a:defRPr sz="1200"/>
            </a:lvl1pPr>
            <a:lvl2pPr lvl="1">
              <a:spcBef>
                <a:spcPts val="0"/>
              </a:spcBef>
              <a:spcAft>
                <a:spcPts val="0"/>
              </a:spcAft>
              <a:buClr>
                <a:schemeClr val="lt1"/>
              </a:buClr>
              <a:buSzPts val="1200"/>
              <a:buFont typeface="Space Grotesk"/>
              <a:buNone/>
              <a:defRPr sz="1200"/>
            </a:lvl2pPr>
            <a:lvl3pPr lvl="2">
              <a:spcBef>
                <a:spcPts val="0"/>
              </a:spcBef>
              <a:spcAft>
                <a:spcPts val="0"/>
              </a:spcAft>
              <a:buClr>
                <a:schemeClr val="lt1"/>
              </a:buClr>
              <a:buSzPts val="1200"/>
              <a:buFont typeface="Space Grotesk"/>
              <a:buNone/>
              <a:defRPr sz="1200"/>
            </a:lvl3pPr>
            <a:lvl4pPr lvl="3">
              <a:spcBef>
                <a:spcPts val="0"/>
              </a:spcBef>
              <a:spcAft>
                <a:spcPts val="0"/>
              </a:spcAft>
              <a:buClr>
                <a:schemeClr val="lt1"/>
              </a:buClr>
              <a:buSzPts val="1200"/>
              <a:buFont typeface="Space Grotesk"/>
              <a:buNone/>
              <a:defRPr sz="1200"/>
            </a:lvl4pPr>
            <a:lvl5pPr lvl="4">
              <a:spcBef>
                <a:spcPts val="0"/>
              </a:spcBef>
              <a:spcAft>
                <a:spcPts val="0"/>
              </a:spcAft>
              <a:buClr>
                <a:schemeClr val="lt1"/>
              </a:buClr>
              <a:buSzPts val="1200"/>
              <a:buFont typeface="Space Grotesk"/>
              <a:buNone/>
              <a:defRPr sz="1200"/>
            </a:lvl5pPr>
            <a:lvl6pPr lvl="5">
              <a:spcBef>
                <a:spcPts val="0"/>
              </a:spcBef>
              <a:spcAft>
                <a:spcPts val="0"/>
              </a:spcAft>
              <a:buClr>
                <a:schemeClr val="lt1"/>
              </a:buClr>
              <a:buSzPts val="1200"/>
              <a:buFont typeface="Space Grotesk"/>
              <a:buNone/>
              <a:defRPr sz="1200"/>
            </a:lvl6pPr>
            <a:lvl7pPr lvl="6">
              <a:spcBef>
                <a:spcPts val="0"/>
              </a:spcBef>
              <a:spcAft>
                <a:spcPts val="0"/>
              </a:spcAft>
              <a:buClr>
                <a:schemeClr val="lt1"/>
              </a:buClr>
              <a:buSzPts val="1200"/>
              <a:buFont typeface="Space Grotesk"/>
              <a:buNone/>
              <a:defRPr sz="1200"/>
            </a:lvl7pPr>
            <a:lvl8pPr lvl="7">
              <a:spcBef>
                <a:spcPts val="0"/>
              </a:spcBef>
              <a:spcAft>
                <a:spcPts val="0"/>
              </a:spcAft>
              <a:buClr>
                <a:schemeClr val="lt1"/>
              </a:buClr>
              <a:buSzPts val="1200"/>
              <a:buFont typeface="Space Grotesk"/>
              <a:buNone/>
              <a:defRPr sz="1200"/>
            </a:lvl8pPr>
            <a:lvl9pPr lvl="8">
              <a:spcBef>
                <a:spcPts val="0"/>
              </a:spcBef>
              <a:spcAft>
                <a:spcPts val="0"/>
              </a:spcAft>
              <a:buClr>
                <a:schemeClr val="lt1"/>
              </a:buClr>
              <a:buSzPts val="1200"/>
              <a:buFont typeface="Space Grotesk"/>
              <a:buNone/>
              <a:defRPr sz="1200"/>
            </a:lvl9pPr>
          </a:lstStyle>
          <a:p/>
        </p:txBody>
      </p:sp>
      <p:sp>
        <p:nvSpPr>
          <p:cNvPr id="126" name="Google Shape;126;p22"/>
          <p:cNvSpPr txBox="1"/>
          <p:nvPr>
            <p:ph idx="5" type="subTitle"/>
          </p:nvPr>
        </p:nvSpPr>
        <p:spPr>
          <a:xfrm>
            <a:off x="587100" y="3765525"/>
            <a:ext cx="2481300" cy="630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p:txBody>
      </p:sp>
      <p:sp>
        <p:nvSpPr>
          <p:cNvPr id="127" name="Google Shape;127;p22"/>
          <p:cNvSpPr txBox="1"/>
          <p:nvPr>
            <p:ph idx="6" type="subTitle"/>
          </p:nvPr>
        </p:nvSpPr>
        <p:spPr>
          <a:xfrm>
            <a:off x="4987025" y="2375550"/>
            <a:ext cx="2481300" cy="630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p:txBody>
      </p:sp>
      <p:sp>
        <p:nvSpPr>
          <p:cNvPr id="128" name="Google Shape;128;p22"/>
          <p:cNvSpPr txBox="1"/>
          <p:nvPr>
            <p:ph idx="7" type="subTitle"/>
          </p:nvPr>
        </p:nvSpPr>
        <p:spPr>
          <a:xfrm>
            <a:off x="4994147" y="3389100"/>
            <a:ext cx="2481300" cy="2142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Space Grotesk"/>
              <a:buNone/>
              <a:defRPr sz="1200"/>
            </a:lvl1pPr>
            <a:lvl2pPr lvl="1">
              <a:spcBef>
                <a:spcPts val="0"/>
              </a:spcBef>
              <a:spcAft>
                <a:spcPts val="0"/>
              </a:spcAft>
              <a:buClr>
                <a:schemeClr val="lt1"/>
              </a:buClr>
              <a:buSzPts val="1200"/>
              <a:buFont typeface="Space Grotesk"/>
              <a:buNone/>
              <a:defRPr sz="1200"/>
            </a:lvl2pPr>
            <a:lvl3pPr lvl="2">
              <a:spcBef>
                <a:spcPts val="0"/>
              </a:spcBef>
              <a:spcAft>
                <a:spcPts val="0"/>
              </a:spcAft>
              <a:buClr>
                <a:schemeClr val="lt1"/>
              </a:buClr>
              <a:buSzPts val="1200"/>
              <a:buFont typeface="Space Grotesk"/>
              <a:buNone/>
              <a:defRPr sz="1200"/>
            </a:lvl3pPr>
            <a:lvl4pPr lvl="3">
              <a:spcBef>
                <a:spcPts val="0"/>
              </a:spcBef>
              <a:spcAft>
                <a:spcPts val="0"/>
              </a:spcAft>
              <a:buClr>
                <a:schemeClr val="lt1"/>
              </a:buClr>
              <a:buSzPts val="1200"/>
              <a:buFont typeface="Space Grotesk"/>
              <a:buNone/>
              <a:defRPr sz="1200"/>
            </a:lvl4pPr>
            <a:lvl5pPr lvl="4">
              <a:spcBef>
                <a:spcPts val="0"/>
              </a:spcBef>
              <a:spcAft>
                <a:spcPts val="0"/>
              </a:spcAft>
              <a:buClr>
                <a:schemeClr val="lt1"/>
              </a:buClr>
              <a:buSzPts val="1200"/>
              <a:buFont typeface="Space Grotesk"/>
              <a:buNone/>
              <a:defRPr sz="1200"/>
            </a:lvl5pPr>
            <a:lvl6pPr lvl="5">
              <a:spcBef>
                <a:spcPts val="0"/>
              </a:spcBef>
              <a:spcAft>
                <a:spcPts val="0"/>
              </a:spcAft>
              <a:buClr>
                <a:schemeClr val="lt1"/>
              </a:buClr>
              <a:buSzPts val="1200"/>
              <a:buFont typeface="Space Grotesk"/>
              <a:buNone/>
              <a:defRPr sz="1200"/>
            </a:lvl6pPr>
            <a:lvl7pPr lvl="6">
              <a:spcBef>
                <a:spcPts val="0"/>
              </a:spcBef>
              <a:spcAft>
                <a:spcPts val="0"/>
              </a:spcAft>
              <a:buClr>
                <a:schemeClr val="lt1"/>
              </a:buClr>
              <a:buSzPts val="1200"/>
              <a:buFont typeface="Space Grotesk"/>
              <a:buNone/>
              <a:defRPr sz="1200"/>
            </a:lvl7pPr>
            <a:lvl8pPr lvl="7">
              <a:spcBef>
                <a:spcPts val="0"/>
              </a:spcBef>
              <a:spcAft>
                <a:spcPts val="0"/>
              </a:spcAft>
              <a:buClr>
                <a:schemeClr val="lt1"/>
              </a:buClr>
              <a:buSzPts val="1200"/>
              <a:buFont typeface="Space Grotesk"/>
              <a:buNone/>
              <a:defRPr sz="1200"/>
            </a:lvl8pPr>
            <a:lvl9pPr lvl="8">
              <a:spcBef>
                <a:spcPts val="0"/>
              </a:spcBef>
              <a:spcAft>
                <a:spcPts val="0"/>
              </a:spcAft>
              <a:buClr>
                <a:schemeClr val="lt1"/>
              </a:buClr>
              <a:buSzPts val="1200"/>
              <a:buFont typeface="Space Grotesk"/>
              <a:buNone/>
              <a:defRPr sz="1200"/>
            </a:lvl9pPr>
          </a:lstStyle>
          <a:p/>
        </p:txBody>
      </p:sp>
      <p:sp>
        <p:nvSpPr>
          <p:cNvPr id="129" name="Google Shape;129;p22"/>
          <p:cNvSpPr txBox="1"/>
          <p:nvPr>
            <p:ph idx="8" type="subTitle"/>
          </p:nvPr>
        </p:nvSpPr>
        <p:spPr>
          <a:xfrm>
            <a:off x="4989400" y="3765525"/>
            <a:ext cx="2481300" cy="630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1">
  <p:cSld name="CUSTOM">
    <p:bg>
      <p:bgPr>
        <a:gradFill>
          <a:gsLst>
            <a:gs pos="0">
              <a:schemeClr val="accent4"/>
            </a:gs>
            <a:gs pos="100000">
              <a:schemeClr val="dk1"/>
            </a:gs>
          </a:gsLst>
          <a:path path="circle">
            <a:fillToRect b="50%" l="50%" r="50%" t="50%"/>
          </a:path>
          <a:tileRect/>
        </a:gradFill>
      </p:bgPr>
    </p:bg>
    <p:spTree>
      <p:nvGrpSpPr>
        <p:cNvPr id="130" name="Shape 130"/>
        <p:cNvGrpSpPr/>
        <p:nvPr/>
      </p:nvGrpSpPr>
      <p:grpSpPr>
        <a:xfrm>
          <a:off x="0" y="0"/>
          <a:ext cx="0" cy="0"/>
          <a:chOff x="0" y="0"/>
          <a:chExt cx="0" cy="0"/>
        </a:xfrm>
      </p:grpSpPr>
      <p:sp>
        <p:nvSpPr>
          <p:cNvPr id="131" name="Google Shape;131;p23"/>
          <p:cNvSpPr/>
          <p:nvPr>
            <p:ph idx="2" type="pic"/>
          </p:nvPr>
        </p:nvSpPr>
        <p:spPr>
          <a:xfrm>
            <a:off x="2481280" y="1138750"/>
            <a:ext cx="1928700" cy="1928700"/>
          </a:xfrm>
          <a:prstGeom prst="rect">
            <a:avLst/>
          </a:prstGeom>
          <a:noFill/>
          <a:ln>
            <a:noFill/>
          </a:ln>
        </p:spPr>
      </p:sp>
      <p:sp>
        <p:nvSpPr>
          <p:cNvPr id="132" name="Google Shape;132;p23"/>
          <p:cNvSpPr/>
          <p:nvPr>
            <p:ph idx="3" type="pic"/>
          </p:nvPr>
        </p:nvSpPr>
        <p:spPr>
          <a:xfrm>
            <a:off x="4733955" y="1138750"/>
            <a:ext cx="1928700" cy="1928700"/>
          </a:xfrm>
          <a:prstGeom prst="rect">
            <a:avLst/>
          </a:prstGeom>
          <a:noFill/>
          <a:ln>
            <a:noFill/>
          </a:ln>
        </p:spPr>
      </p:sp>
      <p:sp>
        <p:nvSpPr>
          <p:cNvPr id="133" name="Google Shape;133;p23"/>
          <p:cNvSpPr/>
          <p:nvPr>
            <p:ph idx="4" type="pic"/>
          </p:nvPr>
        </p:nvSpPr>
        <p:spPr>
          <a:xfrm>
            <a:off x="6986630" y="1138750"/>
            <a:ext cx="1928700" cy="1928700"/>
          </a:xfrm>
          <a:prstGeom prst="rect">
            <a:avLst/>
          </a:prstGeom>
          <a:noFill/>
          <a:ln>
            <a:noFill/>
          </a:ln>
        </p:spPr>
      </p:sp>
      <p:sp>
        <p:nvSpPr>
          <p:cNvPr id="134" name="Google Shape;134;p23"/>
          <p:cNvSpPr/>
          <p:nvPr>
            <p:ph idx="5" type="pic"/>
          </p:nvPr>
        </p:nvSpPr>
        <p:spPr>
          <a:xfrm>
            <a:off x="228605" y="1138750"/>
            <a:ext cx="1928700" cy="1928700"/>
          </a:xfrm>
          <a:prstGeom prst="rect">
            <a:avLst/>
          </a:prstGeom>
          <a:noFill/>
          <a:ln>
            <a:noFill/>
          </a:ln>
        </p:spPr>
      </p:sp>
      <p:cxnSp>
        <p:nvCxnSpPr>
          <p:cNvPr id="135" name="Google Shape;135;p23"/>
          <p:cNvCxnSpPr/>
          <p:nvPr/>
        </p:nvCxnSpPr>
        <p:spPr>
          <a:xfrm>
            <a:off x="228600" y="4912325"/>
            <a:ext cx="1928700" cy="0"/>
          </a:xfrm>
          <a:prstGeom prst="straightConnector1">
            <a:avLst/>
          </a:prstGeom>
          <a:noFill/>
          <a:ln cap="flat" cmpd="sng" w="9525">
            <a:solidFill>
              <a:schemeClr val="accent4"/>
            </a:solidFill>
            <a:prstDash val="solid"/>
            <a:round/>
            <a:headEnd len="med" w="med" type="none"/>
            <a:tailEnd len="med" w="med" type="none"/>
          </a:ln>
        </p:spPr>
      </p:cxnSp>
      <p:cxnSp>
        <p:nvCxnSpPr>
          <p:cNvPr id="136" name="Google Shape;136;p23"/>
          <p:cNvCxnSpPr/>
          <p:nvPr/>
        </p:nvCxnSpPr>
        <p:spPr>
          <a:xfrm>
            <a:off x="2481275" y="4912325"/>
            <a:ext cx="1928700" cy="0"/>
          </a:xfrm>
          <a:prstGeom prst="straightConnector1">
            <a:avLst/>
          </a:prstGeom>
          <a:noFill/>
          <a:ln cap="flat" cmpd="sng" w="9525">
            <a:solidFill>
              <a:schemeClr val="accent4"/>
            </a:solidFill>
            <a:prstDash val="solid"/>
            <a:round/>
            <a:headEnd len="med" w="med" type="none"/>
            <a:tailEnd len="med" w="med" type="none"/>
          </a:ln>
        </p:spPr>
      </p:cxnSp>
      <p:cxnSp>
        <p:nvCxnSpPr>
          <p:cNvPr id="137" name="Google Shape;137;p23"/>
          <p:cNvCxnSpPr/>
          <p:nvPr/>
        </p:nvCxnSpPr>
        <p:spPr>
          <a:xfrm>
            <a:off x="4733950" y="4912325"/>
            <a:ext cx="1928700" cy="0"/>
          </a:xfrm>
          <a:prstGeom prst="straightConnector1">
            <a:avLst/>
          </a:prstGeom>
          <a:noFill/>
          <a:ln cap="flat" cmpd="sng" w="9525">
            <a:solidFill>
              <a:schemeClr val="accent4"/>
            </a:solidFill>
            <a:prstDash val="solid"/>
            <a:round/>
            <a:headEnd len="med" w="med" type="none"/>
            <a:tailEnd len="med" w="med" type="none"/>
          </a:ln>
        </p:spPr>
      </p:cxnSp>
      <p:cxnSp>
        <p:nvCxnSpPr>
          <p:cNvPr id="138" name="Google Shape;138;p23"/>
          <p:cNvCxnSpPr/>
          <p:nvPr/>
        </p:nvCxnSpPr>
        <p:spPr>
          <a:xfrm>
            <a:off x="6986625" y="4912325"/>
            <a:ext cx="1928700" cy="0"/>
          </a:xfrm>
          <a:prstGeom prst="straightConnector1">
            <a:avLst/>
          </a:prstGeom>
          <a:noFill/>
          <a:ln cap="flat" cmpd="sng" w="9525">
            <a:solidFill>
              <a:schemeClr val="accent4"/>
            </a:solidFill>
            <a:prstDash val="solid"/>
            <a:round/>
            <a:headEnd len="med" w="med" type="none"/>
            <a:tailEnd len="med" w="med" type="none"/>
          </a:ln>
        </p:spPr>
      </p:cxnSp>
      <p:sp>
        <p:nvSpPr>
          <p:cNvPr id="139" name="Google Shape;139;p23"/>
          <p:cNvSpPr txBox="1"/>
          <p:nvPr>
            <p:ph type="title"/>
          </p:nvPr>
        </p:nvSpPr>
        <p:spPr>
          <a:xfrm>
            <a:off x="211793" y="143171"/>
            <a:ext cx="6054600" cy="504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3000"/>
              <a:buFont typeface="Space Grotesk"/>
              <a:buNone/>
              <a:defRPr sz="3000"/>
            </a:lvl1pPr>
            <a:lvl2pPr lvl="1">
              <a:spcBef>
                <a:spcPts val="0"/>
              </a:spcBef>
              <a:spcAft>
                <a:spcPts val="0"/>
              </a:spcAft>
              <a:buClr>
                <a:schemeClr val="lt1"/>
              </a:buClr>
              <a:buSzPts val="3000"/>
              <a:buFont typeface="Space Grotesk"/>
              <a:buNone/>
              <a:defRPr sz="3000">
                <a:solidFill>
                  <a:schemeClr val="lt1"/>
                </a:solidFill>
              </a:defRPr>
            </a:lvl2pPr>
            <a:lvl3pPr lvl="2">
              <a:spcBef>
                <a:spcPts val="0"/>
              </a:spcBef>
              <a:spcAft>
                <a:spcPts val="0"/>
              </a:spcAft>
              <a:buClr>
                <a:schemeClr val="lt1"/>
              </a:buClr>
              <a:buSzPts val="3000"/>
              <a:buFont typeface="Space Grotesk"/>
              <a:buNone/>
              <a:defRPr sz="3000">
                <a:solidFill>
                  <a:schemeClr val="lt1"/>
                </a:solidFill>
              </a:defRPr>
            </a:lvl3pPr>
            <a:lvl4pPr lvl="3">
              <a:spcBef>
                <a:spcPts val="0"/>
              </a:spcBef>
              <a:spcAft>
                <a:spcPts val="0"/>
              </a:spcAft>
              <a:buClr>
                <a:schemeClr val="lt1"/>
              </a:buClr>
              <a:buSzPts val="3000"/>
              <a:buFont typeface="Space Grotesk"/>
              <a:buNone/>
              <a:defRPr sz="3000">
                <a:solidFill>
                  <a:schemeClr val="lt1"/>
                </a:solidFill>
              </a:defRPr>
            </a:lvl4pPr>
            <a:lvl5pPr lvl="4">
              <a:spcBef>
                <a:spcPts val="0"/>
              </a:spcBef>
              <a:spcAft>
                <a:spcPts val="0"/>
              </a:spcAft>
              <a:buClr>
                <a:schemeClr val="lt1"/>
              </a:buClr>
              <a:buSzPts val="3000"/>
              <a:buFont typeface="Space Grotesk"/>
              <a:buNone/>
              <a:defRPr sz="3000">
                <a:solidFill>
                  <a:schemeClr val="lt1"/>
                </a:solidFill>
              </a:defRPr>
            </a:lvl5pPr>
            <a:lvl6pPr lvl="5">
              <a:spcBef>
                <a:spcPts val="0"/>
              </a:spcBef>
              <a:spcAft>
                <a:spcPts val="0"/>
              </a:spcAft>
              <a:buClr>
                <a:schemeClr val="lt1"/>
              </a:buClr>
              <a:buSzPts val="3000"/>
              <a:buFont typeface="Space Grotesk"/>
              <a:buNone/>
              <a:defRPr sz="3000">
                <a:solidFill>
                  <a:schemeClr val="lt1"/>
                </a:solidFill>
              </a:defRPr>
            </a:lvl6pPr>
            <a:lvl7pPr lvl="6">
              <a:spcBef>
                <a:spcPts val="0"/>
              </a:spcBef>
              <a:spcAft>
                <a:spcPts val="0"/>
              </a:spcAft>
              <a:buClr>
                <a:schemeClr val="lt1"/>
              </a:buClr>
              <a:buSzPts val="3000"/>
              <a:buFont typeface="Space Grotesk"/>
              <a:buNone/>
              <a:defRPr sz="3000">
                <a:solidFill>
                  <a:schemeClr val="lt1"/>
                </a:solidFill>
              </a:defRPr>
            </a:lvl7pPr>
            <a:lvl8pPr lvl="7">
              <a:spcBef>
                <a:spcPts val="0"/>
              </a:spcBef>
              <a:spcAft>
                <a:spcPts val="0"/>
              </a:spcAft>
              <a:buClr>
                <a:schemeClr val="lt1"/>
              </a:buClr>
              <a:buSzPts val="3000"/>
              <a:buFont typeface="Space Grotesk"/>
              <a:buNone/>
              <a:defRPr sz="3000">
                <a:solidFill>
                  <a:schemeClr val="lt1"/>
                </a:solidFill>
              </a:defRPr>
            </a:lvl8pPr>
            <a:lvl9pPr lvl="8">
              <a:spcBef>
                <a:spcPts val="0"/>
              </a:spcBef>
              <a:spcAft>
                <a:spcPts val="0"/>
              </a:spcAft>
              <a:buClr>
                <a:schemeClr val="lt1"/>
              </a:buClr>
              <a:buSzPts val="3000"/>
              <a:buFont typeface="Space Grotesk"/>
              <a:buNone/>
              <a:defRPr sz="3000">
                <a:solidFill>
                  <a:schemeClr val="lt1"/>
                </a:solidFill>
              </a:defRPr>
            </a:lvl9pPr>
          </a:lstStyle>
          <a:p/>
        </p:txBody>
      </p:sp>
      <p:sp>
        <p:nvSpPr>
          <p:cNvPr id="140" name="Google Shape;140;p23"/>
          <p:cNvSpPr txBox="1"/>
          <p:nvPr>
            <p:ph idx="1" type="subTitle"/>
          </p:nvPr>
        </p:nvSpPr>
        <p:spPr>
          <a:xfrm>
            <a:off x="228650" y="3343950"/>
            <a:ext cx="1928700" cy="2109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200"/>
              <a:buFont typeface="Space Grotesk"/>
              <a:buNone/>
              <a:defRPr sz="1200">
                <a:solidFill>
                  <a:schemeClr val="accent2"/>
                </a:solidFill>
              </a:defRPr>
            </a:lvl1pPr>
            <a:lvl2pPr lvl="1">
              <a:spcBef>
                <a:spcPts val="0"/>
              </a:spcBef>
              <a:spcAft>
                <a:spcPts val="0"/>
              </a:spcAft>
              <a:buClr>
                <a:schemeClr val="accent2"/>
              </a:buClr>
              <a:buSzPts val="1200"/>
              <a:buFont typeface="Space Grotesk"/>
              <a:buNone/>
              <a:defRPr sz="1200">
                <a:solidFill>
                  <a:schemeClr val="accent2"/>
                </a:solidFill>
              </a:defRPr>
            </a:lvl2pPr>
            <a:lvl3pPr lvl="2">
              <a:spcBef>
                <a:spcPts val="0"/>
              </a:spcBef>
              <a:spcAft>
                <a:spcPts val="0"/>
              </a:spcAft>
              <a:buClr>
                <a:schemeClr val="accent2"/>
              </a:buClr>
              <a:buSzPts val="1200"/>
              <a:buFont typeface="Space Grotesk"/>
              <a:buNone/>
              <a:defRPr sz="1200">
                <a:solidFill>
                  <a:schemeClr val="accent2"/>
                </a:solidFill>
              </a:defRPr>
            </a:lvl3pPr>
            <a:lvl4pPr lvl="3">
              <a:spcBef>
                <a:spcPts val="0"/>
              </a:spcBef>
              <a:spcAft>
                <a:spcPts val="0"/>
              </a:spcAft>
              <a:buClr>
                <a:schemeClr val="accent2"/>
              </a:buClr>
              <a:buSzPts val="1200"/>
              <a:buFont typeface="Space Grotesk"/>
              <a:buNone/>
              <a:defRPr sz="1200">
                <a:solidFill>
                  <a:schemeClr val="accent2"/>
                </a:solidFill>
              </a:defRPr>
            </a:lvl4pPr>
            <a:lvl5pPr lvl="4">
              <a:spcBef>
                <a:spcPts val="0"/>
              </a:spcBef>
              <a:spcAft>
                <a:spcPts val="0"/>
              </a:spcAft>
              <a:buClr>
                <a:schemeClr val="accent2"/>
              </a:buClr>
              <a:buSzPts val="1200"/>
              <a:buFont typeface="Space Grotesk"/>
              <a:buNone/>
              <a:defRPr sz="1200">
                <a:solidFill>
                  <a:schemeClr val="accent2"/>
                </a:solidFill>
              </a:defRPr>
            </a:lvl5pPr>
            <a:lvl6pPr lvl="5">
              <a:spcBef>
                <a:spcPts val="0"/>
              </a:spcBef>
              <a:spcAft>
                <a:spcPts val="0"/>
              </a:spcAft>
              <a:buClr>
                <a:schemeClr val="accent2"/>
              </a:buClr>
              <a:buSzPts val="1200"/>
              <a:buFont typeface="Space Grotesk"/>
              <a:buNone/>
              <a:defRPr sz="1200">
                <a:solidFill>
                  <a:schemeClr val="accent2"/>
                </a:solidFill>
              </a:defRPr>
            </a:lvl6pPr>
            <a:lvl7pPr lvl="6">
              <a:spcBef>
                <a:spcPts val="0"/>
              </a:spcBef>
              <a:spcAft>
                <a:spcPts val="0"/>
              </a:spcAft>
              <a:buClr>
                <a:schemeClr val="accent2"/>
              </a:buClr>
              <a:buSzPts val="1200"/>
              <a:buFont typeface="Space Grotesk"/>
              <a:buNone/>
              <a:defRPr sz="1200">
                <a:solidFill>
                  <a:schemeClr val="accent2"/>
                </a:solidFill>
              </a:defRPr>
            </a:lvl7pPr>
            <a:lvl8pPr lvl="7">
              <a:spcBef>
                <a:spcPts val="0"/>
              </a:spcBef>
              <a:spcAft>
                <a:spcPts val="0"/>
              </a:spcAft>
              <a:buClr>
                <a:schemeClr val="accent2"/>
              </a:buClr>
              <a:buSzPts val="1200"/>
              <a:buFont typeface="Space Grotesk"/>
              <a:buNone/>
              <a:defRPr sz="1200">
                <a:solidFill>
                  <a:schemeClr val="accent2"/>
                </a:solidFill>
              </a:defRPr>
            </a:lvl8pPr>
            <a:lvl9pPr lvl="8">
              <a:spcBef>
                <a:spcPts val="0"/>
              </a:spcBef>
              <a:spcAft>
                <a:spcPts val="0"/>
              </a:spcAft>
              <a:buClr>
                <a:schemeClr val="accent2"/>
              </a:buClr>
              <a:buSzPts val="1200"/>
              <a:buFont typeface="Space Grotesk"/>
              <a:buNone/>
              <a:defRPr sz="1200">
                <a:solidFill>
                  <a:schemeClr val="accent2"/>
                </a:solidFill>
              </a:defRPr>
            </a:lvl9pPr>
          </a:lstStyle>
          <a:p/>
        </p:txBody>
      </p:sp>
      <p:sp>
        <p:nvSpPr>
          <p:cNvPr id="141" name="Google Shape;141;p23"/>
          <p:cNvSpPr txBox="1"/>
          <p:nvPr>
            <p:ph idx="6" type="subTitle"/>
          </p:nvPr>
        </p:nvSpPr>
        <p:spPr>
          <a:xfrm>
            <a:off x="228600" y="3581375"/>
            <a:ext cx="1714500" cy="2109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p:txBody>
      </p:sp>
      <p:sp>
        <p:nvSpPr>
          <p:cNvPr id="142" name="Google Shape;142;p23"/>
          <p:cNvSpPr txBox="1"/>
          <p:nvPr>
            <p:ph idx="7" type="subTitle"/>
          </p:nvPr>
        </p:nvSpPr>
        <p:spPr>
          <a:xfrm>
            <a:off x="228600" y="3981350"/>
            <a:ext cx="1714500" cy="2109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p:txBody>
      </p:sp>
      <p:sp>
        <p:nvSpPr>
          <p:cNvPr id="143" name="Google Shape;143;p23"/>
          <p:cNvSpPr txBox="1"/>
          <p:nvPr>
            <p:ph idx="8" type="subTitle"/>
          </p:nvPr>
        </p:nvSpPr>
        <p:spPr>
          <a:xfrm>
            <a:off x="2481350" y="3343950"/>
            <a:ext cx="1928700" cy="2109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200"/>
              <a:buFont typeface="Space Grotesk"/>
              <a:buNone/>
              <a:defRPr sz="1200">
                <a:solidFill>
                  <a:schemeClr val="accent2"/>
                </a:solidFill>
              </a:defRPr>
            </a:lvl1pPr>
            <a:lvl2pPr lvl="1">
              <a:spcBef>
                <a:spcPts val="0"/>
              </a:spcBef>
              <a:spcAft>
                <a:spcPts val="0"/>
              </a:spcAft>
              <a:buClr>
                <a:schemeClr val="accent2"/>
              </a:buClr>
              <a:buSzPts val="1200"/>
              <a:buFont typeface="Space Grotesk"/>
              <a:buNone/>
              <a:defRPr sz="1200">
                <a:solidFill>
                  <a:schemeClr val="accent2"/>
                </a:solidFill>
              </a:defRPr>
            </a:lvl2pPr>
            <a:lvl3pPr lvl="2">
              <a:spcBef>
                <a:spcPts val="0"/>
              </a:spcBef>
              <a:spcAft>
                <a:spcPts val="0"/>
              </a:spcAft>
              <a:buClr>
                <a:schemeClr val="accent2"/>
              </a:buClr>
              <a:buSzPts val="1200"/>
              <a:buFont typeface="Space Grotesk"/>
              <a:buNone/>
              <a:defRPr sz="1200">
                <a:solidFill>
                  <a:schemeClr val="accent2"/>
                </a:solidFill>
              </a:defRPr>
            </a:lvl3pPr>
            <a:lvl4pPr lvl="3">
              <a:spcBef>
                <a:spcPts val="0"/>
              </a:spcBef>
              <a:spcAft>
                <a:spcPts val="0"/>
              </a:spcAft>
              <a:buClr>
                <a:schemeClr val="accent2"/>
              </a:buClr>
              <a:buSzPts val="1200"/>
              <a:buFont typeface="Space Grotesk"/>
              <a:buNone/>
              <a:defRPr sz="1200">
                <a:solidFill>
                  <a:schemeClr val="accent2"/>
                </a:solidFill>
              </a:defRPr>
            </a:lvl4pPr>
            <a:lvl5pPr lvl="4">
              <a:spcBef>
                <a:spcPts val="0"/>
              </a:spcBef>
              <a:spcAft>
                <a:spcPts val="0"/>
              </a:spcAft>
              <a:buClr>
                <a:schemeClr val="accent2"/>
              </a:buClr>
              <a:buSzPts val="1200"/>
              <a:buFont typeface="Space Grotesk"/>
              <a:buNone/>
              <a:defRPr sz="1200">
                <a:solidFill>
                  <a:schemeClr val="accent2"/>
                </a:solidFill>
              </a:defRPr>
            </a:lvl5pPr>
            <a:lvl6pPr lvl="5">
              <a:spcBef>
                <a:spcPts val="0"/>
              </a:spcBef>
              <a:spcAft>
                <a:spcPts val="0"/>
              </a:spcAft>
              <a:buClr>
                <a:schemeClr val="accent2"/>
              </a:buClr>
              <a:buSzPts val="1200"/>
              <a:buFont typeface="Space Grotesk"/>
              <a:buNone/>
              <a:defRPr sz="1200">
                <a:solidFill>
                  <a:schemeClr val="accent2"/>
                </a:solidFill>
              </a:defRPr>
            </a:lvl6pPr>
            <a:lvl7pPr lvl="6">
              <a:spcBef>
                <a:spcPts val="0"/>
              </a:spcBef>
              <a:spcAft>
                <a:spcPts val="0"/>
              </a:spcAft>
              <a:buClr>
                <a:schemeClr val="accent2"/>
              </a:buClr>
              <a:buSzPts val="1200"/>
              <a:buFont typeface="Space Grotesk"/>
              <a:buNone/>
              <a:defRPr sz="1200">
                <a:solidFill>
                  <a:schemeClr val="accent2"/>
                </a:solidFill>
              </a:defRPr>
            </a:lvl7pPr>
            <a:lvl8pPr lvl="7">
              <a:spcBef>
                <a:spcPts val="0"/>
              </a:spcBef>
              <a:spcAft>
                <a:spcPts val="0"/>
              </a:spcAft>
              <a:buClr>
                <a:schemeClr val="accent2"/>
              </a:buClr>
              <a:buSzPts val="1200"/>
              <a:buFont typeface="Space Grotesk"/>
              <a:buNone/>
              <a:defRPr sz="1200">
                <a:solidFill>
                  <a:schemeClr val="accent2"/>
                </a:solidFill>
              </a:defRPr>
            </a:lvl8pPr>
            <a:lvl9pPr lvl="8">
              <a:spcBef>
                <a:spcPts val="0"/>
              </a:spcBef>
              <a:spcAft>
                <a:spcPts val="0"/>
              </a:spcAft>
              <a:buClr>
                <a:schemeClr val="accent2"/>
              </a:buClr>
              <a:buSzPts val="1200"/>
              <a:buFont typeface="Space Grotesk"/>
              <a:buNone/>
              <a:defRPr sz="1200">
                <a:solidFill>
                  <a:schemeClr val="accent2"/>
                </a:solidFill>
              </a:defRPr>
            </a:lvl9pPr>
          </a:lstStyle>
          <a:p/>
        </p:txBody>
      </p:sp>
      <p:sp>
        <p:nvSpPr>
          <p:cNvPr id="144" name="Google Shape;144;p23"/>
          <p:cNvSpPr txBox="1"/>
          <p:nvPr>
            <p:ph idx="9" type="subTitle"/>
          </p:nvPr>
        </p:nvSpPr>
        <p:spPr>
          <a:xfrm>
            <a:off x="2481300" y="3581375"/>
            <a:ext cx="1714500" cy="2109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p:txBody>
      </p:sp>
      <p:sp>
        <p:nvSpPr>
          <p:cNvPr id="145" name="Google Shape;145;p23"/>
          <p:cNvSpPr txBox="1"/>
          <p:nvPr>
            <p:ph idx="13" type="subTitle"/>
          </p:nvPr>
        </p:nvSpPr>
        <p:spPr>
          <a:xfrm>
            <a:off x="2481300" y="3981350"/>
            <a:ext cx="1714500" cy="2109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p:txBody>
      </p:sp>
      <p:sp>
        <p:nvSpPr>
          <p:cNvPr id="146" name="Google Shape;146;p23"/>
          <p:cNvSpPr txBox="1"/>
          <p:nvPr>
            <p:ph idx="14" type="subTitle"/>
          </p:nvPr>
        </p:nvSpPr>
        <p:spPr>
          <a:xfrm>
            <a:off x="4734050" y="3343950"/>
            <a:ext cx="1928700" cy="2109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200"/>
              <a:buFont typeface="Space Grotesk"/>
              <a:buNone/>
              <a:defRPr sz="1200">
                <a:solidFill>
                  <a:schemeClr val="accent2"/>
                </a:solidFill>
              </a:defRPr>
            </a:lvl1pPr>
            <a:lvl2pPr lvl="1">
              <a:spcBef>
                <a:spcPts val="0"/>
              </a:spcBef>
              <a:spcAft>
                <a:spcPts val="0"/>
              </a:spcAft>
              <a:buClr>
                <a:schemeClr val="accent2"/>
              </a:buClr>
              <a:buSzPts val="1200"/>
              <a:buFont typeface="Space Grotesk"/>
              <a:buNone/>
              <a:defRPr sz="1200">
                <a:solidFill>
                  <a:schemeClr val="accent2"/>
                </a:solidFill>
              </a:defRPr>
            </a:lvl2pPr>
            <a:lvl3pPr lvl="2">
              <a:spcBef>
                <a:spcPts val="0"/>
              </a:spcBef>
              <a:spcAft>
                <a:spcPts val="0"/>
              </a:spcAft>
              <a:buClr>
                <a:schemeClr val="accent2"/>
              </a:buClr>
              <a:buSzPts val="1200"/>
              <a:buFont typeface="Space Grotesk"/>
              <a:buNone/>
              <a:defRPr sz="1200">
                <a:solidFill>
                  <a:schemeClr val="accent2"/>
                </a:solidFill>
              </a:defRPr>
            </a:lvl3pPr>
            <a:lvl4pPr lvl="3">
              <a:spcBef>
                <a:spcPts val="0"/>
              </a:spcBef>
              <a:spcAft>
                <a:spcPts val="0"/>
              </a:spcAft>
              <a:buClr>
                <a:schemeClr val="accent2"/>
              </a:buClr>
              <a:buSzPts val="1200"/>
              <a:buFont typeface="Space Grotesk"/>
              <a:buNone/>
              <a:defRPr sz="1200">
                <a:solidFill>
                  <a:schemeClr val="accent2"/>
                </a:solidFill>
              </a:defRPr>
            </a:lvl4pPr>
            <a:lvl5pPr lvl="4">
              <a:spcBef>
                <a:spcPts val="0"/>
              </a:spcBef>
              <a:spcAft>
                <a:spcPts val="0"/>
              </a:spcAft>
              <a:buClr>
                <a:schemeClr val="accent2"/>
              </a:buClr>
              <a:buSzPts val="1200"/>
              <a:buFont typeface="Space Grotesk"/>
              <a:buNone/>
              <a:defRPr sz="1200">
                <a:solidFill>
                  <a:schemeClr val="accent2"/>
                </a:solidFill>
              </a:defRPr>
            </a:lvl5pPr>
            <a:lvl6pPr lvl="5">
              <a:spcBef>
                <a:spcPts val="0"/>
              </a:spcBef>
              <a:spcAft>
                <a:spcPts val="0"/>
              </a:spcAft>
              <a:buClr>
                <a:schemeClr val="accent2"/>
              </a:buClr>
              <a:buSzPts val="1200"/>
              <a:buFont typeface="Space Grotesk"/>
              <a:buNone/>
              <a:defRPr sz="1200">
                <a:solidFill>
                  <a:schemeClr val="accent2"/>
                </a:solidFill>
              </a:defRPr>
            </a:lvl6pPr>
            <a:lvl7pPr lvl="6">
              <a:spcBef>
                <a:spcPts val="0"/>
              </a:spcBef>
              <a:spcAft>
                <a:spcPts val="0"/>
              </a:spcAft>
              <a:buClr>
                <a:schemeClr val="accent2"/>
              </a:buClr>
              <a:buSzPts val="1200"/>
              <a:buFont typeface="Space Grotesk"/>
              <a:buNone/>
              <a:defRPr sz="1200">
                <a:solidFill>
                  <a:schemeClr val="accent2"/>
                </a:solidFill>
              </a:defRPr>
            </a:lvl7pPr>
            <a:lvl8pPr lvl="7">
              <a:spcBef>
                <a:spcPts val="0"/>
              </a:spcBef>
              <a:spcAft>
                <a:spcPts val="0"/>
              </a:spcAft>
              <a:buClr>
                <a:schemeClr val="accent2"/>
              </a:buClr>
              <a:buSzPts val="1200"/>
              <a:buFont typeface="Space Grotesk"/>
              <a:buNone/>
              <a:defRPr sz="1200">
                <a:solidFill>
                  <a:schemeClr val="accent2"/>
                </a:solidFill>
              </a:defRPr>
            </a:lvl8pPr>
            <a:lvl9pPr lvl="8">
              <a:spcBef>
                <a:spcPts val="0"/>
              </a:spcBef>
              <a:spcAft>
                <a:spcPts val="0"/>
              </a:spcAft>
              <a:buClr>
                <a:schemeClr val="accent2"/>
              </a:buClr>
              <a:buSzPts val="1200"/>
              <a:buFont typeface="Space Grotesk"/>
              <a:buNone/>
              <a:defRPr sz="1200">
                <a:solidFill>
                  <a:schemeClr val="accent2"/>
                </a:solidFill>
              </a:defRPr>
            </a:lvl9pPr>
          </a:lstStyle>
          <a:p/>
        </p:txBody>
      </p:sp>
      <p:sp>
        <p:nvSpPr>
          <p:cNvPr id="147" name="Google Shape;147;p23"/>
          <p:cNvSpPr txBox="1"/>
          <p:nvPr>
            <p:ph idx="15" type="subTitle"/>
          </p:nvPr>
        </p:nvSpPr>
        <p:spPr>
          <a:xfrm>
            <a:off x="4734000" y="3581375"/>
            <a:ext cx="1714500" cy="2109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p:txBody>
      </p:sp>
      <p:sp>
        <p:nvSpPr>
          <p:cNvPr id="148" name="Google Shape;148;p23"/>
          <p:cNvSpPr txBox="1"/>
          <p:nvPr>
            <p:ph idx="16" type="subTitle"/>
          </p:nvPr>
        </p:nvSpPr>
        <p:spPr>
          <a:xfrm>
            <a:off x="4734000" y="3981350"/>
            <a:ext cx="1714500" cy="2109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p:txBody>
      </p:sp>
      <p:sp>
        <p:nvSpPr>
          <p:cNvPr id="149" name="Google Shape;149;p23"/>
          <p:cNvSpPr txBox="1"/>
          <p:nvPr>
            <p:ph idx="17" type="subTitle"/>
          </p:nvPr>
        </p:nvSpPr>
        <p:spPr>
          <a:xfrm>
            <a:off x="6986750" y="3343950"/>
            <a:ext cx="1928700" cy="2109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200"/>
              <a:buFont typeface="Space Grotesk"/>
              <a:buNone/>
              <a:defRPr sz="1200">
                <a:solidFill>
                  <a:schemeClr val="accent2"/>
                </a:solidFill>
              </a:defRPr>
            </a:lvl1pPr>
            <a:lvl2pPr lvl="1">
              <a:spcBef>
                <a:spcPts val="0"/>
              </a:spcBef>
              <a:spcAft>
                <a:spcPts val="0"/>
              </a:spcAft>
              <a:buClr>
                <a:schemeClr val="accent2"/>
              </a:buClr>
              <a:buSzPts val="1200"/>
              <a:buFont typeface="Space Grotesk"/>
              <a:buNone/>
              <a:defRPr sz="1200">
                <a:solidFill>
                  <a:schemeClr val="accent2"/>
                </a:solidFill>
              </a:defRPr>
            </a:lvl2pPr>
            <a:lvl3pPr lvl="2">
              <a:spcBef>
                <a:spcPts val="0"/>
              </a:spcBef>
              <a:spcAft>
                <a:spcPts val="0"/>
              </a:spcAft>
              <a:buClr>
                <a:schemeClr val="accent2"/>
              </a:buClr>
              <a:buSzPts val="1200"/>
              <a:buFont typeface="Space Grotesk"/>
              <a:buNone/>
              <a:defRPr sz="1200">
                <a:solidFill>
                  <a:schemeClr val="accent2"/>
                </a:solidFill>
              </a:defRPr>
            </a:lvl3pPr>
            <a:lvl4pPr lvl="3">
              <a:spcBef>
                <a:spcPts val="0"/>
              </a:spcBef>
              <a:spcAft>
                <a:spcPts val="0"/>
              </a:spcAft>
              <a:buClr>
                <a:schemeClr val="accent2"/>
              </a:buClr>
              <a:buSzPts val="1200"/>
              <a:buFont typeface="Space Grotesk"/>
              <a:buNone/>
              <a:defRPr sz="1200">
                <a:solidFill>
                  <a:schemeClr val="accent2"/>
                </a:solidFill>
              </a:defRPr>
            </a:lvl4pPr>
            <a:lvl5pPr lvl="4">
              <a:spcBef>
                <a:spcPts val="0"/>
              </a:spcBef>
              <a:spcAft>
                <a:spcPts val="0"/>
              </a:spcAft>
              <a:buClr>
                <a:schemeClr val="accent2"/>
              </a:buClr>
              <a:buSzPts val="1200"/>
              <a:buFont typeface="Space Grotesk"/>
              <a:buNone/>
              <a:defRPr sz="1200">
                <a:solidFill>
                  <a:schemeClr val="accent2"/>
                </a:solidFill>
              </a:defRPr>
            </a:lvl5pPr>
            <a:lvl6pPr lvl="5">
              <a:spcBef>
                <a:spcPts val="0"/>
              </a:spcBef>
              <a:spcAft>
                <a:spcPts val="0"/>
              </a:spcAft>
              <a:buClr>
                <a:schemeClr val="accent2"/>
              </a:buClr>
              <a:buSzPts val="1200"/>
              <a:buFont typeface="Space Grotesk"/>
              <a:buNone/>
              <a:defRPr sz="1200">
                <a:solidFill>
                  <a:schemeClr val="accent2"/>
                </a:solidFill>
              </a:defRPr>
            </a:lvl6pPr>
            <a:lvl7pPr lvl="6">
              <a:spcBef>
                <a:spcPts val="0"/>
              </a:spcBef>
              <a:spcAft>
                <a:spcPts val="0"/>
              </a:spcAft>
              <a:buClr>
                <a:schemeClr val="accent2"/>
              </a:buClr>
              <a:buSzPts val="1200"/>
              <a:buFont typeface="Space Grotesk"/>
              <a:buNone/>
              <a:defRPr sz="1200">
                <a:solidFill>
                  <a:schemeClr val="accent2"/>
                </a:solidFill>
              </a:defRPr>
            </a:lvl7pPr>
            <a:lvl8pPr lvl="7">
              <a:spcBef>
                <a:spcPts val="0"/>
              </a:spcBef>
              <a:spcAft>
                <a:spcPts val="0"/>
              </a:spcAft>
              <a:buClr>
                <a:schemeClr val="accent2"/>
              </a:buClr>
              <a:buSzPts val="1200"/>
              <a:buFont typeface="Space Grotesk"/>
              <a:buNone/>
              <a:defRPr sz="1200">
                <a:solidFill>
                  <a:schemeClr val="accent2"/>
                </a:solidFill>
              </a:defRPr>
            </a:lvl8pPr>
            <a:lvl9pPr lvl="8">
              <a:spcBef>
                <a:spcPts val="0"/>
              </a:spcBef>
              <a:spcAft>
                <a:spcPts val="0"/>
              </a:spcAft>
              <a:buClr>
                <a:schemeClr val="accent2"/>
              </a:buClr>
              <a:buSzPts val="1200"/>
              <a:buFont typeface="Space Grotesk"/>
              <a:buNone/>
              <a:defRPr sz="1200">
                <a:solidFill>
                  <a:schemeClr val="accent2"/>
                </a:solidFill>
              </a:defRPr>
            </a:lvl9pPr>
          </a:lstStyle>
          <a:p/>
        </p:txBody>
      </p:sp>
      <p:sp>
        <p:nvSpPr>
          <p:cNvPr id="150" name="Google Shape;150;p23"/>
          <p:cNvSpPr txBox="1"/>
          <p:nvPr>
            <p:ph idx="18" type="subTitle"/>
          </p:nvPr>
        </p:nvSpPr>
        <p:spPr>
          <a:xfrm>
            <a:off x="6986700" y="3581375"/>
            <a:ext cx="1714500" cy="2109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p:txBody>
      </p:sp>
      <p:sp>
        <p:nvSpPr>
          <p:cNvPr id="151" name="Google Shape;151;p23"/>
          <p:cNvSpPr txBox="1"/>
          <p:nvPr>
            <p:ph idx="19" type="subTitle"/>
          </p:nvPr>
        </p:nvSpPr>
        <p:spPr>
          <a:xfrm>
            <a:off x="6986700" y="3981350"/>
            <a:ext cx="1714500" cy="2109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2">
  <p:cSld name="CUSTOM_1">
    <p:bg>
      <p:bgPr>
        <a:gradFill>
          <a:gsLst>
            <a:gs pos="0">
              <a:schemeClr val="accent4"/>
            </a:gs>
            <a:gs pos="100000">
              <a:schemeClr val="dk1"/>
            </a:gs>
          </a:gsLst>
          <a:path path="circle">
            <a:fillToRect b="50%" l="50%" r="50%" t="50%"/>
          </a:path>
          <a:tileRect/>
        </a:gradFill>
      </p:bgPr>
    </p:bg>
    <p:spTree>
      <p:nvGrpSpPr>
        <p:cNvPr id="152" name="Shape 152"/>
        <p:cNvGrpSpPr/>
        <p:nvPr/>
      </p:nvGrpSpPr>
      <p:grpSpPr>
        <a:xfrm>
          <a:off x="0" y="0"/>
          <a:ext cx="0" cy="0"/>
          <a:chOff x="0" y="0"/>
          <a:chExt cx="0" cy="0"/>
        </a:xfrm>
      </p:grpSpPr>
      <p:sp>
        <p:nvSpPr>
          <p:cNvPr id="153" name="Google Shape;153;p24"/>
          <p:cNvSpPr/>
          <p:nvPr>
            <p:ph idx="2" type="pic"/>
          </p:nvPr>
        </p:nvSpPr>
        <p:spPr>
          <a:xfrm>
            <a:off x="7034475" y="1338925"/>
            <a:ext cx="1833000" cy="1833000"/>
          </a:xfrm>
          <a:prstGeom prst="rect">
            <a:avLst/>
          </a:prstGeom>
          <a:noFill/>
          <a:ln>
            <a:noFill/>
          </a:ln>
        </p:spPr>
      </p:sp>
      <p:sp>
        <p:nvSpPr>
          <p:cNvPr id="154" name="Google Shape;154;p24"/>
          <p:cNvSpPr/>
          <p:nvPr>
            <p:ph idx="3" type="pic"/>
          </p:nvPr>
        </p:nvSpPr>
        <p:spPr>
          <a:xfrm>
            <a:off x="2529125" y="1338925"/>
            <a:ext cx="1833000" cy="1833000"/>
          </a:xfrm>
          <a:prstGeom prst="rect">
            <a:avLst/>
          </a:prstGeom>
          <a:noFill/>
          <a:ln>
            <a:noFill/>
          </a:ln>
        </p:spPr>
      </p:sp>
      <p:sp>
        <p:nvSpPr>
          <p:cNvPr id="155" name="Google Shape;155;p24"/>
          <p:cNvSpPr/>
          <p:nvPr>
            <p:ph idx="4" type="pic"/>
          </p:nvPr>
        </p:nvSpPr>
        <p:spPr>
          <a:xfrm>
            <a:off x="4781800" y="1338925"/>
            <a:ext cx="1833000" cy="1833000"/>
          </a:xfrm>
          <a:prstGeom prst="rect">
            <a:avLst/>
          </a:prstGeom>
          <a:noFill/>
          <a:ln>
            <a:noFill/>
          </a:ln>
        </p:spPr>
      </p:sp>
      <p:sp>
        <p:nvSpPr>
          <p:cNvPr id="156" name="Google Shape;156;p24"/>
          <p:cNvSpPr/>
          <p:nvPr>
            <p:ph idx="5" type="pic"/>
          </p:nvPr>
        </p:nvSpPr>
        <p:spPr>
          <a:xfrm>
            <a:off x="276450" y="1338925"/>
            <a:ext cx="1833000" cy="1833000"/>
          </a:xfrm>
          <a:prstGeom prst="rect">
            <a:avLst/>
          </a:prstGeom>
          <a:noFill/>
          <a:ln>
            <a:noFill/>
          </a:ln>
        </p:spPr>
      </p:sp>
      <p:sp>
        <p:nvSpPr>
          <p:cNvPr id="157" name="Google Shape;157;p24"/>
          <p:cNvSpPr txBox="1"/>
          <p:nvPr>
            <p:ph type="title"/>
          </p:nvPr>
        </p:nvSpPr>
        <p:spPr>
          <a:xfrm>
            <a:off x="211793" y="143171"/>
            <a:ext cx="6054600" cy="504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3000"/>
              <a:buFont typeface="Space Grotesk"/>
              <a:buNone/>
              <a:defRPr sz="3000"/>
            </a:lvl1pPr>
            <a:lvl2pPr lvl="1">
              <a:spcBef>
                <a:spcPts val="0"/>
              </a:spcBef>
              <a:spcAft>
                <a:spcPts val="0"/>
              </a:spcAft>
              <a:buClr>
                <a:schemeClr val="lt1"/>
              </a:buClr>
              <a:buSzPts val="3000"/>
              <a:buFont typeface="Space Grotesk"/>
              <a:buNone/>
              <a:defRPr sz="3000">
                <a:solidFill>
                  <a:schemeClr val="lt1"/>
                </a:solidFill>
              </a:defRPr>
            </a:lvl2pPr>
            <a:lvl3pPr lvl="2">
              <a:spcBef>
                <a:spcPts val="0"/>
              </a:spcBef>
              <a:spcAft>
                <a:spcPts val="0"/>
              </a:spcAft>
              <a:buClr>
                <a:schemeClr val="lt1"/>
              </a:buClr>
              <a:buSzPts val="3000"/>
              <a:buFont typeface="Space Grotesk"/>
              <a:buNone/>
              <a:defRPr sz="3000">
                <a:solidFill>
                  <a:schemeClr val="lt1"/>
                </a:solidFill>
              </a:defRPr>
            </a:lvl3pPr>
            <a:lvl4pPr lvl="3">
              <a:spcBef>
                <a:spcPts val="0"/>
              </a:spcBef>
              <a:spcAft>
                <a:spcPts val="0"/>
              </a:spcAft>
              <a:buClr>
                <a:schemeClr val="lt1"/>
              </a:buClr>
              <a:buSzPts val="3000"/>
              <a:buFont typeface="Space Grotesk"/>
              <a:buNone/>
              <a:defRPr sz="3000">
                <a:solidFill>
                  <a:schemeClr val="lt1"/>
                </a:solidFill>
              </a:defRPr>
            </a:lvl4pPr>
            <a:lvl5pPr lvl="4">
              <a:spcBef>
                <a:spcPts val="0"/>
              </a:spcBef>
              <a:spcAft>
                <a:spcPts val="0"/>
              </a:spcAft>
              <a:buClr>
                <a:schemeClr val="lt1"/>
              </a:buClr>
              <a:buSzPts val="3000"/>
              <a:buFont typeface="Space Grotesk"/>
              <a:buNone/>
              <a:defRPr sz="3000">
                <a:solidFill>
                  <a:schemeClr val="lt1"/>
                </a:solidFill>
              </a:defRPr>
            </a:lvl5pPr>
            <a:lvl6pPr lvl="5">
              <a:spcBef>
                <a:spcPts val="0"/>
              </a:spcBef>
              <a:spcAft>
                <a:spcPts val="0"/>
              </a:spcAft>
              <a:buClr>
                <a:schemeClr val="lt1"/>
              </a:buClr>
              <a:buSzPts val="3000"/>
              <a:buFont typeface="Space Grotesk"/>
              <a:buNone/>
              <a:defRPr sz="3000">
                <a:solidFill>
                  <a:schemeClr val="lt1"/>
                </a:solidFill>
              </a:defRPr>
            </a:lvl6pPr>
            <a:lvl7pPr lvl="6">
              <a:spcBef>
                <a:spcPts val="0"/>
              </a:spcBef>
              <a:spcAft>
                <a:spcPts val="0"/>
              </a:spcAft>
              <a:buClr>
                <a:schemeClr val="lt1"/>
              </a:buClr>
              <a:buSzPts val="3000"/>
              <a:buFont typeface="Space Grotesk"/>
              <a:buNone/>
              <a:defRPr sz="3000">
                <a:solidFill>
                  <a:schemeClr val="lt1"/>
                </a:solidFill>
              </a:defRPr>
            </a:lvl7pPr>
            <a:lvl8pPr lvl="7">
              <a:spcBef>
                <a:spcPts val="0"/>
              </a:spcBef>
              <a:spcAft>
                <a:spcPts val="0"/>
              </a:spcAft>
              <a:buClr>
                <a:schemeClr val="lt1"/>
              </a:buClr>
              <a:buSzPts val="3000"/>
              <a:buFont typeface="Space Grotesk"/>
              <a:buNone/>
              <a:defRPr sz="3000">
                <a:solidFill>
                  <a:schemeClr val="lt1"/>
                </a:solidFill>
              </a:defRPr>
            </a:lvl8pPr>
            <a:lvl9pPr lvl="8">
              <a:spcBef>
                <a:spcPts val="0"/>
              </a:spcBef>
              <a:spcAft>
                <a:spcPts val="0"/>
              </a:spcAft>
              <a:buClr>
                <a:schemeClr val="lt1"/>
              </a:buClr>
              <a:buSzPts val="3000"/>
              <a:buFont typeface="Space Grotesk"/>
              <a:buNone/>
              <a:defRPr sz="3000">
                <a:solidFill>
                  <a:schemeClr val="lt1"/>
                </a:solidFill>
              </a:defRPr>
            </a:lvl9pPr>
          </a:lstStyle>
          <a:p/>
        </p:txBody>
      </p:sp>
      <p:sp>
        <p:nvSpPr>
          <p:cNvPr id="158" name="Google Shape;158;p24"/>
          <p:cNvSpPr txBox="1"/>
          <p:nvPr>
            <p:ph idx="1" type="subTitle"/>
          </p:nvPr>
        </p:nvSpPr>
        <p:spPr>
          <a:xfrm>
            <a:off x="424150" y="3421400"/>
            <a:ext cx="1553700" cy="2109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200"/>
              <a:buFont typeface="Space Grotesk"/>
              <a:buNone/>
              <a:defRPr sz="1200">
                <a:solidFill>
                  <a:schemeClr val="accent2"/>
                </a:solidFill>
              </a:defRPr>
            </a:lvl1pPr>
            <a:lvl2pPr lvl="1">
              <a:spcBef>
                <a:spcPts val="0"/>
              </a:spcBef>
              <a:spcAft>
                <a:spcPts val="0"/>
              </a:spcAft>
              <a:buClr>
                <a:schemeClr val="accent2"/>
              </a:buClr>
              <a:buSzPts val="1200"/>
              <a:buFont typeface="Space Grotesk"/>
              <a:buNone/>
              <a:defRPr sz="1200">
                <a:solidFill>
                  <a:schemeClr val="accent2"/>
                </a:solidFill>
              </a:defRPr>
            </a:lvl2pPr>
            <a:lvl3pPr lvl="2">
              <a:spcBef>
                <a:spcPts val="0"/>
              </a:spcBef>
              <a:spcAft>
                <a:spcPts val="0"/>
              </a:spcAft>
              <a:buClr>
                <a:schemeClr val="accent2"/>
              </a:buClr>
              <a:buSzPts val="1200"/>
              <a:buFont typeface="Space Grotesk"/>
              <a:buNone/>
              <a:defRPr sz="1200">
                <a:solidFill>
                  <a:schemeClr val="accent2"/>
                </a:solidFill>
              </a:defRPr>
            </a:lvl3pPr>
            <a:lvl4pPr lvl="3">
              <a:spcBef>
                <a:spcPts val="0"/>
              </a:spcBef>
              <a:spcAft>
                <a:spcPts val="0"/>
              </a:spcAft>
              <a:buClr>
                <a:schemeClr val="accent2"/>
              </a:buClr>
              <a:buSzPts val="1200"/>
              <a:buFont typeface="Space Grotesk"/>
              <a:buNone/>
              <a:defRPr sz="1200">
                <a:solidFill>
                  <a:schemeClr val="accent2"/>
                </a:solidFill>
              </a:defRPr>
            </a:lvl4pPr>
            <a:lvl5pPr lvl="4">
              <a:spcBef>
                <a:spcPts val="0"/>
              </a:spcBef>
              <a:spcAft>
                <a:spcPts val="0"/>
              </a:spcAft>
              <a:buClr>
                <a:schemeClr val="accent2"/>
              </a:buClr>
              <a:buSzPts val="1200"/>
              <a:buFont typeface="Space Grotesk"/>
              <a:buNone/>
              <a:defRPr sz="1200">
                <a:solidFill>
                  <a:schemeClr val="accent2"/>
                </a:solidFill>
              </a:defRPr>
            </a:lvl5pPr>
            <a:lvl6pPr lvl="5">
              <a:spcBef>
                <a:spcPts val="0"/>
              </a:spcBef>
              <a:spcAft>
                <a:spcPts val="0"/>
              </a:spcAft>
              <a:buClr>
                <a:schemeClr val="accent2"/>
              </a:buClr>
              <a:buSzPts val="1200"/>
              <a:buFont typeface="Space Grotesk"/>
              <a:buNone/>
              <a:defRPr sz="1200">
                <a:solidFill>
                  <a:schemeClr val="accent2"/>
                </a:solidFill>
              </a:defRPr>
            </a:lvl6pPr>
            <a:lvl7pPr lvl="6">
              <a:spcBef>
                <a:spcPts val="0"/>
              </a:spcBef>
              <a:spcAft>
                <a:spcPts val="0"/>
              </a:spcAft>
              <a:buClr>
                <a:schemeClr val="accent2"/>
              </a:buClr>
              <a:buSzPts val="1200"/>
              <a:buFont typeface="Space Grotesk"/>
              <a:buNone/>
              <a:defRPr sz="1200">
                <a:solidFill>
                  <a:schemeClr val="accent2"/>
                </a:solidFill>
              </a:defRPr>
            </a:lvl7pPr>
            <a:lvl8pPr lvl="7">
              <a:spcBef>
                <a:spcPts val="0"/>
              </a:spcBef>
              <a:spcAft>
                <a:spcPts val="0"/>
              </a:spcAft>
              <a:buClr>
                <a:schemeClr val="accent2"/>
              </a:buClr>
              <a:buSzPts val="1200"/>
              <a:buFont typeface="Space Grotesk"/>
              <a:buNone/>
              <a:defRPr sz="1200">
                <a:solidFill>
                  <a:schemeClr val="accent2"/>
                </a:solidFill>
              </a:defRPr>
            </a:lvl8pPr>
            <a:lvl9pPr lvl="8">
              <a:spcBef>
                <a:spcPts val="0"/>
              </a:spcBef>
              <a:spcAft>
                <a:spcPts val="0"/>
              </a:spcAft>
              <a:buClr>
                <a:schemeClr val="accent2"/>
              </a:buClr>
              <a:buSzPts val="1200"/>
              <a:buFont typeface="Space Grotesk"/>
              <a:buNone/>
              <a:defRPr sz="1200">
                <a:solidFill>
                  <a:schemeClr val="accent2"/>
                </a:solidFill>
              </a:defRPr>
            </a:lvl9pPr>
          </a:lstStyle>
          <a:p/>
        </p:txBody>
      </p:sp>
      <p:sp>
        <p:nvSpPr>
          <p:cNvPr id="159" name="Google Shape;159;p24"/>
          <p:cNvSpPr txBox="1"/>
          <p:nvPr>
            <p:ph idx="6" type="subTitle"/>
          </p:nvPr>
        </p:nvSpPr>
        <p:spPr>
          <a:xfrm>
            <a:off x="424100" y="3658825"/>
            <a:ext cx="1425300" cy="2109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p:txBody>
      </p:sp>
      <p:sp>
        <p:nvSpPr>
          <p:cNvPr id="160" name="Google Shape;160;p24"/>
          <p:cNvSpPr txBox="1"/>
          <p:nvPr>
            <p:ph idx="7" type="subTitle"/>
          </p:nvPr>
        </p:nvSpPr>
        <p:spPr>
          <a:xfrm>
            <a:off x="2676825" y="3421400"/>
            <a:ext cx="1553700" cy="2109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200"/>
              <a:buFont typeface="Space Grotesk"/>
              <a:buNone/>
              <a:defRPr sz="1200">
                <a:solidFill>
                  <a:schemeClr val="accent2"/>
                </a:solidFill>
              </a:defRPr>
            </a:lvl1pPr>
            <a:lvl2pPr lvl="1">
              <a:spcBef>
                <a:spcPts val="0"/>
              </a:spcBef>
              <a:spcAft>
                <a:spcPts val="0"/>
              </a:spcAft>
              <a:buClr>
                <a:schemeClr val="accent2"/>
              </a:buClr>
              <a:buSzPts val="1200"/>
              <a:buFont typeface="Space Grotesk"/>
              <a:buNone/>
              <a:defRPr sz="1200">
                <a:solidFill>
                  <a:schemeClr val="accent2"/>
                </a:solidFill>
              </a:defRPr>
            </a:lvl2pPr>
            <a:lvl3pPr lvl="2">
              <a:spcBef>
                <a:spcPts val="0"/>
              </a:spcBef>
              <a:spcAft>
                <a:spcPts val="0"/>
              </a:spcAft>
              <a:buClr>
                <a:schemeClr val="accent2"/>
              </a:buClr>
              <a:buSzPts val="1200"/>
              <a:buFont typeface="Space Grotesk"/>
              <a:buNone/>
              <a:defRPr sz="1200">
                <a:solidFill>
                  <a:schemeClr val="accent2"/>
                </a:solidFill>
              </a:defRPr>
            </a:lvl3pPr>
            <a:lvl4pPr lvl="3">
              <a:spcBef>
                <a:spcPts val="0"/>
              </a:spcBef>
              <a:spcAft>
                <a:spcPts val="0"/>
              </a:spcAft>
              <a:buClr>
                <a:schemeClr val="accent2"/>
              </a:buClr>
              <a:buSzPts val="1200"/>
              <a:buFont typeface="Space Grotesk"/>
              <a:buNone/>
              <a:defRPr sz="1200">
                <a:solidFill>
                  <a:schemeClr val="accent2"/>
                </a:solidFill>
              </a:defRPr>
            </a:lvl4pPr>
            <a:lvl5pPr lvl="4">
              <a:spcBef>
                <a:spcPts val="0"/>
              </a:spcBef>
              <a:spcAft>
                <a:spcPts val="0"/>
              </a:spcAft>
              <a:buClr>
                <a:schemeClr val="accent2"/>
              </a:buClr>
              <a:buSzPts val="1200"/>
              <a:buFont typeface="Space Grotesk"/>
              <a:buNone/>
              <a:defRPr sz="1200">
                <a:solidFill>
                  <a:schemeClr val="accent2"/>
                </a:solidFill>
              </a:defRPr>
            </a:lvl5pPr>
            <a:lvl6pPr lvl="5">
              <a:spcBef>
                <a:spcPts val="0"/>
              </a:spcBef>
              <a:spcAft>
                <a:spcPts val="0"/>
              </a:spcAft>
              <a:buClr>
                <a:schemeClr val="accent2"/>
              </a:buClr>
              <a:buSzPts val="1200"/>
              <a:buFont typeface="Space Grotesk"/>
              <a:buNone/>
              <a:defRPr sz="1200">
                <a:solidFill>
                  <a:schemeClr val="accent2"/>
                </a:solidFill>
              </a:defRPr>
            </a:lvl6pPr>
            <a:lvl7pPr lvl="6">
              <a:spcBef>
                <a:spcPts val="0"/>
              </a:spcBef>
              <a:spcAft>
                <a:spcPts val="0"/>
              </a:spcAft>
              <a:buClr>
                <a:schemeClr val="accent2"/>
              </a:buClr>
              <a:buSzPts val="1200"/>
              <a:buFont typeface="Space Grotesk"/>
              <a:buNone/>
              <a:defRPr sz="1200">
                <a:solidFill>
                  <a:schemeClr val="accent2"/>
                </a:solidFill>
              </a:defRPr>
            </a:lvl7pPr>
            <a:lvl8pPr lvl="7">
              <a:spcBef>
                <a:spcPts val="0"/>
              </a:spcBef>
              <a:spcAft>
                <a:spcPts val="0"/>
              </a:spcAft>
              <a:buClr>
                <a:schemeClr val="accent2"/>
              </a:buClr>
              <a:buSzPts val="1200"/>
              <a:buFont typeface="Space Grotesk"/>
              <a:buNone/>
              <a:defRPr sz="1200">
                <a:solidFill>
                  <a:schemeClr val="accent2"/>
                </a:solidFill>
              </a:defRPr>
            </a:lvl8pPr>
            <a:lvl9pPr lvl="8">
              <a:spcBef>
                <a:spcPts val="0"/>
              </a:spcBef>
              <a:spcAft>
                <a:spcPts val="0"/>
              </a:spcAft>
              <a:buClr>
                <a:schemeClr val="accent2"/>
              </a:buClr>
              <a:buSzPts val="1200"/>
              <a:buFont typeface="Space Grotesk"/>
              <a:buNone/>
              <a:defRPr sz="1200">
                <a:solidFill>
                  <a:schemeClr val="accent2"/>
                </a:solidFill>
              </a:defRPr>
            </a:lvl9pPr>
          </a:lstStyle>
          <a:p/>
        </p:txBody>
      </p:sp>
      <p:sp>
        <p:nvSpPr>
          <p:cNvPr id="161" name="Google Shape;161;p24"/>
          <p:cNvSpPr txBox="1"/>
          <p:nvPr>
            <p:ph idx="8" type="subTitle"/>
          </p:nvPr>
        </p:nvSpPr>
        <p:spPr>
          <a:xfrm>
            <a:off x="2676775" y="3658825"/>
            <a:ext cx="1425300" cy="2109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p:txBody>
      </p:sp>
      <p:sp>
        <p:nvSpPr>
          <p:cNvPr id="162" name="Google Shape;162;p24"/>
          <p:cNvSpPr txBox="1"/>
          <p:nvPr>
            <p:ph idx="9" type="subTitle"/>
          </p:nvPr>
        </p:nvSpPr>
        <p:spPr>
          <a:xfrm>
            <a:off x="4921475" y="3421400"/>
            <a:ext cx="1553700" cy="2109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200"/>
              <a:buFont typeface="Space Grotesk"/>
              <a:buNone/>
              <a:defRPr sz="1200">
                <a:solidFill>
                  <a:schemeClr val="accent2"/>
                </a:solidFill>
              </a:defRPr>
            </a:lvl1pPr>
            <a:lvl2pPr lvl="1">
              <a:spcBef>
                <a:spcPts val="0"/>
              </a:spcBef>
              <a:spcAft>
                <a:spcPts val="0"/>
              </a:spcAft>
              <a:buClr>
                <a:schemeClr val="accent2"/>
              </a:buClr>
              <a:buSzPts val="1200"/>
              <a:buFont typeface="Space Grotesk"/>
              <a:buNone/>
              <a:defRPr sz="1200">
                <a:solidFill>
                  <a:schemeClr val="accent2"/>
                </a:solidFill>
              </a:defRPr>
            </a:lvl2pPr>
            <a:lvl3pPr lvl="2">
              <a:spcBef>
                <a:spcPts val="0"/>
              </a:spcBef>
              <a:spcAft>
                <a:spcPts val="0"/>
              </a:spcAft>
              <a:buClr>
                <a:schemeClr val="accent2"/>
              </a:buClr>
              <a:buSzPts val="1200"/>
              <a:buFont typeface="Space Grotesk"/>
              <a:buNone/>
              <a:defRPr sz="1200">
                <a:solidFill>
                  <a:schemeClr val="accent2"/>
                </a:solidFill>
              </a:defRPr>
            </a:lvl3pPr>
            <a:lvl4pPr lvl="3">
              <a:spcBef>
                <a:spcPts val="0"/>
              </a:spcBef>
              <a:spcAft>
                <a:spcPts val="0"/>
              </a:spcAft>
              <a:buClr>
                <a:schemeClr val="accent2"/>
              </a:buClr>
              <a:buSzPts val="1200"/>
              <a:buFont typeface="Space Grotesk"/>
              <a:buNone/>
              <a:defRPr sz="1200">
                <a:solidFill>
                  <a:schemeClr val="accent2"/>
                </a:solidFill>
              </a:defRPr>
            </a:lvl4pPr>
            <a:lvl5pPr lvl="4">
              <a:spcBef>
                <a:spcPts val="0"/>
              </a:spcBef>
              <a:spcAft>
                <a:spcPts val="0"/>
              </a:spcAft>
              <a:buClr>
                <a:schemeClr val="accent2"/>
              </a:buClr>
              <a:buSzPts val="1200"/>
              <a:buFont typeface="Space Grotesk"/>
              <a:buNone/>
              <a:defRPr sz="1200">
                <a:solidFill>
                  <a:schemeClr val="accent2"/>
                </a:solidFill>
              </a:defRPr>
            </a:lvl5pPr>
            <a:lvl6pPr lvl="5">
              <a:spcBef>
                <a:spcPts val="0"/>
              </a:spcBef>
              <a:spcAft>
                <a:spcPts val="0"/>
              </a:spcAft>
              <a:buClr>
                <a:schemeClr val="accent2"/>
              </a:buClr>
              <a:buSzPts val="1200"/>
              <a:buFont typeface="Space Grotesk"/>
              <a:buNone/>
              <a:defRPr sz="1200">
                <a:solidFill>
                  <a:schemeClr val="accent2"/>
                </a:solidFill>
              </a:defRPr>
            </a:lvl6pPr>
            <a:lvl7pPr lvl="6">
              <a:spcBef>
                <a:spcPts val="0"/>
              </a:spcBef>
              <a:spcAft>
                <a:spcPts val="0"/>
              </a:spcAft>
              <a:buClr>
                <a:schemeClr val="accent2"/>
              </a:buClr>
              <a:buSzPts val="1200"/>
              <a:buFont typeface="Space Grotesk"/>
              <a:buNone/>
              <a:defRPr sz="1200">
                <a:solidFill>
                  <a:schemeClr val="accent2"/>
                </a:solidFill>
              </a:defRPr>
            </a:lvl7pPr>
            <a:lvl8pPr lvl="7">
              <a:spcBef>
                <a:spcPts val="0"/>
              </a:spcBef>
              <a:spcAft>
                <a:spcPts val="0"/>
              </a:spcAft>
              <a:buClr>
                <a:schemeClr val="accent2"/>
              </a:buClr>
              <a:buSzPts val="1200"/>
              <a:buFont typeface="Space Grotesk"/>
              <a:buNone/>
              <a:defRPr sz="1200">
                <a:solidFill>
                  <a:schemeClr val="accent2"/>
                </a:solidFill>
              </a:defRPr>
            </a:lvl8pPr>
            <a:lvl9pPr lvl="8">
              <a:spcBef>
                <a:spcPts val="0"/>
              </a:spcBef>
              <a:spcAft>
                <a:spcPts val="0"/>
              </a:spcAft>
              <a:buClr>
                <a:schemeClr val="accent2"/>
              </a:buClr>
              <a:buSzPts val="1200"/>
              <a:buFont typeface="Space Grotesk"/>
              <a:buNone/>
              <a:defRPr sz="1200">
                <a:solidFill>
                  <a:schemeClr val="accent2"/>
                </a:solidFill>
              </a:defRPr>
            </a:lvl9pPr>
          </a:lstStyle>
          <a:p/>
        </p:txBody>
      </p:sp>
      <p:sp>
        <p:nvSpPr>
          <p:cNvPr id="163" name="Google Shape;163;p24"/>
          <p:cNvSpPr txBox="1"/>
          <p:nvPr>
            <p:ph idx="13" type="subTitle"/>
          </p:nvPr>
        </p:nvSpPr>
        <p:spPr>
          <a:xfrm>
            <a:off x="4921425" y="3658825"/>
            <a:ext cx="1425300" cy="2109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p:txBody>
      </p:sp>
      <p:sp>
        <p:nvSpPr>
          <p:cNvPr id="164" name="Google Shape;164;p24"/>
          <p:cNvSpPr txBox="1"/>
          <p:nvPr>
            <p:ph idx="14" type="subTitle"/>
          </p:nvPr>
        </p:nvSpPr>
        <p:spPr>
          <a:xfrm>
            <a:off x="7182175" y="3421400"/>
            <a:ext cx="1553700" cy="2109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200"/>
              <a:buFont typeface="Space Grotesk"/>
              <a:buNone/>
              <a:defRPr sz="1200">
                <a:solidFill>
                  <a:schemeClr val="accent2"/>
                </a:solidFill>
              </a:defRPr>
            </a:lvl1pPr>
            <a:lvl2pPr lvl="1">
              <a:spcBef>
                <a:spcPts val="0"/>
              </a:spcBef>
              <a:spcAft>
                <a:spcPts val="0"/>
              </a:spcAft>
              <a:buClr>
                <a:schemeClr val="accent2"/>
              </a:buClr>
              <a:buSzPts val="1200"/>
              <a:buFont typeface="Space Grotesk"/>
              <a:buNone/>
              <a:defRPr sz="1200">
                <a:solidFill>
                  <a:schemeClr val="accent2"/>
                </a:solidFill>
              </a:defRPr>
            </a:lvl2pPr>
            <a:lvl3pPr lvl="2">
              <a:spcBef>
                <a:spcPts val="0"/>
              </a:spcBef>
              <a:spcAft>
                <a:spcPts val="0"/>
              </a:spcAft>
              <a:buClr>
                <a:schemeClr val="accent2"/>
              </a:buClr>
              <a:buSzPts val="1200"/>
              <a:buFont typeface="Space Grotesk"/>
              <a:buNone/>
              <a:defRPr sz="1200">
                <a:solidFill>
                  <a:schemeClr val="accent2"/>
                </a:solidFill>
              </a:defRPr>
            </a:lvl3pPr>
            <a:lvl4pPr lvl="3">
              <a:spcBef>
                <a:spcPts val="0"/>
              </a:spcBef>
              <a:spcAft>
                <a:spcPts val="0"/>
              </a:spcAft>
              <a:buClr>
                <a:schemeClr val="accent2"/>
              </a:buClr>
              <a:buSzPts val="1200"/>
              <a:buFont typeface="Space Grotesk"/>
              <a:buNone/>
              <a:defRPr sz="1200">
                <a:solidFill>
                  <a:schemeClr val="accent2"/>
                </a:solidFill>
              </a:defRPr>
            </a:lvl4pPr>
            <a:lvl5pPr lvl="4">
              <a:spcBef>
                <a:spcPts val="0"/>
              </a:spcBef>
              <a:spcAft>
                <a:spcPts val="0"/>
              </a:spcAft>
              <a:buClr>
                <a:schemeClr val="accent2"/>
              </a:buClr>
              <a:buSzPts val="1200"/>
              <a:buFont typeface="Space Grotesk"/>
              <a:buNone/>
              <a:defRPr sz="1200">
                <a:solidFill>
                  <a:schemeClr val="accent2"/>
                </a:solidFill>
              </a:defRPr>
            </a:lvl5pPr>
            <a:lvl6pPr lvl="5">
              <a:spcBef>
                <a:spcPts val="0"/>
              </a:spcBef>
              <a:spcAft>
                <a:spcPts val="0"/>
              </a:spcAft>
              <a:buClr>
                <a:schemeClr val="accent2"/>
              </a:buClr>
              <a:buSzPts val="1200"/>
              <a:buFont typeface="Space Grotesk"/>
              <a:buNone/>
              <a:defRPr sz="1200">
                <a:solidFill>
                  <a:schemeClr val="accent2"/>
                </a:solidFill>
              </a:defRPr>
            </a:lvl6pPr>
            <a:lvl7pPr lvl="6">
              <a:spcBef>
                <a:spcPts val="0"/>
              </a:spcBef>
              <a:spcAft>
                <a:spcPts val="0"/>
              </a:spcAft>
              <a:buClr>
                <a:schemeClr val="accent2"/>
              </a:buClr>
              <a:buSzPts val="1200"/>
              <a:buFont typeface="Space Grotesk"/>
              <a:buNone/>
              <a:defRPr sz="1200">
                <a:solidFill>
                  <a:schemeClr val="accent2"/>
                </a:solidFill>
              </a:defRPr>
            </a:lvl7pPr>
            <a:lvl8pPr lvl="7">
              <a:spcBef>
                <a:spcPts val="0"/>
              </a:spcBef>
              <a:spcAft>
                <a:spcPts val="0"/>
              </a:spcAft>
              <a:buClr>
                <a:schemeClr val="accent2"/>
              </a:buClr>
              <a:buSzPts val="1200"/>
              <a:buFont typeface="Space Grotesk"/>
              <a:buNone/>
              <a:defRPr sz="1200">
                <a:solidFill>
                  <a:schemeClr val="accent2"/>
                </a:solidFill>
              </a:defRPr>
            </a:lvl8pPr>
            <a:lvl9pPr lvl="8">
              <a:spcBef>
                <a:spcPts val="0"/>
              </a:spcBef>
              <a:spcAft>
                <a:spcPts val="0"/>
              </a:spcAft>
              <a:buClr>
                <a:schemeClr val="accent2"/>
              </a:buClr>
              <a:buSzPts val="1200"/>
              <a:buFont typeface="Space Grotesk"/>
              <a:buNone/>
              <a:defRPr sz="1200">
                <a:solidFill>
                  <a:schemeClr val="accent2"/>
                </a:solidFill>
              </a:defRPr>
            </a:lvl9pPr>
          </a:lstStyle>
          <a:p/>
        </p:txBody>
      </p:sp>
      <p:sp>
        <p:nvSpPr>
          <p:cNvPr id="165" name="Google Shape;165;p24"/>
          <p:cNvSpPr txBox="1"/>
          <p:nvPr>
            <p:ph idx="15" type="subTitle"/>
          </p:nvPr>
        </p:nvSpPr>
        <p:spPr>
          <a:xfrm>
            <a:off x="7182125" y="3658825"/>
            <a:ext cx="1425300" cy="2109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ubtitle and body">
  <p:cSld name="BLANK_1_1_1_1_2">
    <p:bg>
      <p:bgPr>
        <a:gradFill>
          <a:gsLst>
            <a:gs pos="0">
              <a:schemeClr val="accent4"/>
            </a:gs>
            <a:gs pos="100000">
              <a:schemeClr val="dk1"/>
            </a:gs>
          </a:gsLst>
          <a:path path="circle">
            <a:fillToRect b="50%" l="50%" r="50%" t="50%"/>
          </a:path>
          <a:tileRect/>
        </a:gradFill>
      </p:bgPr>
    </p:bg>
    <p:spTree>
      <p:nvGrpSpPr>
        <p:cNvPr id="166" name="Shape 166"/>
        <p:cNvGrpSpPr/>
        <p:nvPr/>
      </p:nvGrpSpPr>
      <p:grpSpPr>
        <a:xfrm>
          <a:off x="0" y="0"/>
          <a:ext cx="0" cy="0"/>
          <a:chOff x="0" y="0"/>
          <a:chExt cx="0" cy="0"/>
        </a:xfrm>
      </p:grpSpPr>
      <p:sp>
        <p:nvSpPr>
          <p:cNvPr id="167" name="Google Shape;167;p25"/>
          <p:cNvSpPr txBox="1"/>
          <p:nvPr>
            <p:ph type="title"/>
          </p:nvPr>
        </p:nvSpPr>
        <p:spPr>
          <a:xfrm>
            <a:off x="212450" y="177900"/>
            <a:ext cx="6447000" cy="4065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solidFill>
                  <a:schemeClr val="accent2"/>
                </a:solidFill>
              </a:defRPr>
            </a:lvl1pPr>
            <a:lvl2pPr lvl="1">
              <a:lnSpc>
                <a:spcPct val="115000"/>
              </a:lnSpc>
              <a:spcBef>
                <a:spcPts val="0"/>
              </a:spcBef>
              <a:spcAft>
                <a:spcPts val="0"/>
              </a:spcAft>
              <a:buNone/>
              <a:defRPr sz="3000">
                <a:solidFill>
                  <a:schemeClr val="accent2"/>
                </a:solidFill>
              </a:defRPr>
            </a:lvl2pPr>
            <a:lvl3pPr lvl="2">
              <a:lnSpc>
                <a:spcPct val="115000"/>
              </a:lnSpc>
              <a:spcBef>
                <a:spcPts val="0"/>
              </a:spcBef>
              <a:spcAft>
                <a:spcPts val="0"/>
              </a:spcAft>
              <a:buNone/>
              <a:defRPr sz="3000">
                <a:solidFill>
                  <a:schemeClr val="accent2"/>
                </a:solidFill>
              </a:defRPr>
            </a:lvl3pPr>
            <a:lvl4pPr lvl="3">
              <a:lnSpc>
                <a:spcPct val="115000"/>
              </a:lnSpc>
              <a:spcBef>
                <a:spcPts val="0"/>
              </a:spcBef>
              <a:spcAft>
                <a:spcPts val="0"/>
              </a:spcAft>
              <a:buNone/>
              <a:defRPr sz="3000">
                <a:solidFill>
                  <a:schemeClr val="accent2"/>
                </a:solidFill>
              </a:defRPr>
            </a:lvl4pPr>
            <a:lvl5pPr lvl="4">
              <a:lnSpc>
                <a:spcPct val="115000"/>
              </a:lnSpc>
              <a:spcBef>
                <a:spcPts val="0"/>
              </a:spcBef>
              <a:spcAft>
                <a:spcPts val="0"/>
              </a:spcAft>
              <a:buNone/>
              <a:defRPr sz="3000">
                <a:solidFill>
                  <a:schemeClr val="accent2"/>
                </a:solidFill>
              </a:defRPr>
            </a:lvl5pPr>
            <a:lvl6pPr lvl="5">
              <a:lnSpc>
                <a:spcPct val="115000"/>
              </a:lnSpc>
              <a:spcBef>
                <a:spcPts val="0"/>
              </a:spcBef>
              <a:spcAft>
                <a:spcPts val="0"/>
              </a:spcAft>
              <a:buNone/>
              <a:defRPr sz="3000">
                <a:solidFill>
                  <a:schemeClr val="accent2"/>
                </a:solidFill>
              </a:defRPr>
            </a:lvl6pPr>
            <a:lvl7pPr lvl="6">
              <a:lnSpc>
                <a:spcPct val="115000"/>
              </a:lnSpc>
              <a:spcBef>
                <a:spcPts val="0"/>
              </a:spcBef>
              <a:spcAft>
                <a:spcPts val="0"/>
              </a:spcAft>
              <a:buNone/>
              <a:defRPr sz="3000">
                <a:solidFill>
                  <a:schemeClr val="accent2"/>
                </a:solidFill>
              </a:defRPr>
            </a:lvl7pPr>
            <a:lvl8pPr lvl="7">
              <a:lnSpc>
                <a:spcPct val="115000"/>
              </a:lnSpc>
              <a:spcBef>
                <a:spcPts val="0"/>
              </a:spcBef>
              <a:spcAft>
                <a:spcPts val="0"/>
              </a:spcAft>
              <a:buNone/>
              <a:defRPr sz="3000">
                <a:solidFill>
                  <a:schemeClr val="accent2"/>
                </a:solidFill>
              </a:defRPr>
            </a:lvl8pPr>
            <a:lvl9pPr lvl="8">
              <a:lnSpc>
                <a:spcPct val="115000"/>
              </a:lnSpc>
              <a:spcBef>
                <a:spcPts val="0"/>
              </a:spcBef>
              <a:spcAft>
                <a:spcPts val="0"/>
              </a:spcAft>
              <a:buNone/>
              <a:defRPr sz="3000">
                <a:solidFill>
                  <a:schemeClr val="accent2"/>
                </a:solidFill>
              </a:defRPr>
            </a:lvl9pPr>
          </a:lstStyle>
          <a:p/>
        </p:txBody>
      </p:sp>
      <p:cxnSp>
        <p:nvCxnSpPr>
          <p:cNvPr id="168" name="Google Shape;168;p25"/>
          <p:cNvCxnSpPr/>
          <p:nvPr/>
        </p:nvCxnSpPr>
        <p:spPr>
          <a:xfrm>
            <a:off x="228600" y="627300"/>
            <a:ext cx="440700" cy="0"/>
          </a:xfrm>
          <a:prstGeom prst="straightConnector1">
            <a:avLst/>
          </a:prstGeom>
          <a:noFill/>
          <a:ln cap="flat" cmpd="sng" w="19050">
            <a:solidFill>
              <a:schemeClr val="accent2"/>
            </a:solidFill>
            <a:prstDash val="solid"/>
            <a:round/>
            <a:headEnd len="med" w="med" type="none"/>
            <a:tailEnd len="med" w="med" type="none"/>
          </a:ln>
        </p:spPr>
      </p:cxnSp>
      <p:sp>
        <p:nvSpPr>
          <p:cNvPr id="169" name="Google Shape;169;p25"/>
          <p:cNvSpPr txBox="1"/>
          <p:nvPr>
            <p:ph idx="1" type="body"/>
          </p:nvPr>
        </p:nvSpPr>
        <p:spPr>
          <a:xfrm>
            <a:off x="228600" y="1343100"/>
            <a:ext cx="4390500" cy="11208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lt1"/>
              </a:buClr>
              <a:buSzPts val="1000"/>
              <a:buFont typeface="Roboto"/>
              <a:buChar char="●"/>
              <a:defRPr/>
            </a:lvl1pPr>
            <a:lvl2pPr indent="-292100" lvl="1" marL="914400">
              <a:lnSpc>
                <a:spcPct val="115000"/>
              </a:lnSpc>
              <a:spcBef>
                <a:spcPts val="800"/>
              </a:spcBef>
              <a:spcAft>
                <a:spcPts val="0"/>
              </a:spcAft>
              <a:buClr>
                <a:schemeClr val="lt1"/>
              </a:buClr>
              <a:buSzPts val="1000"/>
              <a:buFont typeface="Roboto"/>
              <a:buChar char="○"/>
              <a:defRPr/>
            </a:lvl2pPr>
            <a:lvl3pPr indent="-292100" lvl="2" marL="1371600">
              <a:lnSpc>
                <a:spcPct val="115000"/>
              </a:lnSpc>
              <a:spcBef>
                <a:spcPts val="800"/>
              </a:spcBef>
              <a:spcAft>
                <a:spcPts val="0"/>
              </a:spcAft>
              <a:buClr>
                <a:schemeClr val="lt1"/>
              </a:buClr>
              <a:buSzPts val="1000"/>
              <a:buFont typeface="Roboto"/>
              <a:buChar char="■"/>
              <a:defRPr/>
            </a:lvl3pPr>
            <a:lvl4pPr indent="-292100" lvl="3" marL="1828800">
              <a:lnSpc>
                <a:spcPct val="115000"/>
              </a:lnSpc>
              <a:spcBef>
                <a:spcPts val="800"/>
              </a:spcBef>
              <a:spcAft>
                <a:spcPts val="0"/>
              </a:spcAft>
              <a:buClr>
                <a:schemeClr val="lt1"/>
              </a:buClr>
              <a:buSzPts val="1000"/>
              <a:buFont typeface="Roboto"/>
              <a:buChar char="●"/>
              <a:defRPr/>
            </a:lvl4pPr>
            <a:lvl5pPr indent="-292100" lvl="4" marL="2286000">
              <a:lnSpc>
                <a:spcPct val="115000"/>
              </a:lnSpc>
              <a:spcBef>
                <a:spcPts val="800"/>
              </a:spcBef>
              <a:spcAft>
                <a:spcPts val="0"/>
              </a:spcAft>
              <a:buClr>
                <a:schemeClr val="lt1"/>
              </a:buClr>
              <a:buSzPts val="1000"/>
              <a:buFont typeface="Roboto"/>
              <a:buChar char="○"/>
              <a:defRPr/>
            </a:lvl5pPr>
            <a:lvl6pPr indent="-292100" lvl="5" marL="2743200">
              <a:lnSpc>
                <a:spcPct val="115000"/>
              </a:lnSpc>
              <a:spcBef>
                <a:spcPts val="800"/>
              </a:spcBef>
              <a:spcAft>
                <a:spcPts val="0"/>
              </a:spcAft>
              <a:buClr>
                <a:schemeClr val="lt1"/>
              </a:buClr>
              <a:buSzPts val="1000"/>
              <a:buFont typeface="Roboto"/>
              <a:buChar char="■"/>
              <a:defRPr/>
            </a:lvl6pPr>
            <a:lvl7pPr indent="-292100" lvl="6" marL="3200400">
              <a:lnSpc>
                <a:spcPct val="115000"/>
              </a:lnSpc>
              <a:spcBef>
                <a:spcPts val="800"/>
              </a:spcBef>
              <a:spcAft>
                <a:spcPts val="0"/>
              </a:spcAft>
              <a:buClr>
                <a:schemeClr val="lt1"/>
              </a:buClr>
              <a:buSzPts val="1000"/>
              <a:buFont typeface="Roboto"/>
              <a:buChar char="●"/>
              <a:defRPr/>
            </a:lvl7pPr>
            <a:lvl8pPr indent="-292100" lvl="7" marL="3657600">
              <a:lnSpc>
                <a:spcPct val="115000"/>
              </a:lnSpc>
              <a:spcBef>
                <a:spcPts val="800"/>
              </a:spcBef>
              <a:spcAft>
                <a:spcPts val="0"/>
              </a:spcAft>
              <a:buClr>
                <a:schemeClr val="lt1"/>
              </a:buClr>
              <a:buSzPts val="1000"/>
              <a:buFont typeface="Roboto"/>
              <a:buChar char="○"/>
              <a:defRPr/>
            </a:lvl8pPr>
            <a:lvl9pPr indent="-292100" lvl="8" marL="4114800">
              <a:lnSpc>
                <a:spcPct val="115000"/>
              </a:lnSpc>
              <a:spcBef>
                <a:spcPts val="800"/>
              </a:spcBef>
              <a:spcAft>
                <a:spcPts val="800"/>
              </a:spcAft>
              <a:buClr>
                <a:schemeClr val="lt1"/>
              </a:buClr>
              <a:buSzPts val="1000"/>
              <a:buFont typeface="Roboto"/>
              <a:buChar char="■"/>
              <a:defRPr/>
            </a:lvl9pPr>
          </a:lstStyle>
          <a:p/>
        </p:txBody>
      </p:sp>
      <p:sp>
        <p:nvSpPr>
          <p:cNvPr id="170" name="Google Shape;170;p25"/>
          <p:cNvSpPr txBox="1"/>
          <p:nvPr>
            <p:ph idx="2" type="subTitle"/>
          </p:nvPr>
        </p:nvSpPr>
        <p:spPr>
          <a:xfrm>
            <a:off x="230434" y="881700"/>
            <a:ext cx="6447000" cy="5541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800"/>
              <a:buFont typeface="Space Grotesk"/>
              <a:buNone/>
              <a:defRPr/>
            </a:lvl1pPr>
            <a:lvl2pPr lvl="1">
              <a:spcBef>
                <a:spcPts val="0"/>
              </a:spcBef>
              <a:spcAft>
                <a:spcPts val="0"/>
              </a:spcAft>
              <a:buClr>
                <a:schemeClr val="lt1"/>
              </a:buClr>
              <a:buSzPts val="1800"/>
              <a:buFont typeface="Space Grotesk"/>
              <a:buNone/>
              <a:defRPr/>
            </a:lvl2pPr>
            <a:lvl3pPr lvl="2">
              <a:spcBef>
                <a:spcPts val="0"/>
              </a:spcBef>
              <a:spcAft>
                <a:spcPts val="0"/>
              </a:spcAft>
              <a:buClr>
                <a:schemeClr val="lt1"/>
              </a:buClr>
              <a:buSzPts val="1800"/>
              <a:buFont typeface="Space Grotesk"/>
              <a:buNone/>
              <a:defRPr/>
            </a:lvl3pPr>
            <a:lvl4pPr lvl="3">
              <a:spcBef>
                <a:spcPts val="0"/>
              </a:spcBef>
              <a:spcAft>
                <a:spcPts val="0"/>
              </a:spcAft>
              <a:buClr>
                <a:schemeClr val="lt1"/>
              </a:buClr>
              <a:buSzPts val="1800"/>
              <a:buFont typeface="Space Grotesk"/>
              <a:buNone/>
              <a:defRPr/>
            </a:lvl4pPr>
            <a:lvl5pPr lvl="4">
              <a:spcBef>
                <a:spcPts val="0"/>
              </a:spcBef>
              <a:spcAft>
                <a:spcPts val="0"/>
              </a:spcAft>
              <a:buClr>
                <a:schemeClr val="lt1"/>
              </a:buClr>
              <a:buSzPts val="1800"/>
              <a:buFont typeface="Space Grotesk"/>
              <a:buNone/>
              <a:defRPr/>
            </a:lvl5pPr>
            <a:lvl6pPr lvl="5">
              <a:spcBef>
                <a:spcPts val="0"/>
              </a:spcBef>
              <a:spcAft>
                <a:spcPts val="0"/>
              </a:spcAft>
              <a:buClr>
                <a:schemeClr val="lt1"/>
              </a:buClr>
              <a:buSzPts val="1800"/>
              <a:buFont typeface="Space Grotesk"/>
              <a:buNone/>
              <a:defRPr/>
            </a:lvl6pPr>
            <a:lvl7pPr lvl="6">
              <a:spcBef>
                <a:spcPts val="0"/>
              </a:spcBef>
              <a:spcAft>
                <a:spcPts val="0"/>
              </a:spcAft>
              <a:buClr>
                <a:schemeClr val="lt1"/>
              </a:buClr>
              <a:buSzPts val="1800"/>
              <a:buFont typeface="Space Grotesk"/>
              <a:buNone/>
              <a:defRPr/>
            </a:lvl7pPr>
            <a:lvl8pPr lvl="7">
              <a:spcBef>
                <a:spcPts val="0"/>
              </a:spcBef>
              <a:spcAft>
                <a:spcPts val="0"/>
              </a:spcAft>
              <a:buClr>
                <a:schemeClr val="lt1"/>
              </a:buClr>
              <a:buSzPts val="1800"/>
              <a:buFont typeface="Space Grotesk"/>
              <a:buNone/>
              <a:defRPr/>
            </a:lvl8pPr>
            <a:lvl9pPr lvl="8">
              <a:spcBef>
                <a:spcPts val="0"/>
              </a:spcBef>
              <a:spcAft>
                <a:spcPts val="0"/>
              </a:spcAft>
              <a:buClr>
                <a:schemeClr val="lt1"/>
              </a:buClr>
              <a:buSzPts val="1800"/>
              <a:buFont typeface="Space Grotesk"/>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Quotes - Alt 1">
  <p:cSld name="BLANK_1_1_1_1_2_1_1">
    <p:bg>
      <p:bgPr>
        <a:gradFill>
          <a:gsLst>
            <a:gs pos="0">
              <a:schemeClr val="accent4"/>
            </a:gs>
            <a:gs pos="100000">
              <a:schemeClr val="dk1"/>
            </a:gs>
          </a:gsLst>
          <a:path path="circle">
            <a:fillToRect b="50%" l="50%" r="50%" t="50%"/>
          </a:path>
          <a:tileRect/>
        </a:gradFill>
      </p:bgPr>
    </p:bg>
    <p:spTree>
      <p:nvGrpSpPr>
        <p:cNvPr id="171" name="Shape 171"/>
        <p:cNvGrpSpPr/>
        <p:nvPr/>
      </p:nvGrpSpPr>
      <p:grpSpPr>
        <a:xfrm>
          <a:off x="0" y="0"/>
          <a:ext cx="0" cy="0"/>
          <a:chOff x="0" y="0"/>
          <a:chExt cx="0" cy="0"/>
        </a:xfrm>
      </p:grpSpPr>
      <p:sp>
        <p:nvSpPr>
          <p:cNvPr id="172" name="Google Shape;172;p26"/>
          <p:cNvSpPr/>
          <p:nvPr>
            <p:ph idx="2" type="pic"/>
          </p:nvPr>
        </p:nvSpPr>
        <p:spPr>
          <a:xfrm>
            <a:off x="468925" y="3643975"/>
            <a:ext cx="686400" cy="686400"/>
          </a:xfrm>
          <a:prstGeom prst="rect">
            <a:avLst/>
          </a:prstGeom>
          <a:noFill/>
          <a:ln>
            <a:noFill/>
          </a:ln>
        </p:spPr>
      </p:sp>
      <p:sp>
        <p:nvSpPr>
          <p:cNvPr id="173" name="Google Shape;173;p26"/>
          <p:cNvSpPr txBox="1"/>
          <p:nvPr>
            <p:ph type="title"/>
          </p:nvPr>
        </p:nvSpPr>
        <p:spPr>
          <a:xfrm>
            <a:off x="212450" y="177900"/>
            <a:ext cx="5789400" cy="4065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solidFill>
                  <a:schemeClr val="accent2"/>
                </a:solidFill>
              </a:defRPr>
            </a:lvl1pPr>
            <a:lvl2pPr lvl="1">
              <a:lnSpc>
                <a:spcPct val="115000"/>
              </a:lnSpc>
              <a:spcBef>
                <a:spcPts val="0"/>
              </a:spcBef>
              <a:spcAft>
                <a:spcPts val="0"/>
              </a:spcAft>
              <a:buNone/>
              <a:defRPr sz="3000">
                <a:solidFill>
                  <a:schemeClr val="accent2"/>
                </a:solidFill>
              </a:defRPr>
            </a:lvl2pPr>
            <a:lvl3pPr lvl="2">
              <a:lnSpc>
                <a:spcPct val="115000"/>
              </a:lnSpc>
              <a:spcBef>
                <a:spcPts val="0"/>
              </a:spcBef>
              <a:spcAft>
                <a:spcPts val="0"/>
              </a:spcAft>
              <a:buNone/>
              <a:defRPr sz="3000">
                <a:solidFill>
                  <a:schemeClr val="accent2"/>
                </a:solidFill>
              </a:defRPr>
            </a:lvl3pPr>
            <a:lvl4pPr lvl="3">
              <a:lnSpc>
                <a:spcPct val="115000"/>
              </a:lnSpc>
              <a:spcBef>
                <a:spcPts val="0"/>
              </a:spcBef>
              <a:spcAft>
                <a:spcPts val="0"/>
              </a:spcAft>
              <a:buNone/>
              <a:defRPr sz="3000">
                <a:solidFill>
                  <a:schemeClr val="accent2"/>
                </a:solidFill>
              </a:defRPr>
            </a:lvl4pPr>
            <a:lvl5pPr lvl="4">
              <a:lnSpc>
                <a:spcPct val="115000"/>
              </a:lnSpc>
              <a:spcBef>
                <a:spcPts val="0"/>
              </a:spcBef>
              <a:spcAft>
                <a:spcPts val="0"/>
              </a:spcAft>
              <a:buNone/>
              <a:defRPr sz="3000">
                <a:solidFill>
                  <a:schemeClr val="accent2"/>
                </a:solidFill>
              </a:defRPr>
            </a:lvl5pPr>
            <a:lvl6pPr lvl="5">
              <a:lnSpc>
                <a:spcPct val="115000"/>
              </a:lnSpc>
              <a:spcBef>
                <a:spcPts val="0"/>
              </a:spcBef>
              <a:spcAft>
                <a:spcPts val="0"/>
              </a:spcAft>
              <a:buNone/>
              <a:defRPr sz="3000">
                <a:solidFill>
                  <a:schemeClr val="accent2"/>
                </a:solidFill>
              </a:defRPr>
            </a:lvl6pPr>
            <a:lvl7pPr lvl="6">
              <a:lnSpc>
                <a:spcPct val="115000"/>
              </a:lnSpc>
              <a:spcBef>
                <a:spcPts val="0"/>
              </a:spcBef>
              <a:spcAft>
                <a:spcPts val="0"/>
              </a:spcAft>
              <a:buNone/>
              <a:defRPr sz="3000">
                <a:solidFill>
                  <a:schemeClr val="accent2"/>
                </a:solidFill>
              </a:defRPr>
            </a:lvl7pPr>
            <a:lvl8pPr lvl="7">
              <a:lnSpc>
                <a:spcPct val="115000"/>
              </a:lnSpc>
              <a:spcBef>
                <a:spcPts val="0"/>
              </a:spcBef>
              <a:spcAft>
                <a:spcPts val="0"/>
              </a:spcAft>
              <a:buNone/>
              <a:defRPr sz="3000">
                <a:solidFill>
                  <a:schemeClr val="accent2"/>
                </a:solidFill>
              </a:defRPr>
            </a:lvl8pPr>
            <a:lvl9pPr lvl="8">
              <a:lnSpc>
                <a:spcPct val="115000"/>
              </a:lnSpc>
              <a:spcBef>
                <a:spcPts val="0"/>
              </a:spcBef>
              <a:spcAft>
                <a:spcPts val="0"/>
              </a:spcAft>
              <a:buNone/>
              <a:defRPr sz="3000">
                <a:solidFill>
                  <a:schemeClr val="accent2"/>
                </a:solidFill>
              </a:defRPr>
            </a:lvl9pPr>
          </a:lstStyle>
          <a:p/>
        </p:txBody>
      </p:sp>
      <p:sp>
        <p:nvSpPr>
          <p:cNvPr id="174" name="Google Shape;174;p26"/>
          <p:cNvSpPr txBox="1"/>
          <p:nvPr>
            <p:ph idx="1" type="body"/>
          </p:nvPr>
        </p:nvSpPr>
        <p:spPr>
          <a:xfrm>
            <a:off x="228600" y="1343100"/>
            <a:ext cx="4390500" cy="11208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lt1"/>
              </a:buClr>
              <a:buSzPts val="1000"/>
              <a:buFont typeface="Roboto"/>
              <a:buChar char="●"/>
              <a:defRPr/>
            </a:lvl1pPr>
            <a:lvl2pPr indent="-292100" lvl="1" marL="914400">
              <a:lnSpc>
                <a:spcPct val="115000"/>
              </a:lnSpc>
              <a:spcBef>
                <a:spcPts val="800"/>
              </a:spcBef>
              <a:spcAft>
                <a:spcPts val="0"/>
              </a:spcAft>
              <a:buClr>
                <a:schemeClr val="lt1"/>
              </a:buClr>
              <a:buSzPts val="1000"/>
              <a:buFont typeface="Roboto"/>
              <a:buChar char="○"/>
              <a:defRPr/>
            </a:lvl2pPr>
            <a:lvl3pPr indent="-292100" lvl="2" marL="1371600">
              <a:lnSpc>
                <a:spcPct val="115000"/>
              </a:lnSpc>
              <a:spcBef>
                <a:spcPts val="800"/>
              </a:spcBef>
              <a:spcAft>
                <a:spcPts val="0"/>
              </a:spcAft>
              <a:buClr>
                <a:schemeClr val="lt1"/>
              </a:buClr>
              <a:buSzPts val="1000"/>
              <a:buFont typeface="Roboto"/>
              <a:buChar char="■"/>
              <a:defRPr/>
            </a:lvl3pPr>
            <a:lvl4pPr indent="-292100" lvl="3" marL="1828800">
              <a:lnSpc>
                <a:spcPct val="115000"/>
              </a:lnSpc>
              <a:spcBef>
                <a:spcPts val="800"/>
              </a:spcBef>
              <a:spcAft>
                <a:spcPts val="0"/>
              </a:spcAft>
              <a:buClr>
                <a:schemeClr val="lt1"/>
              </a:buClr>
              <a:buSzPts val="1000"/>
              <a:buFont typeface="Roboto"/>
              <a:buChar char="●"/>
              <a:defRPr/>
            </a:lvl4pPr>
            <a:lvl5pPr indent="-292100" lvl="4" marL="2286000">
              <a:lnSpc>
                <a:spcPct val="115000"/>
              </a:lnSpc>
              <a:spcBef>
                <a:spcPts val="800"/>
              </a:spcBef>
              <a:spcAft>
                <a:spcPts val="0"/>
              </a:spcAft>
              <a:buClr>
                <a:schemeClr val="lt1"/>
              </a:buClr>
              <a:buSzPts val="1000"/>
              <a:buFont typeface="Roboto"/>
              <a:buChar char="○"/>
              <a:defRPr/>
            </a:lvl5pPr>
            <a:lvl6pPr indent="-292100" lvl="5" marL="2743200">
              <a:lnSpc>
                <a:spcPct val="115000"/>
              </a:lnSpc>
              <a:spcBef>
                <a:spcPts val="800"/>
              </a:spcBef>
              <a:spcAft>
                <a:spcPts val="0"/>
              </a:spcAft>
              <a:buClr>
                <a:schemeClr val="lt1"/>
              </a:buClr>
              <a:buSzPts val="1000"/>
              <a:buFont typeface="Roboto"/>
              <a:buChar char="■"/>
              <a:defRPr/>
            </a:lvl6pPr>
            <a:lvl7pPr indent="-292100" lvl="6" marL="3200400">
              <a:lnSpc>
                <a:spcPct val="115000"/>
              </a:lnSpc>
              <a:spcBef>
                <a:spcPts val="800"/>
              </a:spcBef>
              <a:spcAft>
                <a:spcPts val="0"/>
              </a:spcAft>
              <a:buClr>
                <a:schemeClr val="lt1"/>
              </a:buClr>
              <a:buSzPts val="1000"/>
              <a:buFont typeface="Roboto"/>
              <a:buChar char="●"/>
              <a:defRPr/>
            </a:lvl7pPr>
            <a:lvl8pPr indent="-292100" lvl="7" marL="3657600">
              <a:lnSpc>
                <a:spcPct val="115000"/>
              </a:lnSpc>
              <a:spcBef>
                <a:spcPts val="800"/>
              </a:spcBef>
              <a:spcAft>
                <a:spcPts val="0"/>
              </a:spcAft>
              <a:buClr>
                <a:schemeClr val="lt1"/>
              </a:buClr>
              <a:buSzPts val="1000"/>
              <a:buFont typeface="Roboto"/>
              <a:buChar char="○"/>
              <a:defRPr/>
            </a:lvl8pPr>
            <a:lvl9pPr indent="-292100" lvl="8" marL="4114800">
              <a:lnSpc>
                <a:spcPct val="115000"/>
              </a:lnSpc>
              <a:spcBef>
                <a:spcPts val="800"/>
              </a:spcBef>
              <a:spcAft>
                <a:spcPts val="800"/>
              </a:spcAft>
              <a:buClr>
                <a:schemeClr val="lt1"/>
              </a:buClr>
              <a:buSzPts val="1000"/>
              <a:buFont typeface="Roboto"/>
              <a:buChar char="■"/>
              <a:defRPr/>
            </a:lvl9pPr>
          </a:lstStyle>
          <a:p/>
        </p:txBody>
      </p:sp>
      <p:sp>
        <p:nvSpPr>
          <p:cNvPr id="175" name="Google Shape;175;p26"/>
          <p:cNvSpPr txBox="1"/>
          <p:nvPr>
            <p:ph idx="3" type="subTitle"/>
          </p:nvPr>
        </p:nvSpPr>
        <p:spPr>
          <a:xfrm>
            <a:off x="228600" y="881700"/>
            <a:ext cx="8686800" cy="5541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800"/>
              <a:buFont typeface="Space Grotesk"/>
              <a:buNone/>
              <a:defRPr/>
            </a:lvl1pPr>
            <a:lvl2pPr lvl="1">
              <a:spcBef>
                <a:spcPts val="0"/>
              </a:spcBef>
              <a:spcAft>
                <a:spcPts val="0"/>
              </a:spcAft>
              <a:buClr>
                <a:schemeClr val="lt1"/>
              </a:buClr>
              <a:buSzPts val="1800"/>
              <a:buFont typeface="Space Grotesk"/>
              <a:buNone/>
              <a:defRPr/>
            </a:lvl2pPr>
            <a:lvl3pPr lvl="2">
              <a:spcBef>
                <a:spcPts val="0"/>
              </a:spcBef>
              <a:spcAft>
                <a:spcPts val="0"/>
              </a:spcAft>
              <a:buClr>
                <a:schemeClr val="lt1"/>
              </a:buClr>
              <a:buSzPts val="1800"/>
              <a:buFont typeface="Space Grotesk"/>
              <a:buNone/>
              <a:defRPr/>
            </a:lvl3pPr>
            <a:lvl4pPr lvl="3">
              <a:spcBef>
                <a:spcPts val="0"/>
              </a:spcBef>
              <a:spcAft>
                <a:spcPts val="0"/>
              </a:spcAft>
              <a:buClr>
                <a:schemeClr val="lt1"/>
              </a:buClr>
              <a:buSzPts val="1800"/>
              <a:buFont typeface="Space Grotesk"/>
              <a:buNone/>
              <a:defRPr/>
            </a:lvl4pPr>
            <a:lvl5pPr lvl="4">
              <a:spcBef>
                <a:spcPts val="0"/>
              </a:spcBef>
              <a:spcAft>
                <a:spcPts val="0"/>
              </a:spcAft>
              <a:buClr>
                <a:schemeClr val="lt1"/>
              </a:buClr>
              <a:buSzPts val="1800"/>
              <a:buFont typeface="Space Grotesk"/>
              <a:buNone/>
              <a:defRPr/>
            </a:lvl5pPr>
            <a:lvl6pPr lvl="5">
              <a:spcBef>
                <a:spcPts val="0"/>
              </a:spcBef>
              <a:spcAft>
                <a:spcPts val="0"/>
              </a:spcAft>
              <a:buClr>
                <a:schemeClr val="lt1"/>
              </a:buClr>
              <a:buSzPts val="1800"/>
              <a:buFont typeface="Space Grotesk"/>
              <a:buNone/>
              <a:defRPr/>
            </a:lvl6pPr>
            <a:lvl7pPr lvl="6">
              <a:spcBef>
                <a:spcPts val="0"/>
              </a:spcBef>
              <a:spcAft>
                <a:spcPts val="0"/>
              </a:spcAft>
              <a:buClr>
                <a:schemeClr val="lt1"/>
              </a:buClr>
              <a:buSzPts val="1800"/>
              <a:buFont typeface="Space Grotesk"/>
              <a:buNone/>
              <a:defRPr/>
            </a:lvl7pPr>
            <a:lvl8pPr lvl="7">
              <a:spcBef>
                <a:spcPts val="0"/>
              </a:spcBef>
              <a:spcAft>
                <a:spcPts val="0"/>
              </a:spcAft>
              <a:buClr>
                <a:schemeClr val="lt1"/>
              </a:buClr>
              <a:buSzPts val="1800"/>
              <a:buFont typeface="Space Grotesk"/>
              <a:buNone/>
              <a:defRPr/>
            </a:lvl8pPr>
            <a:lvl9pPr lvl="8">
              <a:spcBef>
                <a:spcPts val="0"/>
              </a:spcBef>
              <a:spcAft>
                <a:spcPts val="0"/>
              </a:spcAft>
              <a:buClr>
                <a:schemeClr val="lt1"/>
              </a:buClr>
              <a:buSzPts val="1800"/>
              <a:buFont typeface="Space Grotesk"/>
              <a:buNone/>
              <a:defRPr/>
            </a:lvl9pPr>
          </a:lstStyle>
          <a:p/>
        </p:txBody>
      </p:sp>
      <p:sp>
        <p:nvSpPr>
          <p:cNvPr id="176" name="Google Shape;176;p26"/>
          <p:cNvSpPr txBox="1"/>
          <p:nvPr>
            <p:ph idx="4" type="subTitle"/>
          </p:nvPr>
        </p:nvSpPr>
        <p:spPr>
          <a:xfrm>
            <a:off x="1326075" y="3653375"/>
            <a:ext cx="2902200" cy="619800"/>
          </a:xfrm>
          <a:prstGeom prst="rect">
            <a:avLst/>
          </a:prstGeom>
        </p:spPr>
        <p:txBody>
          <a:bodyPr anchorCtr="0" anchor="t" bIns="0" lIns="0" spcFirstLastPara="1" rIns="0" wrap="square" tIns="0">
            <a:spAutoFit/>
          </a:bodyPr>
          <a:lstStyle>
            <a:lvl1pPr lvl="0">
              <a:spcBef>
                <a:spcPts val="0"/>
              </a:spcBef>
              <a:spcAft>
                <a:spcPts val="0"/>
              </a:spcAft>
              <a:buClr>
                <a:schemeClr val="accent2"/>
              </a:buClr>
              <a:buSzPts val="1200"/>
              <a:buFont typeface="Space Grotesk"/>
              <a:buNone/>
              <a:defRPr sz="1200">
                <a:solidFill>
                  <a:schemeClr val="accent2"/>
                </a:solidFill>
              </a:defRPr>
            </a:lvl1pPr>
            <a:lvl2pPr lvl="1">
              <a:spcBef>
                <a:spcPts val="0"/>
              </a:spcBef>
              <a:spcAft>
                <a:spcPts val="0"/>
              </a:spcAft>
              <a:buClr>
                <a:schemeClr val="accent2"/>
              </a:buClr>
              <a:buSzPts val="1200"/>
              <a:buFont typeface="Space Grotesk"/>
              <a:buNone/>
              <a:defRPr sz="1200">
                <a:solidFill>
                  <a:schemeClr val="accent2"/>
                </a:solidFill>
              </a:defRPr>
            </a:lvl2pPr>
            <a:lvl3pPr lvl="2">
              <a:spcBef>
                <a:spcPts val="0"/>
              </a:spcBef>
              <a:spcAft>
                <a:spcPts val="0"/>
              </a:spcAft>
              <a:buClr>
                <a:schemeClr val="accent2"/>
              </a:buClr>
              <a:buSzPts val="1200"/>
              <a:buFont typeface="Space Grotesk"/>
              <a:buNone/>
              <a:defRPr sz="1200">
                <a:solidFill>
                  <a:schemeClr val="accent2"/>
                </a:solidFill>
              </a:defRPr>
            </a:lvl3pPr>
            <a:lvl4pPr lvl="3">
              <a:spcBef>
                <a:spcPts val="0"/>
              </a:spcBef>
              <a:spcAft>
                <a:spcPts val="0"/>
              </a:spcAft>
              <a:buClr>
                <a:schemeClr val="accent2"/>
              </a:buClr>
              <a:buSzPts val="1200"/>
              <a:buFont typeface="Space Grotesk"/>
              <a:buNone/>
              <a:defRPr sz="1200">
                <a:solidFill>
                  <a:schemeClr val="accent2"/>
                </a:solidFill>
              </a:defRPr>
            </a:lvl4pPr>
            <a:lvl5pPr lvl="4">
              <a:spcBef>
                <a:spcPts val="0"/>
              </a:spcBef>
              <a:spcAft>
                <a:spcPts val="0"/>
              </a:spcAft>
              <a:buClr>
                <a:schemeClr val="accent2"/>
              </a:buClr>
              <a:buSzPts val="1200"/>
              <a:buFont typeface="Space Grotesk"/>
              <a:buNone/>
              <a:defRPr sz="1200">
                <a:solidFill>
                  <a:schemeClr val="accent2"/>
                </a:solidFill>
              </a:defRPr>
            </a:lvl5pPr>
            <a:lvl6pPr lvl="5">
              <a:spcBef>
                <a:spcPts val="0"/>
              </a:spcBef>
              <a:spcAft>
                <a:spcPts val="0"/>
              </a:spcAft>
              <a:buClr>
                <a:schemeClr val="accent2"/>
              </a:buClr>
              <a:buSzPts val="1200"/>
              <a:buFont typeface="Space Grotesk"/>
              <a:buNone/>
              <a:defRPr sz="1200">
                <a:solidFill>
                  <a:schemeClr val="accent2"/>
                </a:solidFill>
              </a:defRPr>
            </a:lvl6pPr>
            <a:lvl7pPr lvl="6">
              <a:spcBef>
                <a:spcPts val="0"/>
              </a:spcBef>
              <a:spcAft>
                <a:spcPts val="0"/>
              </a:spcAft>
              <a:buClr>
                <a:schemeClr val="accent2"/>
              </a:buClr>
              <a:buSzPts val="1200"/>
              <a:buFont typeface="Space Grotesk"/>
              <a:buNone/>
              <a:defRPr sz="1200">
                <a:solidFill>
                  <a:schemeClr val="accent2"/>
                </a:solidFill>
              </a:defRPr>
            </a:lvl7pPr>
            <a:lvl8pPr lvl="7">
              <a:spcBef>
                <a:spcPts val="0"/>
              </a:spcBef>
              <a:spcAft>
                <a:spcPts val="0"/>
              </a:spcAft>
              <a:buClr>
                <a:schemeClr val="accent2"/>
              </a:buClr>
              <a:buSzPts val="1200"/>
              <a:buFont typeface="Space Grotesk"/>
              <a:buNone/>
              <a:defRPr sz="1200">
                <a:solidFill>
                  <a:schemeClr val="accent2"/>
                </a:solidFill>
              </a:defRPr>
            </a:lvl8pPr>
            <a:lvl9pPr lvl="8">
              <a:spcBef>
                <a:spcPts val="0"/>
              </a:spcBef>
              <a:spcAft>
                <a:spcPts val="0"/>
              </a:spcAft>
              <a:buClr>
                <a:schemeClr val="accent2"/>
              </a:buClr>
              <a:buSzPts val="1200"/>
              <a:buFont typeface="Space Grotesk"/>
              <a:buNone/>
              <a:defRPr sz="1200">
                <a:solidFill>
                  <a:schemeClr val="accent2"/>
                </a:solidFill>
              </a:defRPr>
            </a:lvl9pPr>
          </a:lstStyle>
          <a:p/>
        </p:txBody>
      </p:sp>
      <p:sp>
        <p:nvSpPr>
          <p:cNvPr id="177" name="Google Shape;177;p26"/>
          <p:cNvSpPr txBox="1"/>
          <p:nvPr>
            <p:ph idx="5" type="subTitle"/>
          </p:nvPr>
        </p:nvSpPr>
        <p:spPr>
          <a:xfrm>
            <a:off x="1334825" y="4491500"/>
            <a:ext cx="2902200" cy="209700"/>
          </a:xfrm>
          <a:prstGeom prst="rect">
            <a:avLst/>
          </a:prstGeom>
        </p:spPr>
        <p:txBody>
          <a:bodyPr anchorCtr="0" anchor="t" bIns="0" lIns="0" spcFirstLastPara="1" rIns="0" wrap="square" tIns="0">
            <a:spAutoFit/>
          </a:bodyPr>
          <a:lstStyle>
            <a:lvl1pPr lvl="0">
              <a:spcBef>
                <a:spcPts val="0"/>
              </a:spcBef>
              <a:spcAft>
                <a:spcPts val="0"/>
              </a:spcAft>
              <a:buClr>
                <a:schemeClr val="accent2"/>
              </a:buClr>
              <a:buSzPts val="1000"/>
              <a:buFont typeface="Space Grotesk"/>
              <a:buNone/>
              <a:defRPr sz="1000">
                <a:solidFill>
                  <a:schemeClr val="accent2"/>
                </a:solidFill>
              </a:defRPr>
            </a:lvl1pPr>
            <a:lvl2pPr lvl="1">
              <a:spcBef>
                <a:spcPts val="0"/>
              </a:spcBef>
              <a:spcAft>
                <a:spcPts val="0"/>
              </a:spcAft>
              <a:buClr>
                <a:schemeClr val="accent2"/>
              </a:buClr>
              <a:buSzPts val="1000"/>
              <a:buFont typeface="Space Grotesk"/>
              <a:buNone/>
              <a:defRPr sz="1000">
                <a:solidFill>
                  <a:schemeClr val="accent2"/>
                </a:solidFill>
              </a:defRPr>
            </a:lvl2pPr>
            <a:lvl3pPr lvl="2">
              <a:spcBef>
                <a:spcPts val="0"/>
              </a:spcBef>
              <a:spcAft>
                <a:spcPts val="0"/>
              </a:spcAft>
              <a:buClr>
                <a:schemeClr val="accent2"/>
              </a:buClr>
              <a:buSzPts val="1000"/>
              <a:buFont typeface="Space Grotesk"/>
              <a:buNone/>
              <a:defRPr sz="1000">
                <a:solidFill>
                  <a:schemeClr val="accent2"/>
                </a:solidFill>
              </a:defRPr>
            </a:lvl3pPr>
            <a:lvl4pPr lvl="3">
              <a:spcBef>
                <a:spcPts val="0"/>
              </a:spcBef>
              <a:spcAft>
                <a:spcPts val="0"/>
              </a:spcAft>
              <a:buClr>
                <a:schemeClr val="accent2"/>
              </a:buClr>
              <a:buSzPts val="1000"/>
              <a:buFont typeface="Space Grotesk"/>
              <a:buNone/>
              <a:defRPr sz="1000">
                <a:solidFill>
                  <a:schemeClr val="accent2"/>
                </a:solidFill>
              </a:defRPr>
            </a:lvl4pPr>
            <a:lvl5pPr lvl="4">
              <a:spcBef>
                <a:spcPts val="0"/>
              </a:spcBef>
              <a:spcAft>
                <a:spcPts val="0"/>
              </a:spcAft>
              <a:buClr>
                <a:schemeClr val="accent2"/>
              </a:buClr>
              <a:buSzPts val="1000"/>
              <a:buFont typeface="Space Grotesk"/>
              <a:buNone/>
              <a:defRPr sz="1000">
                <a:solidFill>
                  <a:schemeClr val="accent2"/>
                </a:solidFill>
              </a:defRPr>
            </a:lvl5pPr>
            <a:lvl6pPr lvl="5">
              <a:spcBef>
                <a:spcPts val="0"/>
              </a:spcBef>
              <a:spcAft>
                <a:spcPts val="0"/>
              </a:spcAft>
              <a:buClr>
                <a:schemeClr val="accent2"/>
              </a:buClr>
              <a:buSzPts val="1000"/>
              <a:buFont typeface="Space Grotesk"/>
              <a:buNone/>
              <a:defRPr sz="1000">
                <a:solidFill>
                  <a:schemeClr val="accent2"/>
                </a:solidFill>
              </a:defRPr>
            </a:lvl6pPr>
            <a:lvl7pPr lvl="6">
              <a:spcBef>
                <a:spcPts val="0"/>
              </a:spcBef>
              <a:spcAft>
                <a:spcPts val="0"/>
              </a:spcAft>
              <a:buClr>
                <a:schemeClr val="accent2"/>
              </a:buClr>
              <a:buSzPts val="1000"/>
              <a:buFont typeface="Space Grotesk"/>
              <a:buNone/>
              <a:defRPr sz="1000">
                <a:solidFill>
                  <a:schemeClr val="accent2"/>
                </a:solidFill>
              </a:defRPr>
            </a:lvl7pPr>
            <a:lvl8pPr lvl="7">
              <a:spcBef>
                <a:spcPts val="0"/>
              </a:spcBef>
              <a:spcAft>
                <a:spcPts val="0"/>
              </a:spcAft>
              <a:buClr>
                <a:schemeClr val="accent2"/>
              </a:buClr>
              <a:buSzPts val="1000"/>
              <a:buFont typeface="Space Grotesk"/>
              <a:buNone/>
              <a:defRPr sz="1000">
                <a:solidFill>
                  <a:schemeClr val="accent2"/>
                </a:solidFill>
              </a:defRPr>
            </a:lvl8pPr>
            <a:lvl9pPr lvl="8">
              <a:spcBef>
                <a:spcPts val="0"/>
              </a:spcBef>
              <a:spcAft>
                <a:spcPts val="0"/>
              </a:spcAft>
              <a:buClr>
                <a:schemeClr val="accent2"/>
              </a:buClr>
              <a:buSzPts val="1000"/>
              <a:buFont typeface="Space Grotesk"/>
              <a:buNone/>
              <a:defRPr sz="1000">
                <a:solidFill>
                  <a:schemeClr val="accent2"/>
                </a:solidFill>
              </a:defRPr>
            </a:lvl9pPr>
          </a:lstStyle>
          <a:p/>
        </p:txBody>
      </p:sp>
      <p:sp>
        <p:nvSpPr>
          <p:cNvPr id="178" name="Google Shape;178;p26"/>
          <p:cNvSpPr/>
          <p:nvPr>
            <p:ph idx="6" type="pic"/>
          </p:nvPr>
        </p:nvSpPr>
        <p:spPr>
          <a:xfrm>
            <a:off x="4909975" y="3643975"/>
            <a:ext cx="686400" cy="686400"/>
          </a:xfrm>
          <a:prstGeom prst="rect">
            <a:avLst/>
          </a:prstGeom>
          <a:noFill/>
          <a:ln>
            <a:noFill/>
          </a:ln>
        </p:spPr>
      </p:sp>
      <p:sp>
        <p:nvSpPr>
          <p:cNvPr id="179" name="Google Shape;179;p26"/>
          <p:cNvSpPr txBox="1"/>
          <p:nvPr>
            <p:ph idx="7" type="subTitle"/>
          </p:nvPr>
        </p:nvSpPr>
        <p:spPr>
          <a:xfrm>
            <a:off x="5764775" y="3653375"/>
            <a:ext cx="2902200" cy="619800"/>
          </a:xfrm>
          <a:prstGeom prst="rect">
            <a:avLst/>
          </a:prstGeom>
        </p:spPr>
        <p:txBody>
          <a:bodyPr anchorCtr="0" anchor="t" bIns="0" lIns="0" spcFirstLastPara="1" rIns="0" wrap="square" tIns="0">
            <a:spAutoFit/>
          </a:bodyPr>
          <a:lstStyle>
            <a:lvl1pPr lvl="0">
              <a:spcBef>
                <a:spcPts val="0"/>
              </a:spcBef>
              <a:spcAft>
                <a:spcPts val="0"/>
              </a:spcAft>
              <a:buClr>
                <a:schemeClr val="accent2"/>
              </a:buClr>
              <a:buSzPts val="1200"/>
              <a:buFont typeface="Space Grotesk"/>
              <a:buNone/>
              <a:defRPr sz="1200">
                <a:solidFill>
                  <a:schemeClr val="accent2"/>
                </a:solidFill>
              </a:defRPr>
            </a:lvl1pPr>
            <a:lvl2pPr lvl="1">
              <a:spcBef>
                <a:spcPts val="0"/>
              </a:spcBef>
              <a:spcAft>
                <a:spcPts val="0"/>
              </a:spcAft>
              <a:buClr>
                <a:schemeClr val="accent2"/>
              </a:buClr>
              <a:buSzPts val="1200"/>
              <a:buFont typeface="Space Grotesk"/>
              <a:buNone/>
              <a:defRPr sz="1200">
                <a:solidFill>
                  <a:schemeClr val="accent2"/>
                </a:solidFill>
              </a:defRPr>
            </a:lvl2pPr>
            <a:lvl3pPr lvl="2">
              <a:spcBef>
                <a:spcPts val="0"/>
              </a:spcBef>
              <a:spcAft>
                <a:spcPts val="0"/>
              </a:spcAft>
              <a:buClr>
                <a:schemeClr val="accent2"/>
              </a:buClr>
              <a:buSzPts val="1200"/>
              <a:buFont typeface="Space Grotesk"/>
              <a:buNone/>
              <a:defRPr sz="1200">
                <a:solidFill>
                  <a:schemeClr val="accent2"/>
                </a:solidFill>
              </a:defRPr>
            </a:lvl3pPr>
            <a:lvl4pPr lvl="3">
              <a:spcBef>
                <a:spcPts val="0"/>
              </a:spcBef>
              <a:spcAft>
                <a:spcPts val="0"/>
              </a:spcAft>
              <a:buClr>
                <a:schemeClr val="accent2"/>
              </a:buClr>
              <a:buSzPts val="1200"/>
              <a:buFont typeface="Space Grotesk"/>
              <a:buNone/>
              <a:defRPr sz="1200">
                <a:solidFill>
                  <a:schemeClr val="accent2"/>
                </a:solidFill>
              </a:defRPr>
            </a:lvl4pPr>
            <a:lvl5pPr lvl="4">
              <a:spcBef>
                <a:spcPts val="0"/>
              </a:spcBef>
              <a:spcAft>
                <a:spcPts val="0"/>
              </a:spcAft>
              <a:buClr>
                <a:schemeClr val="accent2"/>
              </a:buClr>
              <a:buSzPts val="1200"/>
              <a:buFont typeface="Space Grotesk"/>
              <a:buNone/>
              <a:defRPr sz="1200">
                <a:solidFill>
                  <a:schemeClr val="accent2"/>
                </a:solidFill>
              </a:defRPr>
            </a:lvl5pPr>
            <a:lvl6pPr lvl="5">
              <a:spcBef>
                <a:spcPts val="0"/>
              </a:spcBef>
              <a:spcAft>
                <a:spcPts val="0"/>
              </a:spcAft>
              <a:buClr>
                <a:schemeClr val="accent2"/>
              </a:buClr>
              <a:buSzPts val="1200"/>
              <a:buFont typeface="Space Grotesk"/>
              <a:buNone/>
              <a:defRPr sz="1200">
                <a:solidFill>
                  <a:schemeClr val="accent2"/>
                </a:solidFill>
              </a:defRPr>
            </a:lvl6pPr>
            <a:lvl7pPr lvl="6">
              <a:spcBef>
                <a:spcPts val="0"/>
              </a:spcBef>
              <a:spcAft>
                <a:spcPts val="0"/>
              </a:spcAft>
              <a:buClr>
                <a:schemeClr val="accent2"/>
              </a:buClr>
              <a:buSzPts val="1200"/>
              <a:buFont typeface="Space Grotesk"/>
              <a:buNone/>
              <a:defRPr sz="1200">
                <a:solidFill>
                  <a:schemeClr val="accent2"/>
                </a:solidFill>
              </a:defRPr>
            </a:lvl7pPr>
            <a:lvl8pPr lvl="7">
              <a:spcBef>
                <a:spcPts val="0"/>
              </a:spcBef>
              <a:spcAft>
                <a:spcPts val="0"/>
              </a:spcAft>
              <a:buClr>
                <a:schemeClr val="accent2"/>
              </a:buClr>
              <a:buSzPts val="1200"/>
              <a:buFont typeface="Space Grotesk"/>
              <a:buNone/>
              <a:defRPr sz="1200">
                <a:solidFill>
                  <a:schemeClr val="accent2"/>
                </a:solidFill>
              </a:defRPr>
            </a:lvl8pPr>
            <a:lvl9pPr lvl="8">
              <a:spcBef>
                <a:spcPts val="0"/>
              </a:spcBef>
              <a:spcAft>
                <a:spcPts val="0"/>
              </a:spcAft>
              <a:buClr>
                <a:schemeClr val="accent2"/>
              </a:buClr>
              <a:buSzPts val="1200"/>
              <a:buFont typeface="Space Grotesk"/>
              <a:buNone/>
              <a:defRPr sz="1200">
                <a:solidFill>
                  <a:schemeClr val="accent2"/>
                </a:solidFill>
              </a:defRPr>
            </a:lvl9pPr>
          </a:lstStyle>
          <a:p/>
        </p:txBody>
      </p:sp>
      <p:sp>
        <p:nvSpPr>
          <p:cNvPr id="180" name="Google Shape;180;p26"/>
          <p:cNvSpPr txBox="1"/>
          <p:nvPr>
            <p:ph idx="8" type="subTitle"/>
          </p:nvPr>
        </p:nvSpPr>
        <p:spPr>
          <a:xfrm>
            <a:off x="5773525" y="4491500"/>
            <a:ext cx="2902200" cy="209700"/>
          </a:xfrm>
          <a:prstGeom prst="rect">
            <a:avLst/>
          </a:prstGeom>
        </p:spPr>
        <p:txBody>
          <a:bodyPr anchorCtr="0" anchor="t" bIns="0" lIns="0" spcFirstLastPara="1" rIns="0" wrap="square" tIns="0">
            <a:spAutoFit/>
          </a:bodyPr>
          <a:lstStyle>
            <a:lvl1pPr lvl="0">
              <a:spcBef>
                <a:spcPts val="0"/>
              </a:spcBef>
              <a:spcAft>
                <a:spcPts val="0"/>
              </a:spcAft>
              <a:buClr>
                <a:schemeClr val="accent2"/>
              </a:buClr>
              <a:buSzPts val="1000"/>
              <a:buFont typeface="Space Grotesk"/>
              <a:buNone/>
              <a:defRPr sz="1000">
                <a:solidFill>
                  <a:schemeClr val="accent2"/>
                </a:solidFill>
              </a:defRPr>
            </a:lvl1pPr>
            <a:lvl2pPr lvl="1">
              <a:spcBef>
                <a:spcPts val="0"/>
              </a:spcBef>
              <a:spcAft>
                <a:spcPts val="0"/>
              </a:spcAft>
              <a:buClr>
                <a:schemeClr val="accent2"/>
              </a:buClr>
              <a:buSzPts val="1000"/>
              <a:buFont typeface="Space Grotesk"/>
              <a:buNone/>
              <a:defRPr sz="1000">
                <a:solidFill>
                  <a:schemeClr val="accent2"/>
                </a:solidFill>
              </a:defRPr>
            </a:lvl2pPr>
            <a:lvl3pPr lvl="2">
              <a:spcBef>
                <a:spcPts val="0"/>
              </a:spcBef>
              <a:spcAft>
                <a:spcPts val="0"/>
              </a:spcAft>
              <a:buClr>
                <a:schemeClr val="accent2"/>
              </a:buClr>
              <a:buSzPts val="1000"/>
              <a:buFont typeface="Space Grotesk"/>
              <a:buNone/>
              <a:defRPr sz="1000">
                <a:solidFill>
                  <a:schemeClr val="accent2"/>
                </a:solidFill>
              </a:defRPr>
            </a:lvl3pPr>
            <a:lvl4pPr lvl="3">
              <a:spcBef>
                <a:spcPts val="0"/>
              </a:spcBef>
              <a:spcAft>
                <a:spcPts val="0"/>
              </a:spcAft>
              <a:buClr>
                <a:schemeClr val="accent2"/>
              </a:buClr>
              <a:buSzPts val="1000"/>
              <a:buFont typeface="Space Grotesk"/>
              <a:buNone/>
              <a:defRPr sz="1000">
                <a:solidFill>
                  <a:schemeClr val="accent2"/>
                </a:solidFill>
              </a:defRPr>
            </a:lvl4pPr>
            <a:lvl5pPr lvl="4">
              <a:spcBef>
                <a:spcPts val="0"/>
              </a:spcBef>
              <a:spcAft>
                <a:spcPts val="0"/>
              </a:spcAft>
              <a:buClr>
                <a:schemeClr val="accent2"/>
              </a:buClr>
              <a:buSzPts val="1000"/>
              <a:buFont typeface="Space Grotesk"/>
              <a:buNone/>
              <a:defRPr sz="1000">
                <a:solidFill>
                  <a:schemeClr val="accent2"/>
                </a:solidFill>
              </a:defRPr>
            </a:lvl5pPr>
            <a:lvl6pPr lvl="5">
              <a:spcBef>
                <a:spcPts val="0"/>
              </a:spcBef>
              <a:spcAft>
                <a:spcPts val="0"/>
              </a:spcAft>
              <a:buClr>
                <a:schemeClr val="accent2"/>
              </a:buClr>
              <a:buSzPts val="1000"/>
              <a:buFont typeface="Space Grotesk"/>
              <a:buNone/>
              <a:defRPr sz="1000">
                <a:solidFill>
                  <a:schemeClr val="accent2"/>
                </a:solidFill>
              </a:defRPr>
            </a:lvl6pPr>
            <a:lvl7pPr lvl="6">
              <a:spcBef>
                <a:spcPts val="0"/>
              </a:spcBef>
              <a:spcAft>
                <a:spcPts val="0"/>
              </a:spcAft>
              <a:buClr>
                <a:schemeClr val="accent2"/>
              </a:buClr>
              <a:buSzPts val="1000"/>
              <a:buFont typeface="Space Grotesk"/>
              <a:buNone/>
              <a:defRPr sz="1000">
                <a:solidFill>
                  <a:schemeClr val="accent2"/>
                </a:solidFill>
              </a:defRPr>
            </a:lvl7pPr>
            <a:lvl8pPr lvl="7">
              <a:spcBef>
                <a:spcPts val="0"/>
              </a:spcBef>
              <a:spcAft>
                <a:spcPts val="0"/>
              </a:spcAft>
              <a:buClr>
                <a:schemeClr val="accent2"/>
              </a:buClr>
              <a:buSzPts val="1000"/>
              <a:buFont typeface="Space Grotesk"/>
              <a:buNone/>
              <a:defRPr sz="1000">
                <a:solidFill>
                  <a:schemeClr val="accent2"/>
                </a:solidFill>
              </a:defRPr>
            </a:lvl8pPr>
            <a:lvl9pPr lvl="8">
              <a:spcBef>
                <a:spcPts val="0"/>
              </a:spcBef>
              <a:spcAft>
                <a:spcPts val="0"/>
              </a:spcAft>
              <a:buClr>
                <a:schemeClr val="accent2"/>
              </a:buClr>
              <a:buSzPts val="1000"/>
              <a:buFont typeface="Space Grotesk"/>
              <a:buNone/>
              <a:defRPr sz="1000">
                <a:solidFill>
                  <a:schemeClr val="accent2"/>
                </a:solidFill>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BLANK_1_1_1_1_1_1">
    <p:bg>
      <p:bgPr>
        <a:gradFill>
          <a:gsLst>
            <a:gs pos="0">
              <a:schemeClr val="accent4"/>
            </a:gs>
            <a:gs pos="100000">
              <a:schemeClr val="dk1"/>
            </a:gs>
          </a:gsLst>
          <a:lin ang="16200038" scaled="0"/>
        </a:gradFill>
      </p:bgPr>
    </p:bg>
    <p:spTree>
      <p:nvGrpSpPr>
        <p:cNvPr id="181" name="Shape 181"/>
        <p:cNvGrpSpPr/>
        <p:nvPr/>
      </p:nvGrpSpPr>
      <p:grpSpPr>
        <a:xfrm>
          <a:off x="0" y="0"/>
          <a:ext cx="0" cy="0"/>
          <a:chOff x="0" y="0"/>
          <a:chExt cx="0" cy="0"/>
        </a:xfrm>
      </p:grpSpPr>
      <p:sp>
        <p:nvSpPr>
          <p:cNvPr id="182" name="Google Shape;182;p27"/>
          <p:cNvSpPr/>
          <p:nvPr/>
        </p:nvSpPr>
        <p:spPr>
          <a:xfrm rot="10800000">
            <a:off x="-533850" y="726875"/>
            <a:ext cx="5915100" cy="5915100"/>
          </a:xfrm>
          <a:prstGeom prst="ellipse">
            <a:avLst/>
          </a:prstGeom>
          <a:gradFill>
            <a:gsLst>
              <a:gs pos="0">
                <a:schemeClr val="accent4"/>
              </a:gs>
              <a:gs pos="100000">
                <a:schemeClr val="dk1"/>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83" name="Google Shape;183;p27"/>
          <p:cNvSpPr/>
          <p:nvPr/>
        </p:nvSpPr>
        <p:spPr>
          <a:xfrm>
            <a:off x="3370825" y="-960900"/>
            <a:ext cx="2762400" cy="2762400"/>
          </a:xfrm>
          <a:prstGeom prst="ellipse">
            <a:avLst/>
          </a:prstGeom>
          <a:gradFill>
            <a:gsLst>
              <a:gs pos="0">
                <a:schemeClr val="accent4"/>
              </a:gs>
              <a:gs pos="100000">
                <a:schemeClr val="dk1"/>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84" name="Google Shape;184;p27"/>
          <p:cNvSpPr/>
          <p:nvPr/>
        </p:nvSpPr>
        <p:spPr>
          <a:xfrm>
            <a:off x="7959600" y="2651706"/>
            <a:ext cx="1184400" cy="1184400"/>
          </a:xfrm>
          <a:prstGeom prst="ellipse">
            <a:avLst/>
          </a:prstGeom>
          <a:gradFill>
            <a:gsLst>
              <a:gs pos="0">
                <a:schemeClr val="accent4"/>
              </a:gs>
              <a:gs pos="100000">
                <a:schemeClr val="dk1"/>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85" name="Google Shape;185;p27"/>
          <p:cNvSpPr/>
          <p:nvPr/>
        </p:nvSpPr>
        <p:spPr>
          <a:xfrm rot="5400000">
            <a:off x="8226006" y="4222931"/>
            <a:ext cx="24300" cy="1354500"/>
          </a:xfrm>
          <a:prstGeom prst="rect">
            <a:avLst/>
          </a:prstGeom>
          <a:gradFill>
            <a:gsLst>
              <a:gs pos="0">
                <a:schemeClr val="accent2"/>
              </a:gs>
              <a:gs pos="100000">
                <a:schemeClr val="dk2"/>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86" name="Google Shape;186;p27"/>
          <p:cNvSpPr/>
          <p:nvPr/>
        </p:nvSpPr>
        <p:spPr>
          <a:xfrm flipH="1" rot="-5400000">
            <a:off x="5305483" y="4527881"/>
            <a:ext cx="24300" cy="744600"/>
          </a:xfrm>
          <a:prstGeom prst="rect">
            <a:avLst/>
          </a:prstGeom>
          <a:gradFill>
            <a:gsLst>
              <a:gs pos="0">
                <a:schemeClr val="accent2"/>
              </a:gs>
              <a:gs pos="100000">
                <a:schemeClr val="dk2"/>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87" name="Google Shape;187;p27"/>
          <p:cNvSpPr/>
          <p:nvPr/>
        </p:nvSpPr>
        <p:spPr>
          <a:xfrm rot="5400000">
            <a:off x="6836506" y="4888031"/>
            <a:ext cx="24300" cy="24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88" name="Google Shape;188;p27"/>
          <p:cNvSpPr/>
          <p:nvPr/>
        </p:nvSpPr>
        <p:spPr>
          <a:xfrm rot="5400000">
            <a:off x="4231694" y="4888031"/>
            <a:ext cx="24300" cy="24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89" name="Google Shape;189;p27"/>
          <p:cNvSpPr/>
          <p:nvPr/>
        </p:nvSpPr>
        <p:spPr>
          <a:xfrm rot="5400000">
            <a:off x="6618644" y="4888031"/>
            <a:ext cx="24300" cy="24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90" name="Google Shape;190;p27"/>
          <p:cNvSpPr/>
          <p:nvPr/>
        </p:nvSpPr>
        <p:spPr>
          <a:xfrm rot="5400000">
            <a:off x="3164781" y="4222931"/>
            <a:ext cx="24300" cy="1354500"/>
          </a:xfrm>
          <a:prstGeom prst="rect">
            <a:avLst/>
          </a:prstGeom>
          <a:gradFill>
            <a:gsLst>
              <a:gs pos="0">
                <a:schemeClr val="accent2"/>
              </a:gs>
              <a:gs pos="100000">
                <a:schemeClr val="dk2"/>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91" name="Google Shape;191;p27"/>
          <p:cNvSpPr/>
          <p:nvPr/>
        </p:nvSpPr>
        <p:spPr>
          <a:xfrm flipH="1" rot="-5400000">
            <a:off x="531076" y="4586075"/>
            <a:ext cx="24300" cy="628200"/>
          </a:xfrm>
          <a:prstGeom prst="rect">
            <a:avLst/>
          </a:prstGeom>
          <a:gradFill>
            <a:gsLst>
              <a:gs pos="0">
                <a:schemeClr val="accent2"/>
              </a:gs>
              <a:gs pos="100000">
                <a:schemeClr val="dk2"/>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92" name="Google Shape;192;p27"/>
          <p:cNvSpPr/>
          <p:nvPr/>
        </p:nvSpPr>
        <p:spPr>
          <a:xfrm rot="5400000">
            <a:off x="6400806" y="4888031"/>
            <a:ext cx="24300" cy="24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93" name="Google Shape;193;p27"/>
          <p:cNvSpPr/>
          <p:nvPr/>
        </p:nvSpPr>
        <p:spPr>
          <a:xfrm rot="5400000">
            <a:off x="1557419" y="4888031"/>
            <a:ext cx="24300" cy="24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94" name="Google Shape;194;p27"/>
          <p:cNvSpPr txBox="1"/>
          <p:nvPr>
            <p:ph type="title"/>
          </p:nvPr>
        </p:nvSpPr>
        <p:spPr>
          <a:xfrm>
            <a:off x="977700" y="1410450"/>
            <a:ext cx="7188600" cy="2322600"/>
          </a:xfrm>
          <a:prstGeom prst="rect">
            <a:avLst/>
          </a:prstGeom>
        </p:spPr>
        <p:txBody>
          <a:bodyPr anchorCtr="0" anchor="ctr" bIns="0" lIns="0" spcFirstLastPara="1" rIns="0" wrap="square" tIns="0">
            <a:noAutofit/>
          </a:bodyPr>
          <a:lstStyle>
            <a:lvl1pPr lvl="0" algn="ctr">
              <a:spcBef>
                <a:spcPts val="0"/>
              </a:spcBef>
              <a:spcAft>
                <a:spcPts val="0"/>
              </a:spcAft>
              <a:buNone/>
              <a:defRPr>
                <a:latin typeface="Space Grotesk Light"/>
                <a:ea typeface="Space Grotesk Light"/>
                <a:cs typeface="Space Grotesk Light"/>
                <a:sym typeface="Space Grotesk Light"/>
              </a:defRPr>
            </a:lvl1pPr>
            <a:lvl2pPr lvl="1" algn="ctr">
              <a:spcBef>
                <a:spcPts val="0"/>
              </a:spcBef>
              <a:spcAft>
                <a:spcPts val="0"/>
              </a:spcAft>
              <a:buNone/>
              <a:defRPr>
                <a:latin typeface="Space Grotesk Light"/>
                <a:ea typeface="Space Grotesk Light"/>
                <a:cs typeface="Space Grotesk Light"/>
                <a:sym typeface="Space Grotesk Light"/>
              </a:defRPr>
            </a:lvl2pPr>
            <a:lvl3pPr lvl="2" algn="ctr">
              <a:spcBef>
                <a:spcPts val="0"/>
              </a:spcBef>
              <a:spcAft>
                <a:spcPts val="0"/>
              </a:spcAft>
              <a:buNone/>
              <a:defRPr>
                <a:latin typeface="Space Grotesk Light"/>
                <a:ea typeface="Space Grotesk Light"/>
                <a:cs typeface="Space Grotesk Light"/>
                <a:sym typeface="Space Grotesk Light"/>
              </a:defRPr>
            </a:lvl3pPr>
            <a:lvl4pPr lvl="3" algn="ctr">
              <a:spcBef>
                <a:spcPts val="0"/>
              </a:spcBef>
              <a:spcAft>
                <a:spcPts val="0"/>
              </a:spcAft>
              <a:buNone/>
              <a:defRPr>
                <a:latin typeface="Space Grotesk Light"/>
                <a:ea typeface="Space Grotesk Light"/>
                <a:cs typeface="Space Grotesk Light"/>
                <a:sym typeface="Space Grotesk Light"/>
              </a:defRPr>
            </a:lvl4pPr>
            <a:lvl5pPr lvl="4" algn="ctr">
              <a:spcBef>
                <a:spcPts val="0"/>
              </a:spcBef>
              <a:spcAft>
                <a:spcPts val="0"/>
              </a:spcAft>
              <a:buNone/>
              <a:defRPr>
                <a:latin typeface="Space Grotesk Light"/>
                <a:ea typeface="Space Grotesk Light"/>
                <a:cs typeface="Space Grotesk Light"/>
                <a:sym typeface="Space Grotesk Light"/>
              </a:defRPr>
            </a:lvl5pPr>
            <a:lvl6pPr lvl="5" algn="ctr">
              <a:spcBef>
                <a:spcPts val="0"/>
              </a:spcBef>
              <a:spcAft>
                <a:spcPts val="0"/>
              </a:spcAft>
              <a:buNone/>
              <a:defRPr>
                <a:latin typeface="Space Grotesk Light"/>
                <a:ea typeface="Space Grotesk Light"/>
                <a:cs typeface="Space Grotesk Light"/>
                <a:sym typeface="Space Grotesk Light"/>
              </a:defRPr>
            </a:lvl6pPr>
            <a:lvl7pPr lvl="6" algn="ctr">
              <a:spcBef>
                <a:spcPts val="0"/>
              </a:spcBef>
              <a:spcAft>
                <a:spcPts val="0"/>
              </a:spcAft>
              <a:buNone/>
              <a:defRPr>
                <a:latin typeface="Space Grotesk Light"/>
                <a:ea typeface="Space Grotesk Light"/>
                <a:cs typeface="Space Grotesk Light"/>
                <a:sym typeface="Space Grotesk Light"/>
              </a:defRPr>
            </a:lvl7pPr>
            <a:lvl8pPr lvl="7" algn="ctr">
              <a:spcBef>
                <a:spcPts val="0"/>
              </a:spcBef>
              <a:spcAft>
                <a:spcPts val="0"/>
              </a:spcAft>
              <a:buNone/>
              <a:defRPr>
                <a:latin typeface="Space Grotesk Light"/>
                <a:ea typeface="Space Grotesk Light"/>
                <a:cs typeface="Space Grotesk Light"/>
                <a:sym typeface="Space Grotesk Light"/>
              </a:defRPr>
            </a:lvl8pPr>
            <a:lvl9pPr lvl="8" algn="ctr">
              <a:spcBef>
                <a:spcPts val="0"/>
              </a:spcBef>
              <a:spcAft>
                <a:spcPts val="0"/>
              </a:spcAft>
              <a:buNone/>
              <a:defRPr>
                <a:latin typeface="Space Grotesk Light"/>
                <a:ea typeface="Space Grotesk Light"/>
                <a:cs typeface="Space Grotesk Light"/>
                <a:sym typeface="Space Grotesk Light"/>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p:cSld name="BLANK_1_1_1_1_1_1_1">
    <p:spTree>
      <p:nvGrpSpPr>
        <p:cNvPr id="195" name="Shape 195"/>
        <p:cNvGrpSpPr/>
        <p:nvPr/>
      </p:nvGrpSpPr>
      <p:grpSpPr>
        <a:xfrm>
          <a:off x="0" y="0"/>
          <a:ext cx="0" cy="0"/>
          <a:chOff x="0" y="0"/>
          <a:chExt cx="0" cy="0"/>
        </a:xfrm>
      </p:grpSpPr>
      <p:sp>
        <p:nvSpPr>
          <p:cNvPr id="196" name="Google Shape;196;p28"/>
          <p:cNvSpPr/>
          <p:nvPr/>
        </p:nvSpPr>
        <p:spPr>
          <a:xfrm rot="-8920466">
            <a:off x="2599338" y="503023"/>
            <a:ext cx="5915173" cy="5915173"/>
          </a:xfrm>
          <a:prstGeom prst="ellipse">
            <a:avLst/>
          </a:prstGeom>
          <a:gradFill>
            <a:gsLst>
              <a:gs pos="0">
                <a:schemeClr val="accent4"/>
              </a:gs>
              <a:gs pos="100000">
                <a:schemeClr val="dk1"/>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197" name="Google Shape;197;p28"/>
          <p:cNvSpPr txBox="1"/>
          <p:nvPr>
            <p:ph idx="1" type="subTitle"/>
          </p:nvPr>
        </p:nvSpPr>
        <p:spPr>
          <a:xfrm>
            <a:off x="3237075" y="4074650"/>
            <a:ext cx="2669700" cy="369300"/>
          </a:xfrm>
          <a:prstGeom prst="rect">
            <a:avLst/>
          </a:prstGeom>
        </p:spPr>
        <p:txBody>
          <a:bodyPr anchorCtr="0" anchor="ctr" bIns="0" lIns="0" spcFirstLastPara="1" rIns="0" wrap="square" tIns="0">
            <a:noAutofit/>
          </a:bodyPr>
          <a:lstStyle>
            <a:lvl1pPr lvl="0" algn="ctr">
              <a:spcBef>
                <a:spcPts val="0"/>
              </a:spcBef>
              <a:spcAft>
                <a:spcPts val="0"/>
              </a:spcAft>
              <a:buClr>
                <a:schemeClr val="accent2"/>
              </a:buClr>
              <a:buSzPts val="1800"/>
              <a:buFont typeface="Roboto"/>
              <a:buNone/>
              <a:defRPr>
                <a:solidFill>
                  <a:schemeClr val="accent2"/>
                </a:solidFill>
                <a:latin typeface="Roboto"/>
                <a:ea typeface="Roboto"/>
                <a:cs typeface="Roboto"/>
                <a:sym typeface="Roboto"/>
              </a:defRPr>
            </a:lvl1pPr>
            <a:lvl2pPr lvl="1" algn="ctr">
              <a:spcBef>
                <a:spcPts val="0"/>
              </a:spcBef>
              <a:spcAft>
                <a:spcPts val="0"/>
              </a:spcAft>
              <a:buClr>
                <a:schemeClr val="accent2"/>
              </a:buClr>
              <a:buSzPts val="1800"/>
              <a:buFont typeface="Roboto"/>
              <a:buNone/>
              <a:defRPr>
                <a:solidFill>
                  <a:schemeClr val="accent2"/>
                </a:solidFill>
                <a:latin typeface="Roboto"/>
                <a:ea typeface="Roboto"/>
                <a:cs typeface="Roboto"/>
                <a:sym typeface="Roboto"/>
              </a:defRPr>
            </a:lvl2pPr>
            <a:lvl3pPr lvl="2" algn="ctr">
              <a:spcBef>
                <a:spcPts val="0"/>
              </a:spcBef>
              <a:spcAft>
                <a:spcPts val="0"/>
              </a:spcAft>
              <a:buClr>
                <a:schemeClr val="accent2"/>
              </a:buClr>
              <a:buSzPts val="1800"/>
              <a:buFont typeface="Roboto"/>
              <a:buNone/>
              <a:defRPr>
                <a:solidFill>
                  <a:schemeClr val="accent2"/>
                </a:solidFill>
                <a:latin typeface="Roboto"/>
                <a:ea typeface="Roboto"/>
                <a:cs typeface="Roboto"/>
                <a:sym typeface="Roboto"/>
              </a:defRPr>
            </a:lvl3pPr>
            <a:lvl4pPr lvl="3" algn="ctr">
              <a:spcBef>
                <a:spcPts val="0"/>
              </a:spcBef>
              <a:spcAft>
                <a:spcPts val="0"/>
              </a:spcAft>
              <a:buClr>
                <a:schemeClr val="accent2"/>
              </a:buClr>
              <a:buSzPts val="1800"/>
              <a:buFont typeface="Roboto"/>
              <a:buNone/>
              <a:defRPr>
                <a:solidFill>
                  <a:schemeClr val="accent2"/>
                </a:solidFill>
                <a:latin typeface="Roboto"/>
                <a:ea typeface="Roboto"/>
                <a:cs typeface="Roboto"/>
                <a:sym typeface="Roboto"/>
              </a:defRPr>
            </a:lvl4pPr>
            <a:lvl5pPr lvl="4" algn="ctr">
              <a:spcBef>
                <a:spcPts val="0"/>
              </a:spcBef>
              <a:spcAft>
                <a:spcPts val="0"/>
              </a:spcAft>
              <a:buClr>
                <a:schemeClr val="accent2"/>
              </a:buClr>
              <a:buSzPts val="1800"/>
              <a:buFont typeface="Roboto"/>
              <a:buNone/>
              <a:defRPr>
                <a:solidFill>
                  <a:schemeClr val="accent2"/>
                </a:solidFill>
                <a:latin typeface="Roboto"/>
                <a:ea typeface="Roboto"/>
                <a:cs typeface="Roboto"/>
                <a:sym typeface="Roboto"/>
              </a:defRPr>
            </a:lvl5pPr>
            <a:lvl6pPr lvl="5" algn="ctr">
              <a:spcBef>
                <a:spcPts val="0"/>
              </a:spcBef>
              <a:spcAft>
                <a:spcPts val="0"/>
              </a:spcAft>
              <a:buClr>
                <a:schemeClr val="accent2"/>
              </a:buClr>
              <a:buSzPts val="1800"/>
              <a:buFont typeface="Roboto"/>
              <a:buNone/>
              <a:defRPr>
                <a:solidFill>
                  <a:schemeClr val="accent2"/>
                </a:solidFill>
                <a:latin typeface="Roboto"/>
                <a:ea typeface="Roboto"/>
                <a:cs typeface="Roboto"/>
                <a:sym typeface="Roboto"/>
              </a:defRPr>
            </a:lvl6pPr>
            <a:lvl7pPr lvl="6" algn="ctr">
              <a:spcBef>
                <a:spcPts val="0"/>
              </a:spcBef>
              <a:spcAft>
                <a:spcPts val="0"/>
              </a:spcAft>
              <a:buClr>
                <a:schemeClr val="accent2"/>
              </a:buClr>
              <a:buSzPts val="1800"/>
              <a:buFont typeface="Roboto"/>
              <a:buNone/>
              <a:defRPr>
                <a:solidFill>
                  <a:schemeClr val="accent2"/>
                </a:solidFill>
                <a:latin typeface="Roboto"/>
                <a:ea typeface="Roboto"/>
                <a:cs typeface="Roboto"/>
                <a:sym typeface="Roboto"/>
              </a:defRPr>
            </a:lvl7pPr>
            <a:lvl8pPr lvl="7" algn="ctr">
              <a:spcBef>
                <a:spcPts val="0"/>
              </a:spcBef>
              <a:spcAft>
                <a:spcPts val="0"/>
              </a:spcAft>
              <a:buClr>
                <a:schemeClr val="accent2"/>
              </a:buClr>
              <a:buSzPts val="1800"/>
              <a:buFont typeface="Roboto"/>
              <a:buNone/>
              <a:defRPr>
                <a:solidFill>
                  <a:schemeClr val="accent2"/>
                </a:solidFill>
                <a:latin typeface="Roboto"/>
                <a:ea typeface="Roboto"/>
                <a:cs typeface="Roboto"/>
                <a:sym typeface="Roboto"/>
              </a:defRPr>
            </a:lvl8pPr>
            <a:lvl9pPr lvl="8" algn="ctr">
              <a:spcBef>
                <a:spcPts val="0"/>
              </a:spcBef>
              <a:spcAft>
                <a:spcPts val="0"/>
              </a:spcAft>
              <a:buClr>
                <a:schemeClr val="accent2"/>
              </a:buClr>
              <a:buSzPts val="1800"/>
              <a:buFont typeface="Roboto"/>
              <a:buNone/>
              <a:defRPr>
                <a:solidFill>
                  <a:schemeClr val="accent2"/>
                </a:solidFill>
                <a:latin typeface="Roboto"/>
                <a:ea typeface="Roboto"/>
                <a:cs typeface="Roboto"/>
                <a:sym typeface="Roboto"/>
              </a:defRPr>
            </a:lvl9pPr>
          </a:lstStyle>
          <a:p/>
        </p:txBody>
      </p:sp>
      <p:sp>
        <p:nvSpPr>
          <p:cNvPr id="198" name="Google Shape;198;p28"/>
          <p:cNvSpPr/>
          <p:nvPr/>
        </p:nvSpPr>
        <p:spPr>
          <a:xfrm rot="-8920806">
            <a:off x="581601" y="399117"/>
            <a:ext cx="1887207" cy="1887207"/>
          </a:xfrm>
          <a:prstGeom prst="ellipse">
            <a:avLst/>
          </a:prstGeom>
          <a:gradFill>
            <a:gsLst>
              <a:gs pos="0">
                <a:schemeClr val="accent4"/>
              </a:gs>
              <a:gs pos="100000">
                <a:schemeClr val="dk1"/>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199" name="Google Shape;199;p28"/>
          <p:cNvSpPr txBox="1"/>
          <p:nvPr>
            <p:ph type="title"/>
          </p:nvPr>
        </p:nvSpPr>
        <p:spPr>
          <a:xfrm>
            <a:off x="1174800" y="1562850"/>
            <a:ext cx="6794400" cy="2322600"/>
          </a:xfrm>
          <a:prstGeom prst="rect">
            <a:avLst/>
          </a:prstGeom>
        </p:spPr>
        <p:txBody>
          <a:bodyPr anchorCtr="0" anchor="ctr" bIns="0" lIns="0" spcFirstLastPara="1" rIns="0" wrap="square" tIns="0">
            <a:noAutofit/>
          </a:bodyPr>
          <a:lstStyle>
            <a:lvl1pPr lvl="0" algn="ctr">
              <a:spcBef>
                <a:spcPts val="0"/>
              </a:spcBef>
              <a:spcAft>
                <a:spcPts val="0"/>
              </a:spcAft>
              <a:buNone/>
              <a:defRPr sz="3400">
                <a:latin typeface="Space Grotesk Light"/>
                <a:ea typeface="Space Grotesk Light"/>
                <a:cs typeface="Space Grotesk Light"/>
                <a:sym typeface="Space Grotesk Light"/>
              </a:defRPr>
            </a:lvl1pPr>
            <a:lvl2pPr lvl="1" algn="ctr">
              <a:spcBef>
                <a:spcPts val="0"/>
              </a:spcBef>
              <a:spcAft>
                <a:spcPts val="0"/>
              </a:spcAft>
              <a:buNone/>
              <a:defRPr sz="3400">
                <a:latin typeface="Space Grotesk Light"/>
                <a:ea typeface="Space Grotesk Light"/>
                <a:cs typeface="Space Grotesk Light"/>
                <a:sym typeface="Space Grotesk Light"/>
              </a:defRPr>
            </a:lvl2pPr>
            <a:lvl3pPr lvl="2" algn="ctr">
              <a:spcBef>
                <a:spcPts val="0"/>
              </a:spcBef>
              <a:spcAft>
                <a:spcPts val="0"/>
              </a:spcAft>
              <a:buNone/>
              <a:defRPr sz="3400">
                <a:latin typeface="Space Grotesk Light"/>
                <a:ea typeface="Space Grotesk Light"/>
                <a:cs typeface="Space Grotesk Light"/>
                <a:sym typeface="Space Grotesk Light"/>
              </a:defRPr>
            </a:lvl3pPr>
            <a:lvl4pPr lvl="3" algn="ctr">
              <a:spcBef>
                <a:spcPts val="0"/>
              </a:spcBef>
              <a:spcAft>
                <a:spcPts val="0"/>
              </a:spcAft>
              <a:buNone/>
              <a:defRPr sz="3400">
                <a:latin typeface="Space Grotesk Light"/>
                <a:ea typeface="Space Grotesk Light"/>
                <a:cs typeface="Space Grotesk Light"/>
                <a:sym typeface="Space Grotesk Light"/>
              </a:defRPr>
            </a:lvl4pPr>
            <a:lvl5pPr lvl="4" algn="ctr">
              <a:spcBef>
                <a:spcPts val="0"/>
              </a:spcBef>
              <a:spcAft>
                <a:spcPts val="0"/>
              </a:spcAft>
              <a:buNone/>
              <a:defRPr sz="3400">
                <a:latin typeface="Space Grotesk Light"/>
                <a:ea typeface="Space Grotesk Light"/>
                <a:cs typeface="Space Grotesk Light"/>
                <a:sym typeface="Space Grotesk Light"/>
              </a:defRPr>
            </a:lvl5pPr>
            <a:lvl6pPr lvl="5" algn="ctr">
              <a:spcBef>
                <a:spcPts val="0"/>
              </a:spcBef>
              <a:spcAft>
                <a:spcPts val="0"/>
              </a:spcAft>
              <a:buNone/>
              <a:defRPr sz="3400">
                <a:latin typeface="Space Grotesk Light"/>
                <a:ea typeface="Space Grotesk Light"/>
                <a:cs typeface="Space Grotesk Light"/>
                <a:sym typeface="Space Grotesk Light"/>
              </a:defRPr>
            </a:lvl6pPr>
            <a:lvl7pPr lvl="6" algn="ctr">
              <a:spcBef>
                <a:spcPts val="0"/>
              </a:spcBef>
              <a:spcAft>
                <a:spcPts val="0"/>
              </a:spcAft>
              <a:buNone/>
              <a:defRPr sz="3400">
                <a:latin typeface="Space Grotesk Light"/>
                <a:ea typeface="Space Grotesk Light"/>
                <a:cs typeface="Space Grotesk Light"/>
                <a:sym typeface="Space Grotesk Light"/>
              </a:defRPr>
            </a:lvl7pPr>
            <a:lvl8pPr lvl="7" algn="ctr">
              <a:spcBef>
                <a:spcPts val="0"/>
              </a:spcBef>
              <a:spcAft>
                <a:spcPts val="0"/>
              </a:spcAft>
              <a:buNone/>
              <a:defRPr sz="3400">
                <a:latin typeface="Space Grotesk Light"/>
                <a:ea typeface="Space Grotesk Light"/>
                <a:cs typeface="Space Grotesk Light"/>
                <a:sym typeface="Space Grotesk Light"/>
              </a:defRPr>
            </a:lvl8pPr>
            <a:lvl9pPr lvl="8" algn="ctr">
              <a:spcBef>
                <a:spcPts val="0"/>
              </a:spcBef>
              <a:spcAft>
                <a:spcPts val="0"/>
              </a:spcAft>
              <a:buNone/>
              <a:defRPr sz="3400">
                <a:latin typeface="Space Grotesk Light"/>
                <a:ea typeface="Space Grotesk Light"/>
                <a:cs typeface="Space Grotesk Light"/>
                <a:sym typeface="Space Grotesk Light"/>
              </a:defRPr>
            </a:lvl9pPr>
          </a:lstStyle>
          <a:p/>
        </p:txBody>
      </p:sp>
      <p:sp>
        <p:nvSpPr>
          <p:cNvPr id="200" name="Google Shape;200;p28"/>
          <p:cNvSpPr/>
          <p:nvPr/>
        </p:nvSpPr>
        <p:spPr>
          <a:xfrm>
            <a:off x="8891100" y="228600"/>
            <a:ext cx="24300" cy="24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01" name="Google Shape;201;p28"/>
          <p:cNvSpPr/>
          <p:nvPr/>
        </p:nvSpPr>
        <p:spPr>
          <a:xfrm>
            <a:off x="8891100" y="446463"/>
            <a:ext cx="24300" cy="24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02" name="Google Shape;202;p28"/>
          <p:cNvSpPr/>
          <p:nvPr/>
        </p:nvSpPr>
        <p:spPr>
          <a:xfrm rot="5400000">
            <a:off x="8673244" y="228631"/>
            <a:ext cx="24300" cy="24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03" name="Google Shape;203;p28"/>
          <p:cNvSpPr/>
          <p:nvPr/>
        </p:nvSpPr>
        <p:spPr>
          <a:xfrm rot="-5400000">
            <a:off x="228591" y="228603"/>
            <a:ext cx="24300" cy="24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04" name="Google Shape;204;p28"/>
          <p:cNvSpPr/>
          <p:nvPr/>
        </p:nvSpPr>
        <p:spPr>
          <a:xfrm rot="-5400000">
            <a:off x="446453" y="228603"/>
            <a:ext cx="24300" cy="24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05" name="Google Shape;205;p28"/>
          <p:cNvSpPr/>
          <p:nvPr/>
        </p:nvSpPr>
        <p:spPr>
          <a:xfrm>
            <a:off x="228622" y="446459"/>
            <a:ext cx="24300" cy="24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06" name="Google Shape;206;p28"/>
          <p:cNvSpPr/>
          <p:nvPr/>
        </p:nvSpPr>
        <p:spPr>
          <a:xfrm rot="10800000">
            <a:off x="228591" y="4888025"/>
            <a:ext cx="24300" cy="24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07" name="Google Shape;207;p28"/>
          <p:cNvSpPr/>
          <p:nvPr/>
        </p:nvSpPr>
        <p:spPr>
          <a:xfrm rot="10800000">
            <a:off x="228591" y="4670163"/>
            <a:ext cx="24300" cy="24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08" name="Google Shape;208;p28"/>
          <p:cNvSpPr/>
          <p:nvPr/>
        </p:nvSpPr>
        <p:spPr>
          <a:xfrm rot="-5400000">
            <a:off x="446447" y="4887994"/>
            <a:ext cx="24300" cy="24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09" name="Google Shape;209;p28"/>
          <p:cNvSpPr/>
          <p:nvPr/>
        </p:nvSpPr>
        <p:spPr>
          <a:xfrm rot="5400000">
            <a:off x="8891100" y="4888022"/>
            <a:ext cx="24300" cy="24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10" name="Google Shape;210;p28"/>
          <p:cNvSpPr/>
          <p:nvPr/>
        </p:nvSpPr>
        <p:spPr>
          <a:xfrm rot="5400000">
            <a:off x="8673238" y="4888022"/>
            <a:ext cx="24300" cy="24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11" name="Google Shape;211;p28"/>
          <p:cNvSpPr/>
          <p:nvPr/>
        </p:nvSpPr>
        <p:spPr>
          <a:xfrm rot="10800000">
            <a:off x="8891069" y="4670166"/>
            <a:ext cx="24300" cy="24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12" name="Google Shape;212;p28"/>
          <p:cNvSpPr txBox="1"/>
          <p:nvPr>
            <p:ph idx="2" type="subTitle"/>
          </p:nvPr>
        </p:nvSpPr>
        <p:spPr>
          <a:xfrm>
            <a:off x="3237075" y="4300975"/>
            <a:ext cx="2669700" cy="3693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1000"/>
              <a:buFont typeface="Roboto"/>
              <a:buNone/>
              <a:defRPr sz="1000">
                <a:latin typeface="Roboto"/>
                <a:ea typeface="Roboto"/>
                <a:cs typeface="Roboto"/>
                <a:sym typeface="Roboto"/>
              </a:defRPr>
            </a:lvl1pPr>
            <a:lvl2pPr lvl="1" algn="ctr">
              <a:spcBef>
                <a:spcPts val="0"/>
              </a:spcBef>
              <a:spcAft>
                <a:spcPts val="0"/>
              </a:spcAft>
              <a:buClr>
                <a:schemeClr val="lt1"/>
              </a:buClr>
              <a:buSzPts val="1000"/>
              <a:buFont typeface="Roboto"/>
              <a:buNone/>
              <a:defRPr sz="1000">
                <a:latin typeface="Roboto"/>
                <a:ea typeface="Roboto"/>
                <a:cs typeface="Roboto"/>
                <a:sym typeface="Roboto"/>
              </a:defRPr>
            </a:lvl2pPr>
            <a:lvl3pPr lvl="2" algn="ctr">
              <a:spcBef>
                <a:spcPts val="0"/>
              </a:spcBef>
              <a:spcAft>
                <a:spcPts val="0"/>
              </a:spcAft>
              <a:buClr>
                <a:schemeClr val="lt1"/>
              </a:buClr>
              <a:buSzPts val="1000"/>
              <a:buFont typeface="Roboto"/>
              <a:buNone/>
              <a:defRPr sz="1000">
                <a:latin typeface="Roboto"/>
                <a:ea typeface="Roboto"/>
                <a:cs typeface="Roboto"/>
                <a:sym typeface="Roboto"/>
              </a:defRPr>
            </a:lvl3pPr>
            <a:lvl4pPr lvl="3" algn="ctr">
              <a:spcBef>
                <a:spcPts val="0"/>
              </a:spcBef>
              <a:spcAft>
                <a:spcPts val="0"/>
              </a:spcAft>
              <a:buClr>
                <a:schemeClr val="lt1"/>
              </a:buClr>
              <a:buSzPts val="1000"/>
              <a:buFont typeface="Roboto"/>
              <a:buNone/>
              <a:defRPr sz="1000">
                <a:latin typeface="Roboto"/>
                <a:ea typeface="Roboto"/>
                <a:cs typeface="Roboto"/>
                <a:sym typeface="Roboto"/>
              </a:defRPr>
            </a:lvl4pPr>
            <a:lvl5pPr lvl="4" algn="ctr">
              <a:spcBef>
                <a:spcPts val="0"/>
              </a:spcBef>
              <a:spcAft>
                <a:spcPts val="0"/>
              </a:spcAft>
              <a:buClr>
                <a:schemeClr val="lt1"/>
              </a:buClr>
              <a:buSzPts val="1000"/>
              <a:buFont typeface="Roboto"/>
              <a:buNone/>
              <a:defRPr sz="1000">
                <a:latin typeface="Roboto"/>
                <a:ea typeface="Roboto"/>
                <a:cs typeface="Roboto"/>
                <a:sym typeface="Roboto"/>
              </a:defRPr>
            </a:lvl5pPr>
            <a:lvl6pPr lvl="5" algn="ctr">
              <a:spcBef>
                <a:spcPts val="0"/>
              </a:spcBef>
              <a:spcAft>
                <a:spcPts val="0"/>
              </a:spcAft>
              <a:buClr>
                <a:schemeClr val="lt1"/>
              </a:buClr>
              <a:buSzPts val="1000"/>
              <a:buFont typeface="Roboto"/>
              <a:buNone/>
              <a:defRPr sz="1000">
                <a:latin typeface="Roboto"/>
                <a:ea typeface="Roboto"/>
                <a:cs typeface="Roboto"/>
                <a:sym typeface="Roboto"/>
              </a:defRPr>
            </a:lvl6pPr>
            <a:lvl7pPr lvl="6" algn="ctr">
              <a:spcBef>
                <a:spcPts val="0"/>
              </a:spcBef>
              <a:spcAft>
                <a:spcPts val="0"/>
              </a:spcAft>
              <a:buClr>
                <a:schemeClr val="lt1"/>
              </a:buClr>
              <a:buSzPts val="1000"/>
              <a:buFont typeface="Roboto"/>
              <a:buNone/>
              <a:defRPr sz="1000">
                <a:latin typeface="Roboto"/>
                <a:ea typeface="Roboto"/>
                <a:cs typeface="Roboto"/>
                <a:sym typeface="Roboto"/>
              </a:defRPr>
            </a:lvl7pPr>
            <a:lvl8pPr lvl="7" algn="ctr">
              <a:spcBef>
                <a:spcPts val="0"/>
              </a:spcBef>
              <a:spcAft>
                <a:spcPts val="0"/>
              </a:spcAft>
              <a:buClr>
                <a:schemeClr val="lt1"/>
              </a:buClr>
              <a:buSzPts val="1000"/>
              <a:buFont typeface="Roboto"/>
              <a:buNone/>
              <a:defRPr sz="1000">
                <a:latin typeface="Roboto"/>
                <a:ea typeface="Roboto"/>
                <a:cs typeface="Roboto"/>
                <a:sym typeface="Roboto"/>
              </a:defRPr>
            </a:lvl8pPr>
            <a:lvl9pPr lvl="8" algn="ctr">
              <a:spcBef>
                <a:spcPts val="0"/>
              </a:spcBef>
              <a:spcAft>
                <a:spcPts val="0"/>
              </a:spcAft>
              <a:buClr>
                <a:schemeClr val="lt1"/>
              </a:buClr>
              <a:buSzPts val="1000"/>
              <a:buFont typeface="Roboto"/>
              <a:buNone/>
              <a:defRPr sz="1000">
                <a:latin typeface="Roboto"/>
                <a:ea typeface="Roboto"/>
                <a:cs typeface="Roboto"/>
                <a:sym typeface="Roboto"/>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p:cSld name="BLANK_1_1_1_1_1_1_1_1_1_1_2">
    <p:spTree>
      <p:nvGrpSpPr>
        <p:cNvPr id="213" name="Shape 213"/>
        <p:cNvGrpSpPr/>
        <p:nvPr/>
      </p:nvGrpSpPr>
      <p:grpSpPr>
        <a:xfrm>
          <a:off x="0" y="0"/>
          <a:ext cx="0" cy="0"/>
          <a:chOff x="0" y="0"/>
          <a:chExt cx="0" cy="0"/>
        </a:xfrm>
      </p:grpSpPr>
      <p:sp>
        <p:nvSpPr>
          <p:cNvPr id="214" name="Google Shape;214;p29"/>
          <p:cNvSpPr txBox="1"/>
          <p:nvPr>
            <p:ph idx="1" type="subTitle"/>
          </p:nvPr>
        </p:nvSpPr>
        <p:spPr>
          <a:xfrm>
            <a:off x="228600" y="2077513"/>
            <a:ext cx="256800" cy="1848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Space Grotesk"/>
              <a:buNone/>
              <a:defRPr sz="1200"/>
            </a:lvl1pPr>
            <a:lvl2pPr lvl="1">
              <a:spcBef>
                <a:spcPts val="0"/>
              </a:spcBef>
              <a:spcAft>
                <a:spcPts val="0"/>
              </a:spcAft>
              <a:buClr>
                <a:schemeClr val="lt1"/>
              </a:buClr>
              <a:buSzPts val="1200"/>
              <a:buFont typeface="Space Grotesk"/>
              <a:buNone/>
              <a:defRPr sz="1200"/>
            </a:lvl2pPr>
            <a:lvl3pPr lvl="2">
              <a:spcBef>
                <a:spcPts val="0"/>
              </a:spcBef>
              <a:spcAft>
                <a:spcPts val="0"/>
              </a:spcAft>
              <a:buClr>
                <a:schemeClr val="lt1"/>
              </a:buClr>
              <a:buSzPts val="1200"/>
              <a:buFont typeface="Space Grotesk"/>
              <a:buNone/>
              <a:defRPr sz="1200"/>
            </a:lvl3pPr>
            <a:lvl4pPr lvl="3">
              <a:spcBef>
                <a:spcPts val="0"/>
              </a:spcBef>
              <a:spcAft>
                <a:spcPts val="0"/>
              </a:spcAft>
              <a:buClr>
                <a:schemeClr val="lt1"/>
              </a:buClr>
              <a:buSzPts val="1200"/>
              <a:buFont typeface="Space Grotesk"/>
              <a:buNone/>
              <a:defRPr sz="1200"/>
            </a:lvl4pPr>
            <a:lvl5pPr lvl="4">
              <a:spcBef>
                <a:spcPts val="0"/>
              </a:spcBef>
              <a:spcAft>
                <a:spcPts val="0"/>
              </a:spcAft>
              <a:buClr>
                <a:schemeClr val="lt1"/>
              </a:buClr>
              <a:buSzPts val="1200"/>
              <a:buFont typeface="Space Grotesk"/>
              <a:buNone/>
              <a:defRPr sz="1200"/>
            </a:lvl5pPr>
            <a:lvl6pPr lvl="5">
              <a:spcBef>
                <a:spcPts val="0"/>
              </a:spcBef>
              <a:spcAft>
                <a:spcPts val="0"/>
              </a:spcAft>
              <a:buClr>
                <a:schemeClr val="lt1"/>
              </a:buClr>
              <a:buSzPts val="1200"/>
              <a:buFont typeface="Space Grotesk"/>
              <a:buNone/>
              <a:defRPr sz="1200"/>
            </a:lvl6pPr>
            <a:lvl7pPr lvl="6">
              <a:spcBef>
                <a:spcPts val="0"/>
              </a:spcBef>
              <a:spcAft>
                <a:spcPts val="0"/>
              </a:spcAft>
              <a:buClr>
                <a:schemeClr val="lt1"/>
              </a:buClr>
              <a:buSzPts val="1200"/>
              <a:buFont typeface="Space Grotesk"/>
              <a:buNone/>
              <a:defRPr sz="1200"/>
            </a:lvl7pPr>
            <a:lvl8pPr lvl="7">
              <a:spcBef>
                <a:spcPts val="0"/>
              </a:spcBef>
              <a:spcAft>
                <a:spcPts val="0"/>
              </a:spcAft>
              <a:buClr>
                <a:schemeClr val="lt1"/>
              </a:buClr>
              <a:buSzPts val="1200"/>
              <a:buFont typeface="Space Grotesk"/>
              <a:buNone/>
              <a:defRPr sz="1200"/>
            </a:lvl8pPr>
            <a:lvl9pPr lvl="8">
              <a:spcBef>
                <a:spcPts val="0"/>
              </a:spcBef>
              <a:spcAft>
                <a:spcPts val="0"/>
              </a:spcAft>
              <a:buClr>
                <a:schemeClr val="lt1"/>
              </a:buClr>
              <a:buSzPts val="1200"/>
              <a:buFont typeface="Space Grotesk"/>
              <a:buNone/>
              <a:defRPr sz="1200"/>
            </a:lvl9pPr>
          </a:lstStyle>
          <a:p/>
        </p:txBody>
      </p:sp>
      <p:sp>
        <p:nvSpPr>
          <p:cNvPr id="215" name="Google Shape;215;p29"/>
          <p:cNvSpPr txBox="1"/>
          <p:nvPr>
            <p:ph idx="2" type="subTitle"/>
          </p:nvPr>
        </p:nvSpPr>
        <p:spPr>
          <a:xfrm>
            <a:off x="228600" y="2764250"/>
            <a:ext cx="256800" cy="1848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Space Grotesk"/>
              <a:buNone/>
              <a:defRPr sz="1200"/>
            </a:lvl1pPr>
            <a:lvl2pPr lvl="1">
              <a:spcBef>
                <a:spcPts val="0"/>
              </a:spcBef>
              <a:spcAft>
                <a:spcPts val="0"/>
              </a:spcAft>
              <a:buClr>
                <a:schemeClr val="lt1"/>
              </a:buClr>
              <a:buSzPts val="1200"/>
              <a:buFont typeface="Space Grotesk"/>
              <a:buNone/>
              <a:defRPr sz="1200"/>
            </a:lvl2pPr>
            <a:lvl3pPr lvl="2">
              <a:spcBef>
                <a:spcPts val="0"/>
              </a:spcBef>
              <a:spcAft>
                <a:spcPts val="0"/>
              </a:spcAft>
              <a:buClr>
                <a:schemeClr val="lt1"/>
              </a:buClr>
              <a:buSzPts val="1200"/>
              <a:buFont typeface="Space Grotesk"/>
              <a:buNone/>
              <a:defRPr sz="1200"/>
            </a:lvl3pPr>
            <a:lvl4pPr lvl="3">
              <a:spcBef>
                <a:spcPts val="0"/>
              </a:spcBef>
              <a:spcAft>
                <a:spcPts val="0"/>
              </a:spcAft>
              <a:buClr>
                <a:schemeClr val="lt1"/>
              </a:buClr>
              <a:buSzPts val="1200"/>
              <a:buFont typeface="Space Grotesk"/>
              <a:buNone/>
              <a:defRPr sz="1200"/>
            </a:lvl4pPr>
            <a:lvl5pPr lvl="4">
              <a:spcBef>
                <a:spcPts val="0"/>
              </a:spcBef>
              <a:spcAft>
                <a:spcPts val="0"/>
              </a:spcAft>
              <a:buClr>
                <a:schemeClr val="lt1"/>
              </a:buClr>
              <a:buSzPts val="1200"/>
              <a:buFont typeface="Space Grotesk"/>
              <a:buNone/>
              <a:defRPr sz="1200"/>
            </a:lvl5pPr>
            <a:lvl6pPr lvl="5">
              <a:spcBef>
                <a:spcPts val="0"/>
              </a:spcBef>
              <a:spcAft>
                <a:spcPts val="0"/>
              </a:spcAft>
              <a:buClr>
                <a:schemeClr val="lt1"/>
              </a:buClr>
              <a:buSzPts val="1200"/>
              <a:buFont typeface="Space Grotesk"/>
              <a:buNone/>
              <a:defRPr sz="1200"/>
            </a:lvl6pPr>
            <a:lvl7pPr lvl="6">
              <a:spcBef>
                <a:spcPts val="0"/>
              </a:spcBef>
              <a:spcAft>
                <a:spcPts val="0"/>
              </a:spcAft>
              <a:buClr>
                <a:schemeClr val="lt1"/>
              </a:buClr>
              <a:buSzPts val="1200"/>
              <a:buFont typeface="Space Grotesk"/>
              <a:buNone/>
              <a:defRPr sz="1200"/>
            </a:lvl7pPr>
            <a:lvl8pPr lvl="7">
              <a:spcBef>
                <a:spcPts val="0"/>
              </a:spcBef>
              <a:spcAft>
                <a:spcPts val="0"/>
              </a:spcAft>
              <a:buClr>
                <a:schemeClr val="lt1"/>
              </a:buClr>
              <a:buSzPts val="1200"/>
              <a:buFont typeface="Space Grotesk"/>
              <a:buNone/>
              <a:defRPr sz="1200"/>
            </a:lvl8pPr>
            <a:lvl9pPr lvl="8">
              <a:spcBef>
                <a:spcPts val="0"/>
              </a:spcBef>
              <a:spcAft>
                <a:spcPts val="0"/>
              </a:spcAft>
              <a:buClr>
                <a:schemeClr val="lt1"/>
              </a:buClr>
              <a:buSzPts val="1200"/>
              <a:buFont typeface="Space Grotesk"/>
              <a:buNone/>
              <a:defRPr sz="1200"/>
            </a:lvl9pPr>
          </a:lstStyle>
          <a:p/>
        </p:txBody>
      </p:sp>
      <p:sp>
        <p:nvSpPr>
          <p:cNvPr id="216" name="Google Shape;216;p29"/>
          <p:cNvSpPr txBox="1"/>
          <p:nvPr>
            <p:ph idx="3" type="subTitle"/>
          </p:nvPr>
        </p:nvSpPr>
        <p:spPr>
          <a:xfrm>
            <a:off x="228700" y="3469938"/>
            <a:ext cx="256800" cy="1848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Space Grotesk"/>
              <a:buNone/>
              <a:defRPr sz="1200"/>
            </a:lvl1pPr>
            <a:lvl2pPr lvl="1">
              <a:spcBef>
                <a:spcPts val="0"/>
              </a:spcBef>
              <a:spcAft>
                <a:spcPts val="0"/>
              </a:spcAft>
              <a:buClr>
                <a:schemeClr val="lt1"/>
              </a:buClr>
              <a:buSzPts val="1200"/>
              <a:buFont typeface="Space Grotesk"/>
              <a:buNone/>
              <a:defRPr sz="1200"/>
            </a:lvl2pPr>
            <a:lvl3pPr lvl="2">
              <a:spcBef>
                <a:spcPts val="0"/>
              </a:spcBef>
              <a:spcAft>
                <a:spcPts val="0"/>
              </a:spcAft>
              <a:buClr>
                <a:schemeClr val="lt1"/>
              </a:buClr>
              <a:buSzPts val="1200"/>
              <a:buFont typeface="Space Grotesk"/>
              <a:buNone/>
              <a:defRPr sz="1200"/>
            </a:lvl3pPr>
            <a:lvl4pPr lvl="3">
              <a:spcBef>
                <a:spcPts val="0"/>
              </a:spcBef>
              <a:spcAft>
                <a:spcPts val="0"/>
              </a:spcAft>
              <a:buClr>
                <a:schemeClr val="lt1"/>
              </a:buClr>
              <a:buSzPts val="1200"/>
              <a:buFont typeface="Space Grotesk"/>
              <a:buNone/>
              <a:defRPr sz="1200"/>
            </a:lvl4pPr>
            <a:lvl5pPr lvl="4">
              <a:spcBef>
                <a:spcPts val="0"/>
              </a:spcBef>
              <a:spcAft>
                <a:spcPts val="0"/>
              </a:spcAft>
              <a:buClr>
                <a:schemeClr val="lt1"/>
              </a:buClr>
              <a:buSzPts val="1200"/>
              <a:buFont typeface="Space Grotesk"/>
              <a:buNone/>
              <a:defRPr sz="1200"/>
            </a:lvl5pPr>
            <a:lvl6pPr lvl="5">
              <a:spcBef>
                <a:spcPts val="0"/>
              </a:spcBef>
              <a:spcAft>
                <a:spcPts val="0"/>
              </a:spcAft>
              <a:buClr>
                <a:schemeClr val="lt1"/>
              </a:buClr>
              <a:buSzPts val="1200"/>
              <a:buFont typeface="Space Grotesk"/>
              <a:buNone/>
              <a:defRPr sz="1200"/>
            </a:lvl6pPr>
            <a:lvl7pPr lvl="6">
              <a:spcBef>
                <a:spcPts val="0"/>
              </a:spcBef>
              <a:spcAft>
                <a:spcPts val="0"/>
              </a:spcAft>
              <a:buClr>
                <a:schemeClr val="lt1"/>
              </a:buClr>
              <a:buSzPts val="1200"/>
              <a:buFont typeface="Space Grotesk"/>
              <a:buNone/>
              <a:defRPr sz="1200"/>
            </a:lvl7pPr>
            <a:lvl8pPr lvl="7">
              <a:spcBef>
                <a:spcPts val="0"/>
              </a:spcBef>
              <a:spcAft>
                <a:spcPts val="0"/>
              </a:spcAft>
              <a:buClr>
                <a:schemeClr val="lt1"/>
              </a:buClr>
              <a:buSzPts val="1200"/>
              <a:buFont typeface="Space Grotesk"/>
              <a:buNone/>
              <a:defRPr sz="1200"/>
            </a:lvl8pPr>
            <a:lvl9pPr lvl="8">
              <a:spcBef>
                <a:spcPts val="0"/>
              </a:spcBef>
              <a:spcAft>
                <a:spcPts val="0"/>
              </a:spcAft>
              <a:buClr>
                <a:schemeClr val="lt1"/>
              </a:buClr>
              <a:buSzPts val="1200"/>
              <a:buFont typeface="Space Grotesk"/>
              <a:buNone/>
              <a:defRPr sz="1200"/>
            </a:lvl9pPr>
          </a:lstStyle>
          <a:p/>
        </p:txBody>
      </p:sp>
      <p:sp>
        <p:nvSpPr>
          <p:cNvPr id="217" name="Google Shape;217;p29"/>
          <p:cNvSpPr txBox="1"/>
          <p:nvPr>
            <p:ph idx="4" type="subTitle"/>
          </p:nvPr>
        </p:nvSpPr>
        <p:spPr>
          <a:xfrm>
            <a:off x="228700" y="4194625"/>
            <a:ext cx="256800" cy="1848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Space Grotesk"/>
              <a:buNone/>
              <a:defRPr sz="1200"/>
            </a:lvl1pPr>
            <a:lvl2pPr lvl="1">
              <a:spcBef>
                <a:spcPts val="0"/>
              </a:spcBef>
              <a:spcAft>
                <a:spcPts val="0"/>
              </a:spcAft>
              <a:buClr>
                <a:schemeClr val="lt1"/>
              </a:buClr>
              <a:buSzPts val="1200"/>
              <a:buFont typeface="Space Grotesk"/>
              <a:buNone/>
              <a:defRPr sz="1200"/>
            </a:lvl2pPr>
            <a:lvl3pPr lvl="2">
              <a:spcBef>
                <a:spcPts val="0"/>
              </a:spcBef>
              <a:spcAft>
                <a:spcPts val="0"/>
              </a:spcAft>
              <a:buClr>
                <a:schemeClr val="lt1"/>
              </a:buClr>
              <a:buSzPts val="1200"/>
              <a:buFont typeface="Space Grotesk"/>
              <a:buNone/>
              <a:defRPr sz="1200"/>
            </a:lvl3pPr>
            <a:lvl4pPr lvl="3">
              <a:spcBef>
                <a:spcPts val="0"/>
              </a:spcBef>
              <a:spcAft>
                <a:spcPts val="0"/>
              </a:spcAft>
              <a:buClr>
                <a:schemeClr val="lt1"/>
              </a:buClr>
              <a:buSzPts val="1200"/>
              <a:buFont typeface="Space Grotesk"/>
              <a:buNone/>
              <a:defRPr sz="1200"/>
            </a:lvl4pPr>
            <a:lvl5pPr lvl="4">
              <a:spcBef>
                <a:spcPts val="0"/>
              </a:spcBef>
              <a:spcAft>
                <a:spcPts val="0"/>
              </a:spcAft>
              <a:buClr>
                <a:schemeClr val="lt1"/>
              </a:buClr>
              <a:buSzPts val="1200"/>
              <a:buFont typeface="Space Grotesk"/>
              <a:buNone/>
              <a:defRPr sz="1200"/>
            </a:lvl5pPr>
            <a:lvl6pPr lvl="5">
              <a:spcBef>
                <a:spcPts val="0"/>
              </a:spcBef>
              <a:spcAft>
                <a:spcPts val="0"/>
              </a:spcAft>
              <a:buClr>
                <a:schemeClr val="lt1"/>
              </a:buClr>
              <a:buSzPts val="1200"/>
              <a:buFont typeface="Space Grotesk"/>
              <a:buNone/>
              <a:defRPr sz="1200"/>
            </a:lvl6pPr>
            <a:lvl7pPr lvl="6">
              <a:spcBef>
                <a:spcPts val="0"/>
              </a:spcBef>
              <a:spcAft>
                <a:spcPts val="0"/>
              </a:spcAft>
              <a:buClr>
                <a:schemeClr val="lt1"/>
              </a:buClr>
              <a:buSzPts val="1200"/>
              <a:buFont typeface="Space Grotesk"/>
              <a:buNone/>
              <a:defRPr sz="1200"/>
            </a:lvl7pPr>
            <a:lvl8pPr lvl="7">
              <a:spcBef>
                <a:spcPts val="0"/>
              </a:spcBef>
              <a:spcAft>
                <a:spcPts val="0"/>
              </a:spcAft>
              <a:buClr>
                <a:schemeClr val="lt1"/>
              </a:buClr>
              <a:buSzPts val="1200"/>
              <a:buFont typeface="Space Grotesk"/>
              <a:buNone/>
              <a:defRPr sz="1200"/>
            </a:lvl8pPr>
            <a:lvl9pPr lvl="8">
              <a:spcBef>
                <a:spcPts val="0"/>
              </a:spcBef>
              <a:spcAft>
                <a:spcPts val="0"/>
              </a:spcAft>
              <a:buClr>
                <a:schemeClr val="lt1"/>
              </a:buClr>
              <a:buSzPts val="1200"/>
              <a:buFont typeface="Space Grotesk"/>
              <a:buNone/>
              <a:defRPr sz="1200"/>
            </a:lvl9pPr>
          </a:lstStyle>
          <a:p/>
        </p:txBody>
      </p:sp>
      <p:sp>
        <p:nvSpPr>
          <p:cNvPr id="218" name="Google Shape;218;p29"/>
          <p:cNvSpPr txBox="1"/>
          <p:nvPr>
            <p:ph type="title"/>
          </p:nvPr>
        </p:nvSpPr>
        <p:spPr>
          <a:xfrm>
            <a:off x="212450" y="177900"/>
            <a:ext cx="6446700" cy="4065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219" name="Google Shape;219;p29"/>
          <p:cNvSpPr txBox="1"/>
          <p:nvPr>
            <p:ph idx="5" type="subTitle"/>
          </p:nvPr>
        </p:nvSpPr>
        <p:spPr>
          <a:xfrm>
            <a:off x="631800" y="2060357"/>
            <a:ext cx="2128200" cy="2772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800"/>
              <a:buFont typeface="Space Grotesk"/>
              <a:buNone/>
              <a:defRPr>
                <a:solidFill>
                  <a:schemeClr val="accent2"/>
                </a:solidFill>
              </a:defRPr>
            </a:lvl1pPr>
            <a:lvl2pPr lvl="1">
              <a:spcBef>
                <a:spcPts val="0"/>
              </a:spcBef>
              <a:spcAft>
                <a:spcPts val="0"/>
              </a:spcAft>
              <a:buClr>
                <a:schemeClr val="accent2"/>
              </a:buClr>
              <a:buSzPts val="1800"/>
              <a:buFont typeface="Space Grotesk"/>
              <a:buNone/>
              <a:defRPr>
                <a:solidFill>
                  <a:schemeClr val="accent2"/>
                </a:solidFill>
              </a:defRPr>
            </a:lvl2pPr>
            <a:lvl3pPr lvl="2">
              <a:spcBef>
                <a:spcPts val="0"/>
              </a:spcBef>
              <a:spcAft>
                <a:spcPts val="0"/>
              </a:spcAft>
              <a:buClr>
                <a:schemeClr val="accent2"/>
              </a:buClr>
              <a:buSzPts val="1800"/>
              <a:buFont typeface="Space Grotesk"/>
              <a:buNone/>
              <a:defRPr>
                <a:solidFill>
                  <a:schemeClr val="accent2"/>
                </a:solidFill>
              </a:defRPr>
            </a:lvl3pPr>
            <a:lvl4pPr lvl="3">
              <a:spcBef>
                <a:spcPts val="0"/>
              </a:spcBef>
              <a:spcAft>
                <a:spcPts val="0"/>
              </a:spcAft>
              <a:buClr>
                <a:schemeClr val="accent2"/>
              </a:buClr>
              <a:buSzPts val="1800"/>
              <a:buFont typeface="Space Grotesk"/>
              <a:buNone/>
              <a:defRPr>
                <a:solidFill>
                  <a:schemeClr val="accent2"/>
                </a:solidFill>
              </a:defRPr>
            </a:lvl4pPr>
            <a:lvl5pPr lvl="4">
              <a:spcBef>
                <a:spcPts val="0"/>
              </a:spcBef>
              <a:spcAft>
                <a:spcPts val="0"/>
              </a:spcAft>
              <a:buClr>
                <a:schemeClr val="accent2"/>
              </a:buClr>
              <a:buSzPts val="1800"/>
              <a:buFont typeface="Space Grotesk"/>
              <a:buNone/>
              <a:defRPr>
                <a:solidFill>
                  <a:schemeClr val="accent2"/>
                </a:solidFill>
              </a:defRPr>
            </a:lvl5pPr>
            <a:lvl6pPr lvl="5">
              <a:spcBef>
                <a:spcPts val="0"/>
              </a:spcBef>
              <a:spcAft>
                <a:spcPts val="0"/>
              </a:spcAft>
              <a:buClr>
                <a:schemeClr val="accent2"/>
              </a:buClr>
              <a:buSzPts val="1800"/>
              <a:buFont typeface="Space Grotesk"/>
              <a:buNone/>
              <a:defRPr>
                <a:solidFill>
                  <a:schemeClr val="accent2"/>
                </a:solidFill>
              </a:defRPr>
            </a:lvl6pPr>
            <a:lvl7pPr lvl="6">
              <a:spcBef>
                <a:spcPts val="0"/>
              </a:spcBef>
              <a:spcAft>
                <a:spcPts val="0"/>
              </a:spcAft>
              <a:buClr>
                <a:schemeClr val="accent2"/>
              </a:buClr>
              <a:buSzPts val="1800"/>
              <a:buFont typeface="Space Grotesk"/>
              <a:buNone/>
              <a:defRPr>
                <a:solidFill>
                  <a:schemeClr val="accent2"/>
                </a:solidFill>
              </a:defRPr>
            </a:lvl7pPr>
            <a:lvl8pPr lvl="7">
              <a:spcBef>
                <a:spcPts val="0"/>
              </a:spcBef>
              <a:spcAft>
                <a:spcPts val="0"/>
              </a:spcAft>
              <a:buClr>
                <a:schemeClr val="accent2"/>
              </a:buClr>
              <a:buSzPts val="1800"/>
              <a:buFont typeface="Space Grotesk"/>
              <a:buNone/>
              <a:defRPr>
                <a:solidFill>
                  <a:schemeClr val="accent2"/>
                </a:solidFill>
              </a:defRPr>
            </a:lvl8pPr>
            <a:lvl9pPr lvl="8">
              <a:spcBef>
                <a:spcPts val="0"/>
              </a:spcBef>
              <a:spcAft>
                <a:spcPts val="0"/>
              </a:spcAft>
              <a:buClr>
                <a:schemeClr val="accent2"/>
              </a:buClr>
              <a:buSzPts val="1800"/>
              <a:buFont typeface="Space Grotesk"/>
              <a:buNone/>
              <a:defRPr>
                <a:solidFill>
                  <a:schemeClr val="accent2"/>
                </a:solidFill>
              </a:defRPr>
            </a:lvl9pPr>
          </a:lstStyle>
          <a:p/>
        </p:txBody>
      </p:sp>
      <p:sp>
        <p:nvSpPr>
          <p:cNvPr id="220" name="Google Shape;220;p29"/>
          <p:cNvSpPr txBox="1"/>
          <p:nvPr>
            <p:ph idx="6" type="subTitle"/>
          </p:nvPr>
        </p:nvSpPr>
        <p:spPr>
          <a:xfrm>
            <a:off x="631800" y="2747082"/>
            <a:ext cx="2128200" cy="2772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800"/>
              <a:buFont typeface="Space Grotesk"/>
              <a:buNone/>
              <a:defRPr>
                <a:solidFill>
                  <a:schemeClr val="accent2"/>
                </a:solidFill>
              </a:defRPr>
            </a:lvl1pPr>
            <a:lvl2pPr lvl="1">
              <a:spcBef>
                <a:spcPts val="0"/>
              </a:spcBef>
              <a:spcAft>
                <a:spcPts val="0"/>
              </a:spcAft>
              <a:buClr>
                <a:schemeClr val="accent2"/>
              </a:buClr>
              <a:buSzPts val="1800"/>
              <a:buFont typeface="Space Grotesk"/>
              <a:buNone/>
              <a:defRPr>
                <a:solidFill>
                  <a:schemeClr val="accent2"/>
                </a:solidFill>
              </a:defRPr>
            </a:lvl2pPr>
            <a:lvl3pPr lvl="2">
              <a:spcBef>
                <a:spcPts val="0"/>
              </a:spcBef>
              <a:spcAft>
                <a:spcPts val="0"/>
              </a:spcAft>
              <a:buClr>
                <a:schemeClr val="accent2"/>
              </a:buClr>
              <a:buSzPts val="1800"/>
              <a:buFont typeface="Space Grotesk"/>
              <a:buNone/>
              <a:defRPr>
                <a:solidFill>
                  <a:schemeClr val="accent2"/>
                </a:solidFill>
              </a:defRPr>
            </a:lvl3pPr>
            <a:lvl4pPr lvl="3">
              <a:spcBef>
                <a:spcPts val="0"/>
              </a:spcBef>
              <a:spcAft>
                <a:spcPts val="0"/>
              </a:spcAft>
              <a:buClr>
                <a:schemeClr val="accent2"/>
              </a:buClr>
              <a:buSzPts val="1800"/>
              <a:buFont typeface="Space Grotesk"/>
              <a:buNone/>
              <a:defRPr>
                <a:solidFill>
                  <a:schemeClr val="accent2"/>
                </a:solidFill>
              </a:defRPr>
            </a:lvl4pPr>
            <a:lvl5pPr lvl="4">
              <a:spcBef>
                <a:spcPts val="0"/>
              </a:spcBef>
              <a:spcAft>
                <a:spcPts val="0"/>
              </a:spcAft>
              <a:buClr>
                <a:schemeClr val="accent2"/>
              </a:buClr>
              <a:buSzPts val="1800"/>
              <a:buFont typeface="Space Grotesk"/>
              <a:buNone/>
              <a:defRPr>
                <a:solidFill>
                  <a:schemeClr val="accent2"/>
                </a:solidFill>
              </a:defRPr>
            </a:lvl5pPr>
            <a:lvl6pPr lvl="5">
              <a:spcBef>
                <a:spcPts val="0"/>
              </a:spcBef>
              <a:spcAft>
                <a:spcPts val="0"/>
              </a:spcAft>
              <a:buClr>
                <a:schemeClr val="accent2"/>
              </a:buClr>
              <a:buSzPts val="1800"/>
              <a:buFont typeface="Space Grotesk"/>
              <a:buNone/>
              <a:defRPr>
                <a:solidFill>
                  <a:schemeClr val="accent2"/>
                </a:solidFill>
              </a:defRPr>
            </a:lvl6pPr>
            <a:lvl7pPr lvl="6">
              <a:spcBef>
                <a:spcPts val="0"/>
              </a:spcBef>
              <a:spcAft>
                <a:spcPts val="0"/>
              </a:spcAft>
              <a:buClr>
                <a:schemeClr val="accent2"/>
              </a:buClr>
              <a:buSzPts val="1800"/>
              <a:buFont typeface="Space Grotesk"/>
              <a:buNone/>
              <a:defRPr>
                <a:solidFill>
                  <a:schemeClr val="accent2"/>
                </a:solidFill>
              </a:defRPr>
            </a:lvl7pPr>
            <a:lvl8pPr lvl="7">
              <a:spcBef>
                <a:spcPts val="0"/>
              </a:spcBef>
              <a:spcAft>
                <a:spcPts val="0"/>
              </a:spcAft>
              <a:buClr>
                <a:schemeClr val="accent2"/>
              </a:buClr>
              <a:buSzPts val="1800"/>
              <a:buFont typeface="Space Grotesk"/>
              <a:buNone/>
              <a:defRPr>
                <a:solidFill>
                  <a:schemeClr val="accent2"/>
                </a:solidFill>
              </a:defRPr>
            </a:lvl8pPr>
            <a:lvl9pPr lvl="8">
              <a:spcBef>
                <a:spcPts val="0"/>
              </a:spcBef>
              <a:spcAft>
                <a:spcPts val="0"/>
              </a:spcAft>
              <a:buClr>
                <a:schemeClr val="accent2"/>
              </a:buClr>
              <a:buSzPts val="1800"/>
              <a:buFont typeface="Space Grotesk"/>
              <a:buNone/>
              <a:defRPr>
                <a:solidFill>
                  <a:schemeClr val="accent2"/>
                </a:solidFill>
              </a:defRPr>
            </a:lvl9pPr>
          </a:lstStyle>
          <a:p/>
        </p:txBody>
      </p:sp>
      <p:sp>
        <p:nvSpPr>
          <p:cNvPr id="221" name="Google Shape;221;p29"/>
          <p:cNvSpPr txBox="1"/>
          <p:nvPr>
            <p:ph idx="7" type="subTitle"/>
          </p:nvPr>
        </p:nvSpPr>
        <p:spPr>
          <a:xfrm>
            <a:off x="631850" y="3452782"/>
            <a:ext cx="2128200" cy="2772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800"/>
              <a:buFont typeface="Space Grotesk"/>
              <a:buNone/>
              <a:defRPr>
                <a:solidFill>
                  <a:schemeClr val="accent2"/>
                </a:solidFill>
              </a:defRPr>
            </a:lvl1pPr>
            <a:lvl2pPr lvl="1">
              <a:spcBef>
                <a:spcPts val="0"/>
              </a:spcBef>
              <a:spcAft>
                <a:spcPts val="0"/>
              </a:spcAft>
              <a:buClr>
                <a:schemeClr val="accent2"/>
              </a:buClr>
              <a:buSzPts val="1800"/>
              <a:buFont typeface="Space Grotesk"/>
              <a:buNone/>
              <a:defRPr>
                <a:solidFill>
                  <a:schemeClr val="accent2"/>
                </a:solidFill>
              </a:defRPr>
            </a:lvl2pPr>
            <a:lvl3pPr lvl="2">
              <a:spcBef>
                <a:spcPts val="0"/>
              </a:spcBef>
              <a:spcAft>
                <a:spcPts val="0"/>
              </a:spcAft>
              <a:buClr>
                <a:schemeClr val="accent2"/>
              </a:buClr>
              <a:buSzPts val="1800"/>
              <a:buFont typeface="Space Grotesk"/>
              <a:buNone/>
              <a:defRPr>
                <a:solidFill>
                  <a:schemeClr val="accent2"/>
                </a:solidFill>
              </a:defRPr>
            </a:lvl3pPr>
            <a:lvl4pPr lvl="3">
              <a:spcBef>
                <a:spcPts val="0"/>
              </a:spcBef>
              <a:spcAft>
                <a:spcPts val="0"/>
              </a:spcAft>
              <a:buClr>
                <a:schemeClr val="accent2"/>
              </a:buClr>
              <a:buSzPts val="1800"/>
              <a:buFont typeface="Space Grotesk"/>
              <a:buNone/>
              <a:defRPr>
                <a:solidFill>
                  <a:schemeClr val="accent2"/>
                </a:solidFill>
              </a:defRPr>
            </a:lvl4pPr>
            <a:lvl5pPr lvl="4">
              <a:spcBef>
                <a:spcPts val="0"/>
              </a:spcBef>
              <a:spcAft>
                <a:spcPts val="0"/>
              </a:spcAft>
              <a:buClr>
                <a:schemeClr val="accent2"/>
              </a:buClr>
              <a:buSzPts val="1800"/>
              <a:buFont typeface="Space Grotesk"/>
              <a:buNone/>
              <a:defRPr>
                <a:solidFill>
                  <a:schemeClr val="accent2"/>
                </a:solidFill>
              </a:defRPr>
            </a:lvl5pPr>
            <a:lvl6pPr lvl="5">
              <a:spcBef>
                <a:spcPts val="0"/>
              </a:spcBef>
              <a:spcAft>
                <a:spcPts val="0"/>
              </a:spcAft>
              <a:buClr>
                <a:schemeClr val="accent2"/>
              </a:buClr>
              <a:buSzPts val="1800"/>
              <a:buFont typeface="Space Grotesk"/>
              <a:buNone/>
              <a:defRPr>
                <a:solidFill>
                  <a:schemeClr val="accent2"/>
                </a:solidFill>
              </a:defRPr>
            </a:lvl6pPr>
            <a:lvl7pPr lvl="6">
              <a:spcBef>
                <a:spcPts val="0"/>
              </a:spcBef>
              <a:spcAft>
                <a:spcPts val="0"/>
              </a:spcAft>
              <a:buClr>
                <a:schemeClr val="accent2"/>
              </a:buClr>
              <a:buSzPts val="1800"/>
              <a:buFont typeface="Space Grotesk"/>
              <a:buNone/>
              <a:defRPr>
                <a:solidFill>
                  <a:schemeClr val="accent2"/>
                </a:solidFill>
              </a:defRPr>
            </a:lvl7pPr>
            <a:lvl8pPr lvl="7">
              <a:spcBef>
                <a:spcPts val="0"/>
              </a:spcBef>
              <a:spcAft>
                <a:spcPts val="0"/>
              </a:spcAft>
              <a:buClr>
                <a:schemeClr val="accent2"/>
              </a:buClr>
              <a:buSzPts val="1800"/>
              <a:buFont typeface="Space Grotesk"/>
              <a:buNone/>
              <a:defRPr>
                <a:solidFill>
                  <a:schemeClr val="accent2"/>
                </a:solidFill>
              </a:defRPr>
            </a:lvl8pPr>
            <a:lvl9pPr lvl="8">
              <a:spcBef>
                <a:spcPts val="0"/>
              </a:spcBef>
              <a:spcAft>
                <a:spcPts val="0"/>
              </a:spcAft>
              <a:buClr>
                <a:schemeClr val="accent2"/>
              </a:buClr>
              <a:buSzPts val="1800"/>
              <a:buFont typeface="Space Grotesk"/>
              <a:buNone/>
              <a:defRPr>
                <a:solidFill>
                  <a:schemeClr val="accent2"/>
                </a:solidFill>
              </a:defRPr>
            </a:lvl9pPr>
          </a:lstStyle>
          <a:p/>
        </p:txBody>
      </p:sp>
      <p:sp>
        <p:nvSpPr>
          <p:cNvPr id="222" name="Google Shape;222;p29"/>
          <p:cNvSpPr txBox="1"/>
          <p:nvPr>
            <p:ph idx="8" type="subTitle"/>
          </p:nvPr>
        </p:nvSpPr>
        <p:spPr>
          <a:xfrm>
            <a:off x="631900" y="4177457"/>
            <a:ext cx="2128200" cy="2772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800"/>
              <a:buFont typeface="Space Grotesk"/>
              <a:buNone/>
              <a:defRPr>
                <a:solidFill>
                  <a:schemeClr val="accent2"/>
                </a:solidFill>
              </a:defRPr>
            </a:lvl1pPr>
            <a:lvl2pPr lvl="1">
              <a:spcBef>
                <a:spcPts val="0"/>
              </a:spcBef>
              <a:spcAft>
                <a:spcPts val="0"/>
              </a:spcAft>
              <a:buClr>
                <a:schemeClr val="accent2"/>
              </a:buClr>
              <a:buSzPts val="1800"/>
              <a:buFont typeface="Space Grotesk"/>
              <a:buNone/>
              <a:defRPr>
                <a:solidFill>
                  <a:schemeClr val="accent2"/>
                </a:solidFill>
              </a:defRPr>
            </a:lvl2pPr>
            <a:lvl3pPr lvl="2">
              <a:spcBef>
                <a:spcPts val="0"/>
              </a:spcBef>
              <a:spcAft>
                <a:spcPts val="0"/>
              </a:spcAft>
              <a:buClr>
                <a:schemeClr val="accent2"/>
              </a:buClr>
              <a:buSzPts val="1800"/>
              <a:buFont typeface="Space Grotesk"/>
              <a:buNone/>
              <a:defRPr>
                <a:solidFill>
                  <a:schemeClr val="accent2"/>
                </a:solidFill>
              </a:defRPr>
            </a:lvl3pPr>
            <a:lvl4pPr lvl="3">
              <a:spcBef>
                <a:spcPts val="0"/>
              </a:spcBef>
              <a:spcAft>
                <a:spcPts val="0"/>
              </a:spcAft>
              <a:buClr>
                <a:schemeClr val="accent2"/>
              </a:buClr>
              <a:buSzPts val="1800"/>
              <a:buFont typeface="Space Grotesk"/>
              <a:buNone/>
              <a:defRPr>
                <a:solidFill>
                  <a:schemeClr val="accent2"/>
                </a:solidFill>
              </a:defRPr>
            </a:lvl4pPr>
            <a:lvl5pPr lvl="4">
              <a:spcBef>
                <a:spcPts val="0"/>
              </a:spcBef>
              <a:spcAft>
                <a:spcPts val="0"/>
              </a:spcAft>
              <a:buClr>
                <a:schemeClr val="accent2"/>
              </a:buClr>
              <a:buSzPts val="1800"/>
              <a:buFont typeface="Space Grotesk"/>
              <a:buNone/>
              <a:defRPr>
                <a:solidFill>
                  <a:schemeClr val="accent2"/>
                </a:solidFill>
              </a:defRPr>
            </a:lvl5pPr>
            <a:lvl6pPr lvl="5">
              <a:spcBef>
                <a:spcPts val="0"/>
              </a:spcBef>
              <a:spcAft>
                <a:spcPts val="0"/>
              </a:spcAft>
              <a:buClr>
                <a:schemeClr val="accent2"/>
              </a:buClr>
              <a:buSzPts val="1800"/>
              <a:buFont typeface="Space Grotesk"/>
              <a:buNone/>
              <a:defRPr>
                <a:solidFill>
                  <a:schemeClr val="accent2"/>
                </a:solidFill>
              </a:defRPr>
            </a:lvl6pPr>
            <a:lvl7pPr lvl="6">
              <a:spcBef>
                <a:spcPts val="0"/>
              </a:spcBef>
              <a:spcAft>
                <a:spcPts val="0"/>
              </a:spcAft>
              <a:buClr>
                <a:schemeClr val="accent2"/>
              </a:buClr>
              <a:buSzPts val="1800"/>
              <a:buFont typeface="Space Grotesk"/>
              <a:buNone/>
              <a:defRPr>
                <a:solidFill>
                  <a:schemeClr val="accent2"/>
                </a:solidFill>
              </a:defRPr>
            </a:lvl7pPr>
            <a:lvl8pPr lvl="7">
              <a:spcBef>
                <a:spcPts val="0"/>
              </a:spcBef>
              <a:spcAft>
                <a:spcPts val="0"/>
              </a:spcAft>
              <a:buClr>
                <a:schemeClr val="accent2"/>
              </a:buClr>
              <a:buSzPts val="1800"/>
              <a:buFont typeface="Space Grotesk"/>
              <a:buNone/>
              <a:defRPr>
                <a:solidFill>
                  <a:schemeClr val="accent2"/>
                </a:solidFill>
              </a:defRPr>
            </a:lvl8pPr>
            <a:lvl9pPr lvl="8">
              <a:spcBef>
                <a:spcPts val="0"/>
              </a:spcBef>
              <a:spcAft>
                <a:spcPts val="0"/>
              </a:spcAft>
              <a:buClr>
                <a:schemeClr val="accent2"/>
              </a:buClr>
              <a:buSzPts val="1800"/>
              <a:buFont typeface="Space Grotesk"/>
              <a:buNone/>
              <a:defRPr>
                <a:solidFill>
                  <a:schemeClr val="accent2"/>
                </a:solidFill>
              </a:defRPr>
            </a:lvl9pPr>
          </a:lstStyle>
          <a:p/>
        </p:txBody>
      </p:sp>
      <p:sp>
        <p:nvSpPr>
          <p:cNvPr id="223" name="Google Shape;223;p29"/>
          <p:cNvSpPr txBox="1"/>
          <p:nvPr>
            <p:ph idx="9" type="body"/>
          </p:nvPr>
        </p:nvSpPr>
        <p:spPr>
          <a:xfrm>
            <a:off x="2906500" y="4194625"/>
            <a:ext cx="3376200" cy="330900"/>
          </a:xfrm>
          <a:prstGeom prst="rect">
            <a:avLst/>
          </a:prstGeom>
          <a:noFill/>
        </p:spPr>
        <p:txBody>
          <a:bodyPr anchorCtr="0" anchor="t" bIns="0" lIns="0" spcFirstLastPara="1" rIns="0" wrap="square" tIns="0">
            <a:noAutofit/>
          </a:bodyPr>
          <a:lstStyle>
            <a:lvl1pPr indent="-292100" lvl="0" marL="457200">
              <a:lnSpc>
                <a:spcPct val="115000"/>
              </a:lnSpc>
              <a:spcBef>
                <a:spcPts val="0"/>
              </a:spcBef>
              <a:spcAft>
                <a:spcPts val="0"/>
              </a:spcAft>
              <a:buClr>
                <a:schemeClr val="lt1"/>
              </a:buClr>
              <a:buSzPts val="1000"/>
              <a:buFont typeface="Roboto"/>
              <a:buChar char="●"/>
              <a:defRPr/>
            </a:lvl1pPr>
            <a:lvl2pPr indent="-292100" lvl="1" marL="914400">
              <a:lnSpc>
                <a:spcPct val="115000"/>
              </a:lnSpc>
              <a:spcBef>
                <a:spcPts val="800"/>
              </a:spcBef>
              <a:spcAft>
                <a:spcPts val="0"/>
              </a:spcAft>
              <a:buClr>
                <a:schemeClr val="lt1"/>
              </a:buClr>
              <a:buSzPts val="1000"/>
              <a:buFont typeface="Roboto"/>
              <a:buChar char="○"/>
              <a:defRPr/>
            </a:lvl2pPr>
            <a:lvl3pPr indent="-292100" lvl="2" marL="1371600">
              <a:lnSpc>
                <a:spcPct val="115000"/>
              </a:lnSpc>
              <a:spcBef>
                <a:spcPts val="800"/>
              </a:spcBef>
              <a:spcAft>
                <a:spcPts val="0"/>
              </a:spcAft>
              <a:buClr>
                <a:schemeClr val="lt1"/>
              </a:buClr>
              <a:buSzPts val="1000"/>
              <a:buFont typeface="Roboto"/>
              <a:buChar char="■"/>
              <a:defRPr/>
            </a:lvl3pPr>
            <a:lvl4pPr indent="-292100" lvl="3" marL="1828800">
              <a:lnSpc>
                <a:spcPct val="115000"/>
              </a:lnSpc>
              <a:spcBef>
                <a:spcPts val="800"/>
              </a:spcBef>
              <a:spcAft>
                <a:spcPts val="0"/>
              </a:spcAft>
              <a:buClr>
                <a:schemeClr val="lt1"/>
              </a:buClr>
              <a:buSzPts val="1000"/>
              <a:buFont typeface="Roboto"/>
              <a:buChar char="●"/>
              <a:defRPr/>
            </a:lvl4pPr>
            <a:lvl5pPr indent="-292100" lvl="4" marL="2286000">
              <a:lnSpc>
                <a:spcPct val="115000"/>
              </a:lnSpc>
              <a:spcBef>
                <a:spcPts val="800"/>
              </a:spcBef>
              <a:spcAft>
                <a:spcPts val="0"/>
              </a:spcAft>
              <a:buClr>
                <a:schemeClr val="lt1"/>
              </a:buClr>
              <a:buSzPts val="1000"/>
              <a:buFont typeface="Roboto"/>
              <a:buChar char="○"/>
              <a:defRPr/>
            </a:lvl5pPr>
            <a:lvl6pPr indent="-292100" lvl="5" marL="2743200">
              <a:lnSpc>
                <a:spcPct val="115000"/>
              </a:lnSpc>
              <a:spcBef>
                <a:spcPts val="800"/>
              </a:spcBef>
              <a:spcAft>
                <a:spcPts val="0"/>
              </a:spcAft>
              <a:buClr>
                <a:schemeClr val="lt1"/>
              </a:buClr>
              <a:buSzPts val="1000"/>
              <a:buFont typeface="Roboto"/>
              <a:buChar char="■"/>
              <a:defRPr/>
            </a:lvl6pPr>
            <a:lvl7pPr indent="-292100" lvl="6" marL="3200400">
              <a:lnSpc>
                <a:spcPct val="115000"/>
              </a:lnSpc>
              <a:spcBef>
                <a:spcPts val="800"/>
              </a:spcBef>
              <a:spcAft>
                <a:spcPts val="0"/>
              </a:spcAft>
              <a:buClr>
                <a:schemeClr val="lt1"/>
              </a:buClr>
              <a:buSzPts val="1000"/>
              <a:buFont typeface="Roboto"/>
              <a:buChar char="●"/>
              <a:defRPr/>
            </a:lvl7pPr>
            <a:lvl8pPr indent="-292100" lvl="7" marL="3657600">
              <a:lnSpc>
                <a:spcPct val="115000"/>
              </a:lnSpc>
              <a:spcBef>
                <a:spcPts val="800"/>
              </a:spcBef>
              <a:spcAft>
                <a:spcPts val="0"/>
              </a:spcAft>
              <a:buClr>
                <a:schemeClr val="lt1"/>
              </a:buClr>
              <a:buSzPts val="1000"/>
              <a:buFont typeface="Roboto"/>
              <a:buChar char="○"/>
              <a:defRPr/>
            </a:lvl8pPr>
            <a:lvl9pPr indent="-292100" lvl="8" marL="4114800">
              <a:lnSpc>
                <a:spcPct val="115000"/>
              </a:lnSpc>
              <a:spcBef>
                <a:spcPts val="800"/>
              </a:spcBef>
              <a:spcAft>
                <a:spcPts val="800"/>
              </a:spcAft>
              <a:buClr>
                <a:schemeClr val="lt1"/>
              </a:buClr>
              <a:buSzPts val="1000"/>
              <a:buFont typeface="Roboto"/>
              <a:buChar char="■"/>
              <a:defRPr/>
            </a:lvl9pPr>
          </a:lstStyle>
          <a:p/>
        </p:txBody>
      </p:sp>
      <p:sp>
        <p:nvSpPr>
          <p:cNvPr id="224" name="Google Shape;224;p29"/>
          <p:cNvSpPr txBox="1"/>
          <p:nvPr>
            <p:ph idx="13" type="body"/>
          </p:nvPr>
        </p:nvSpPr>
        <p:spPr>
          <a:xfrm>
            <a:off x="2906400" y="3479438"/>
            <a:ext cx="3376200" cy="330900"/>
          </a:xfrm>
          <a:prstGeom prst="rect">
            <a:avLst/>
          </a:prstGeom>
          <a:noFill/>
        </p:spPr>
        <p:txBody>
          <a:bodyPr anchorCtr="0" anchor="t" bIns="0" lIns="0" spcFirstLastPara="1" rIns="0" wrap="square" tIns="0">
            <a:noAutofit/>
          </a:bodyPr>
          <a:lstStyle>
            <a:lvl1pPr indent="-292100" lvl="0" marL="457200">
              <a:lnSpc>
                <a:spcPct val="115000"/>
              </a:lnSpc>
              <a:spcBef>
                <a:spcPts val="0"/>
              </a:spcBef>
              <a:spcAft>
                <a:spcPts val="0"/>
              </a:spcAft>
              <a:buClr>
                <a:schemeClr val="lt1"/>
              </a:buClr>
              <a:buSzPts val="1000"/>
              <a:buFont typeface="Roboto"/>
              <a:buChar char="●"/>
              <a:defRPr/>
            </a:lvl1pPr>
            <a:lvl2pPr indent="-292100" lvl="1" marL="914400">
              <a:lnSpc>
                <a:spcPct val="115000"/>
              </a:lnSpc>
              <a:spcBef>
                <a:spcPts val="800"/>
              </a:spcBef>
              <a:spcAft>
                <a:spcPts val="0"/>
              </a:spcAft>
              <a:buClr>
                <a:schemeClr val="lt1"/>
              </a:buClr>
              <a:buSzPts val="1000"/>
              <a:buFont typeface="Roboto"/>
              <a:buChar char="○"/>
              <a:defRPr/>
            </a:lvl2pPr>
            <a:lvl3pPr indent="-292100" lvl="2" marL="1371600">
              <a:lnSpc>
                <a:spcPct val="115000"/>
              </a:lnSpc>
              <a:spcBef>
                <a:spcPts val="800"/>
              </a:spcBef>
              <a:spcAft>
                <a:spcPts val="0"/>
              </a:spcAft>
              <a:buClr>
                <a:schemeClr val="lt1"/>
              </a:buClr>
              <a:buSzPts val="1000"/>
              <a:buFont typeface="Roboto"/>
              <a:buChar char="■"/>
              <a:defRPr/>
            </a:lvl3pPr>
            <a:lvl4pPr indent="-292100" lvl="3" marL="1828800">
              <a:lnSpc>
                <a:spcPct val="115000"/>
              </a:lnSpc>
              <a:spcBef>
                <a:spcPts val="800"/>
              </a:spcBef>
              <a:spcAft>
                <a:spcPts val="0"/>
              </a:spcAft>
              <a:buClr>
                <a:schemeClr val="lt1"/>
              </a:buClr>
              <a:buSzPts val="1000"/>
              <a:buFont typeface="Roboto"/>
              <a:buChar char="●"/>
              <a:defRPr/>
            </a:lvl4pPr>
            <a:lvl5pPr indent="-292100" lvl="4" marL="2286000">
              <a:lnSpc>
                <a:spcPct val="115000"/>
              </a:lnSpc>
              <a:spcBef>
                <a:spcPts val="800"/>
              </a:spcBef>
              <a:spcAft>
                <a:spcPts val="0"/>
              </a:spcAft>
              <a:buClr>
                <a:schemeClr val="lt1"/>
              </a:buClr>
              <a:buSzPts val="1000"/>
              <a:buFont typeface="Roboto"/>
              <a:buChar char="○"/>
              <a:defRPr/>
            </a:lvl5pPr>
            <a:lvl6pPr indent="-292100" lvl="5" marL="2743200">
              <a:lnSpc>
                <a:spcPct val="115000"/>
              </a:lnSpc>
              <a:spcBef>
                <a:spcPts val="800"/>
              </a:spcBef>
              <a:spcAft>
                <a:spcPts val="0"/>
              </a:spcAft>
              <a:buClr>
                <a:schemeClr val="lt1"/>
              </a:buClr>
              <a:buSzPts val="1000"/>
              <a:buFont typeface="Roboto"/>
              <a:buChar char="■"/>
              <a:defRPr/>
            </a:lvl6pPr>
            <a:lvl7pPr indent="-292100" lvl="6" marL="3200400">
              <a:lnSpc>
                <a:spcPct val="115000"/>
              </a:lnSpc>
              <a:spcBef>
                <a:spcPts val="800"/>
              </a:spcBef>
              <a:spcAft>
                <a:spcPts val="0"/>
              </a:spcAft>
              <a:buClr>
                <a:schemeClr val="lt1"/>
              </a:buClr>
              <a:buSzPts val="1000"/>
              <a:buFont typeface="Roboto"/>
              <a:buChar char="●"/>
              <a:defRPr/>
            </a:lvl7pPr>
            <a:lvl8pPr indent="-292100" lvl="7" marL="3657600">
              <a:lnSpc>
                <a:spcPct val="115000"/>
              </a:lnSpc>
              <a:spcBef>
                <a:spcPts val="800"/>
              </a:spcBef>
              <a:spcAft>
                <a:spcPts val="0"/>
              </a:spcAft>
              <a:buClr>
                <a:schemeClr val="lt1"/>
              </a:buClr>
              <a:buSzPts val="1000"/>
              <a:buFont typeface="Roboto"/>
              <a:buChar char="○"/>
              <a:defRPr/>
            </a:lvl8pPr>
            <a:lvl9pPr indent="-292100" lvl="8" marL="4114800">
              <a:lnSpc>
                <a:spcPct val="115000"/>
              </a:lnSpc>
              <a:spcBef>
                <a:spcPts val="800"/>
              </a:spcBef>
              <a:spcAft>
                <a:spcPts val="800"/>
              </a:spcAft>
              <a:buClr>
                <a:schemeClr val="lt1"/>
              </a:buClr>
              <a:buSzPts val="1000"/>
              <a:buFont typeface="Roboto"/>
              <a:buChar char="■"/>
              <a:defRPr/>
            </a:lvl9pPr>
          </a:lstStyle>
          <a:p/>
        </p:txBody>
      </p:sp>
      <p:sp>
        <p:nvSpPr>
          <p:cNvPr id="225" name="Google Shape;225;p29"/>
          <p:cNvSpPr txBox="1"/>
          <p:nvPr>
            <p:ph idx="14" type="body"/>
          </p:nvPr>
        </p:nvSpPr>
        <p:spPr>
          <a:xfrm>
            <a:off x="2906400" y="2764263"/>
            <a:ext cx="3376200" cy="330900"/>
          </a:xfrm>
          <a:prstGeom prst="rect">
            <a:avLst/>
          </a:prstGeom>
          <a:noFill/>
        </p:spPr>
        <p:txBody>
          <a:bodyPr anchorCtr="0" anchor="t" bIns="0" lIns="0" spcFirstLastPara="1" rIns="0" wrap="square" tIns="0">
            <a:noAutofit/>
          </a:bodyPr>
          <a:lstStyle>
            <a:lvl1pPr indent="-292100" lvl="0" marL="457200">
              <a:lnSpc>
                <a:spcPct val="115000"/>
              </a:lnSpc>
              <a:spcBef>
                <a:spcPts val="0"/>
              </a:spcBef>
              <a:spcAft>
                <a:spcPts val="0"/>
              </a:spcAft>
              <a:buClr>
                <a:schemeClr val="lt1"/>
              </a:buClr>
              <a:buSzPts val="1000"/>
              <a:buFont typeface="Roboto"/>
              <a:buChar char="●"/>
              <a:defRPr/>
            </a:lvl1pPr>
            <a:lvl2pPr indent="-292100" lvl="1" marL="914400">
              <a:lnSpc>
                <a:spcPct val="115000"/>
              </a:lnSpc>
              <a:spcBef>
                <a:spcPts val="800"/>
              </a:spcBef>
              <a:spcAft>
                <a:spcPts val="0"/>
              </a:spcAft>
              <a:buClr>
                <a:schemeClr val="lt1"/>
              </a:buClr>
              <a:buSzPts val="1000"/>
              <a:buFont typeface="Roboto"/>
              <a:buChar char="○"/>
              <a:defRPr/>
            </a:lvl2pPr>
            <a:lvl3pPr indent="-292100" lvl="2" marL="1371600">
              <a:lnSpc>
                <a:spcPct val="115000"/>
              </a:lnSpc>
              <a:spcBef>
                <a:spcPts val="800"/>
              </a:spcBef>
              <a:spcAft>
                <a:spcPts val="0"/>
              </a:spcAft>
              <a:buClr>
                <a:schemeClr val="lt1"/>
              </a:buClr>
              <a:buSzPts val="1000"/>
              <a:buFont typeface="Roboto"/>
              <a:buChar char="■"/>
              <a:defRPr/>
            </a:lvl3pPr>
            <a:lvl4pPr indent="-292100" lvl="3" marL="1828800">
              <a:lnSpc>
                <a:spcPct val="115000"/>
              </a:lnSpc>
              <a:spcBef>
                <a:spcPts val="800"/>
              </a:spcBef>
              <a:spcAft>
                <a:spcPts val="0"/>
              </a:spcAft>
              <a:buClr>
                <a:schemeClr val="lt1"/>
              </a:buClr>
              <a:buSzPts val="1000"/>
              <a:buFont typeface="Roboto"/>
              <a:buChar char="●"/>
              <a:defRPr/>
            </a:lvl4pPr>
            <a:lvl5pPr indent="-292100" lvl="4" marL="2286000">
              <a:lnSpc>
                <a:spcPct val="115000"/>
              </a:lnSpc>
              <a:spcBef>
                <a:spcPts val="800"/>
              </a:spcBef>
              <a:spcAft>
                <a:spcPts val="0"/>
              </a:spcAft>
              <a:buClr>
                <a:schemeClr val="lt1"/>
              </a:buClr>
              <a:buSzPts val="1000"/>
              <a:buFont typeface="Roboto"/>
              <a:buChar char="○"/>
              <a:defRPr/>
            </a:lvl5pPr>
            <a:lvl6pPr indent="-292100" lvl="5" marL="2743200">
              <a:lnSpc>
                <a:spcPct val="115000"/>
              </a:lnSpc>
              <a:spcBef>
                <a:spcPts val="800"/>
              </a:spcBef>
              <a:spcAft>
                <a:spcPts val="0"/>
              </a:spcAft>
              <a:buClr>
                <a:schemeClr val="lt1"/>
              </a:buClr>
              <a:buSzPts val="1000"/>
              <a:buFont typeface="Roboto"/>
              <a:buChar char="■"/>
              <a:defRPr/>
            </a:lvl6pPr>
            <a:lvl7pPr indent="-292100" lvl="6" marL="3200400">
              <a:lnSpc>
                <a:spcPct val="115000"/>
              </a:lnSpc>
              <a:spcBef>
                <a:spcPts val="800"/>
              </a:spcBef>
              <a:spcAft>
                <a:spcPts val="0"/>
              </a:spcAft>
              <a:buClr>
                <a:schemeClr val="lt1"/>
              </a:buClr>
              <a:buSzPts val="1000"/>
              <a:buFont typeface="Roboto"/>
              <a:buChar char="●"/>
              <a:defRPr/>
            </a:lvl7pPr>
            <a:lvl8pPr indent="-292100" lvl="7" marL="3657600">
              <a:lnSpc>
                <a:spcPct val="115000"/>
              </a:lnSpc>
              <a:spcBef>
                <a:spcPts val="800"/>
              </a:spcBef>
              <a:spcAft>
                <a:spcPts val="0"/>
              </a:spcAft>
              <a:buClr>
                <a:schemeClr val="lt1"/>
              </a:buClr>
              <a:buSzPts val="1000"/>
              <a:buFont typeface="Roboto"/>
              <a:buChar char="○"/>
              <a:defRPr/>
            </a:lvl8pPr>
            <a:lvl9pPr indent="-292100" lvl="8" marL="4114800">
              <a:lnSpc>
                <a:spcPct val="115000"/>
              </a:lnSpc>
              <a:spcBef>
                <a:spcPts val="800"/>
              </a:spcBef>
              <a:spcAft>
                <a:spcPts val="800"/>
              </a:spcAft>
              <a:buClr>
                <a:schemeClr val="lt1"/>
              </a:buClr>
              <a:buSzPts val="1000"/>
              <a:buFont typeface="Roboto"/>
              <a:buChar char="■"/>
              <a:defRPr/>
            </a:lvl9pPr>
          </a:lstStyle>
          <a:p/>
        </p:txBody>
      </p:sp>
      <p:sp>
        <p:nvSpPr>
          <p:cNvPr id="226" name="Google Shape;226;p29"/>
          <p:cNvSpPr txBox="1"/>
          <p:nvPr>
            <p:ph idx="15" type="body"/>
          </p:nvPr>
        </p:nvSpPr>
        <p:spPr>
          <a:xfrm>
            <a:off x="2906400" y="2048313"/>
            <a:ext cx="3376200" cy="330900"/>
          </a:xfrm>
          <a:prstGeom prst="rect">
            <a:avLst/>
          </a:prstGeom>
          <a:noFill/>
        </p:spPr>
        <p:txBody>
          <a:bodyPr anchorCtr="0" anchor="t" bIns="0" lIns="0" spcFirstLastPara="1" rIns="0" wrap="square" tIns="0">
            <a:noAutofit/>
          </a:bodyPr>
          <a:lstStyle>
            <a:lvl1pPr indent="-292100" lvl="0" marL="457200">
              <a:lnSpc>
                <a:spcPct val="115000"/>
              </a:lnSpc>
              <a:spcBef>
                <a:spcPts val="0"/>
              </a:spcBef>
              <a:spcAft>
                <a:spcPts val="0"/>
              </a:spcAft>
              <a:buClr>
                <a:schemeClr val="lt1"/>
              </a:buClr>
              <a:buSzPts val="1000"/>
              <a:buFont typeface="Roboto"/>
              <a:buChar char="●"/>
              <a:defRPr/>
            </a:lvl1pPr>
            <a:lvl2pPr indent="-292100" lvl="1" marL="914400">
              <a:lnSpc>
                <a:spcPct val="115000"/>
              </a:lnSpc>
              <a:spcBef>
                <a:spcPts val="800"/>
              </a:spcBef>
              <a:spcAft>
                <a:spcPts val="0"/>
              </a:spcAft>
              <a:buClr>
                <a:schemeClr val="lt1"/>
              </a:buClr>
              <a:buSzPts val="1000"/>
              <a:buFont typeface="Roboto"/>
              <a:buChar char="○"/>
              <a:defRPr/>
            </a:lvl2pPr>
            <a:lvl3pPr indent="-292100" lvl="2" marL="1371600">
              <a:lnSpc>
                <a:spcPct val="115000"/>
              </a:lnSpc>
              <a:spcBef>
                <a:spcPts val="800"/>
              </a:spcBef>
              <a:spcAft>
                <a:spcPts val="0"/>
              </a:spcAft>
              <a:buClr>
                <a:schemeClr val="lt1"/>
              </a:buClr>
              <a:buSzPts val="1000"/>
              <a:buFont typeface="Roboto"/>
              <a:buChar char="■"/>
              <a:defRPr/>
            </a:lvl3pPr>
            <a:lvl4pPr indent="-292100" lvl="3" marL="1828800">
              <a:lnSpc>
                <a:spcPct val="115000"/>
              </a:lnSpc>
              <a:spcBef>
                <a:spcPts val="800"/>
              </a:spcBef>
              <a:spcAft>
                <a:spcPts val="0"/>
              </a:spcAft>
              <a:buClr>
                <a:schemeClr val="lt1"/>
              </a:buClr>
              <a:buSzPts val="1000"/>
              <a:buFont typeface="Roboto"/>
              <a:buChar char="●"/>
              <a:defRPr/>
            </a:lvl4pPr>
            <a:lvl5pPr indent="-292100" lvl="4" marL="2286000">
              <a:lnSpc>
                <a:spcPct val="115000"/>
              </a:lnSpc>
              <a:spcBef>
                <a:spcPts val="800"/>
              </a:spcBef>
              <a:spcAft>
                <a:spcPts val="0"/>
              </a:spcAft>
              <a:buClr>
                <a:schemeClr val="lt1"/>
              </a:buClr>
              <a:buSzPts val="1000"/>
              <a:buFont typeface="Roboto"/>
              <a:buChar char="○"/>
              <a:defRPr/>
            </a:lvl5pPr>
            <a:lvl6pPr indent="-292100" lvl="5" marL="2743200">
              <a:lnSpc>
                <a:spcPct val="115000"/>
              </a:lnSpc>
              <a:spcBef>
                <a:spcPts val="800"/>
              </a:spcBef>
              <a:spcAft>
                <a:spcPts val="0"/>
              </a:spcAft>
              <a:buClr>
                <a:schemeClr val="lt1"/>
              </a:buClr>
              <a:buSzPts val="1000"/>
              <a:buFont typeface="Roboto"/>
              <a:buChar char="■"/>
              <a:defRPr/>
            </a:lvl6pPr>
            <a:lvl7pPr indent="-292100" lvl="6" marL="3200400">
              <a:lnSpc>
                <a:spcPct val="115000"/>
              </a:lnSpc>
              <a:spcBef>
                <a:spcPts val="800"/>
              </a:spcBef>
              <a:spcAft>
                <a:spcPts val="0"/>
              </a:spcAft>
              <a:buClr>
                <a:schemeClr val="lt1"/>
              </a:buClr>
              <a:buSzPts val="1000"/>
              <a:buFont typeface="Roboto"/>
              <a:buChar char="●"/>
              <a:defRPr/>
            </a:lvl7pPr>
            <a:lvl8pPr indent="-292100" lvl="7" marL="3657600">
              <a:lnSpc>
                <a:spcPct val="115000"/>
              </a:lnSpc>
              <a:spcBef>
                <a:spcPts val="800"/>
              </a:spcBef>
              <a:spcAft>
                <a:spcPts val="0"/>
              </a:spcAft>
              <a:buClr>
                <a:schemeClr val="lt1"/>
              </a:buClr>
              <a:buSzPts val="1000"/>
              <a:buFont typeface="Roboto"/>
              <a:buChar char="○"/>
              <a:defRPr/>
            </a:lvl8pPr>
            <a:lvl9pPr indent="-292100" lvl="8" marL="4114800">
              <a:lnSpc>
                <a:spcPct val="115000"/>
              </a:lnSpc>
              <a:spcBef>
                <a:spcPts val="800"/>
              </a:spcBef>
              <a:spcAft>
                <a:spcPts val="800"/>
              </a:spcAft>
              <a:buClr>
                <a:schemeClr val="lt1"/>
              </a:buClr>
              <a:buSzPts val="1000"/>
              <a:buFont typeface="Roboto"/>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1_1_1_1_1_1_1_1_1_1">
    <p:bg>
      <p:bgPr>
        <a:gradFill>
          <a:gsLst>
            <a:gs pos="0">
              <a:schemeClr val="accent4"/>
            </a:gs>
            <a:gs pos="100000">
              <a:schemeClr val="dk1"/>
            </a:gs>
          </a:gsLst>
          <a:lin ang="5400012" scaled="0"/>
        </a:gradFill>
      </p:bgPr>
    </p:bg>
    <p:spTree>
      <p:nvGrpSpPr>
        <p:cNvPr id="227" name="Shape 227"/>
        <p:cNvGrpSpPr/>
        <p:nvPr/>
      </p:nvGrpSpPr>
      <p:grpSpPr>
        <a:xfrm>
          <a:off x="0" y="0"/>
          <a:ext cx="0" cy="0"/>
          <a:chOff x="0" y="0"/>
          <a:chExt cx="0" cy="0"/>
        </a:xfrm>
      </p:grpSpPr>
      <p:sp>
        <p:nvSpPr>
          <p:cNvPr id="228" name="Google Shape;228;p30"/>
          <p:cNvSpPr/>
          <p:nvPr/>
        </p:nvSpPr>
        <p:spPr>
          <a:xfrm>
            <a:off x="8891100" y="228600"/>
            <a:ext cx="24300" cy="1354500"/>
          </a:xfrm>
          <a:prstGeom prst="rect">
            <a:avLst/>
          </a:prstGeom>
          <a:gradFill>
            <a:gsLst>
              <a:gs pos="0">
                <a:schemeClr val="accent2"/>
              </a:gs>
              <a:gs pos="100000">
                <a:schemeClr val="dk2"/>
              </a:gs>
            </a:gsLst>
            <a:lin ang="54007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29" name="Google Shape;229;p30"/>
          <p:cNvSpPr/>
          <p:nvPr/>
        </p:nvSpPr>
        <p:spPr>
          <a:xfrm flipH="1" rot="10800000">
            <a:off x="8891100" y="3225473"/>
            <a:ext cx="24300" cy="744600"/>
          </a:xfrm>
          <a:prstGeom prst="rect">
            <a:avLst/>
          </a:prstGeom>
          <a:gradFill>
            <a:gsLst>
              <a:gs pos="0">
                <a:schemeClr val="accent2"/>
              </a:gs>
              <a:gs pos="100000">
                <a:schemeClr val="dk2"/>
              </a:gs>
            </a:gsLst>
            <a:lin ang="54007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30" name="Google Shape;230;p30"/>
          <p:cNvSpPr/>
          <p:nvPr/>
        </p:nvSpPr>
        <p:spPr>
          <a:xfrm>
            <a:off x="8891100" y="2283200"/>
            <a:ext cx="24300" cy="24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31" name="Google Shape;231;p30"/>
          <p:cNvSpPr/>
          <p:nvPr/>
        </p:nvSpPr>
        <p:spPr>
          <a:xfrm>
            <a:off x="8891100" y="4888013"/>
            <a:ext cx="24300" cy="24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32" name="Google Shape;232;p30"/>
          <p:cNvSpPr/>
          <p:nvPr/>
        </p:nvSpPr>
        <p:spPr>
          <a:xfrm>
            <a:off x="8891100" y="2392138"/>
            <a:ext cx="24300" cy="24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33" name="Google Shape;233;p30"/>
          <p:cNvSpPr/>
          <p:nvPr/>
        </p:nvSpPr>
        <p:spPr>
          <a:xfrm>
            <a:off x="8891100" y="2501063"/>
            <a:ext cx="24300" cy="24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34" name="Google Shape;234;p30"/>
          <p:cNvSpPr/>
          <p:nvPr/>
        </p:nvSpPr>
        <p:spPr>
          <a:xfrm>
            <a:off x="-4353375" y="-4359625"/>
            <a:ext cx="8713800" cy="8713800"/>
          </a:xfrm>
          <a:prstGeom prst="pie">
            <a:avLst>
              <a:gd fmla="val 2137" name="adj1"/>
              <a:gd fmla="val 5410266" name="adj2"/>
            </a:avLst>
          </a:prstGeom>
          <a:gradFill>
            <a:gsLst>
              <a:gs pos="0">
                <a:schemeClr val="dk1"/>
              </a:gs>
              <a:gs pos="28000">
                <a:schemeClr val="dk1"/>
              </a:gs>
              <a:gs pos="100000">
                <a:schemeClr val="dk2"/>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35" name="Google Shape;235;p30"/>
          <p:cNvSpPr/>
          <p:nvPr/>
        </p:nvSpPr>
        <p:spPr>
          <a:xfrm>
            <a:off x="7661425" y="1330972"/>
            <a:ext cx="406500" cy="406500"/>
          </a:xfrm>
          <a:prstGeom prst="ellipse">
            <a:avLst/>
          </a:prstGeom>
          <a:gradFill>
            <a:gsLst>
              <a:gs pos="0">
                <a:schemeClr val="dk1"/>
              </a:gs>
              <a:gs pos="31000">
                <a:schemeClr val="dk1"/>
              </a:gs>
              <a:gs pos="100000">
                <a:schemeClr val="accent4"/>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36" name="Google Shape;236;p30"/>
          <p:cNvSpPr txBox="1"/>
          <p:nvPr>
            <p:ph idx="1" type="subTitle"/>
          </p:nvPr>
        </p:nvSpPr>
        <p:spPr>
          <a:xfrm>
            <a:off x="228600" y="3629463"/>
            <a:ext cx="256800" cy="1107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000"/>
              <a:buFont typeface="Space Grotesk"/>
              <a:buNone/>
              <a:defRPr sz="1000">
                <a:solidFill>
                  <a:schemeClr val="accent2"/>
                </a:solidFill>
              </a:defRPr>
            </a:lvl1pPr>
            <a:lvl2pPr lvl="1">
              <a:spcBef>
                <a:spcPts val="0"/>
              </a:spcBef>
              <a:spcAft>
                <a:spcPts val="0"/>
              </a:spcAft>
              <a:buClr>
                <a:schemeClr val="accent2"/>
              </a:buClr>
              <a:buSzPts val="1000"/>
              <a:buFont typeface="Space Grotesk"/>
              <a:buNone/>
              <a:defRPr sz="1000">
                <a:solidFill>
                  <a:schemeClr val="accent2"/>
                </a:solidFill>
              </a:defRPr>
            </a:lvl2pPr>
            <a:lvl3pPr lvl="2">
              <a:spcBef>
                <a:spcPts val="0"/>
              </a:spcBef>
              <a:spcAft>
                <a:spcPts val="0"/>
              </a:spcAft>
              <a:buClr>
                <a:schemeClr val="accent2"/>
              </a:buClr>
              <a:buSzPts val="1000"/>
              <a:buFont typeface="Space Grotesk"/>
              <a:buNone/>
              <a:defRPr sz="1000">
                <a:solidFill>
                  <a:schemeClr val="accent2"/>
                </a:solidFill>
              </a:defRPr>
            </a:lvl3pPr>
            <a:lvl4pPr lvl="3">
              <a:spcBef>
                <a:spcPts val="0"/>
              </a:spcBef>
              <a:spcAft>
                <a:spcPts val="0"/>
              </a:spcAft>
              <a:buClr>
                <a:schemeClr val="accent2"/>
              </a:buClr>
              <a:buSzPts val="1000"/>
              <a:buFont typeface="Space Grotesk"/>
              <a:buNone/>
              <a:defRPr sz="1000">
                <a:solidFill>
                  <a:schemeClr val="accent2"/>
                </a:solidFill>
              </a:defRPr>
            </a:lvl4pPr>
            <a:lvl5pPr lvl="4">
              <a:spcBef>
                <a:spcPts val="0"/>
              </a:spcBef>
              <a:spcAft>
                <a:spcPts val="0"/>
              </a:spcAft>
              <a:buClr>
                <a:schemeClr val="accent2"/>
              </a:buClr>
              <a:buSzPts val="1000"/>
              <a:buFont typeface="Space Grotesk"/>
              <a:buNone/>
              <a:defRPr sz="1000">
                <a:solidFill>
                  <a:schemeClr val="accent2"/>
                </a:solidFill>
              </a:defRPr>
            </a:lvl5pPr>
            <a:lvl6pPr lvl="5">
              <a:spcBef>
                <a:spcPts val="0"/>
              </a:spcBef>
              <a:spcAft>
                <a:spcPts val="0"/>
              </a:spcAft>
              <a:buClr>
                <a:schemeClr val="accent2"/>
              </a:buClr>
              <a:buSzPts val="1000"/>
              <a:buFont typeface="Space Grotesk"/>
              <a:buNone/>
              <a:defRPr sz="1000">
                <a:solidFill>
                  <a:schemeClr val="accent2"/>
                </a:solidFill>
              </a:defRPr>
            </a:lvl6pPr>
            <a:lvl7pPr lvl="6">
              <a:spcBef>
                <a:spcPts val="0"/>
              </a:spcBef>
              <a:spcAft>
                <a:spcPts val="0"/>
              </a:spcAft>
              <a:buClr>
                <a:schemeClr val="accent2"/>
              </a:buClr>
              <a:buSzPts val="1000"/>
              <a:buFont typeface="Space Grotesk"/>
              <a:buNone/>
              <a:defRPr sz="1000">
                <a:solidFill>
                  <a:schemeClr val="accent2"/>
                </a:solidFill>
              </a:defRPr>
            </a:lvl7pPr>
            <a:lvl8pPr lvl="7">
              <a:spcBef>
                <a:spcPts val="0"/>
              </a:spcBef>
              <a:spcAft>
                <a:spcPts val="0"/>
              </a:spcAft>
              <a:buClr>
                <a:schemeClr val="accent2"/>
              </a:buClr>
              <a:buSzPts val="1000"/>
              <a:buFont typeface="Space Grotesk"/>
              <a:buNone/>
              <a:defRPr sz="1000">
                <a:solidFill>
                  <a:schemeClr val="accent2"/>
                </a:solidFill>
              </a:defRPr>
            </a:lvl8pPr>
            <a:lvl9pPr lvl="8">
              <a:spcBef>
                <a:spcPts val="0"/>
              </a:spcBef>
              <a:spcAft>
                <a:spcPts val="0"/>
              </a:spcAft>
              <a:buClr>
                <a:schemeClr val="accent2"/>
              </a:buClr>
              <a:buSzPts val="1000"/>
              <a:buFont typeface="Space Grotesk"/>
              <a:buNone/>
              <a:defRPr sz="1000">
                <a:solidFill>
                  <a:schemeClr val="accent2"/>
                </a:solidFill>
              </a:defRPr>
            </a:lvl9pPr>
          </a:lstStyle>
          <a:p/>
        </p:txBody>
      </p:sp>
      <p:sp>
        <p:nvSpPr>
          <p:cNvPr id="237" name="Google Shape;237;p30"/>
          <p:cNvSpPr/>
          <p:nvPr/>
        </p:nvSpPr>
        <p:spPr>
          <a:xfrm>
            <a:off x="5772475" y="912625"/>
            <a:ext cx="1243200" cy="1243200"/>
          </a:xfrm>
          <a:prstGeom prst="ellipse">
            <a:avLst/>
          </a:prstGeom>
          <a:gradFill>
            <a:gsLst>
              <a:gs pos="0">
                <a:schemeClr val="dk1"/>
              </a:gs>
              <a:gs pos="28000">
                <a:schemeClr val="dk1"/>
              </a:gs>
              <a:gs pos="100000">
                <a:schemeClr val="dk2"/>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38" name="Google Shape;238;p30"/>
          <p:cNvSpPr txBox="1"/>
          <p:nvPr>
            <p:ph idx="2" type="subTitle"/>
          </p:nvPr>
        </p:nvSpPr>
        <p:spPr>
          <a:xfrm>
            <a:off x="541125" y="2779925"/>
            <a:ext cx="2818200" cy="138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Space Grotesk"/>
              <a:buNone/>
              <a:defRPr sz="1000"/>
            </a:lvl1pPr>
            <a:lvl2pPr lvl="1">
              <a:spcBef>
                <a:spcPts val="0"/>
              </a:spcBef>
              <a:spcAft>
                <a:spcPts val="0"/>
              </a:spcAft>
              <a:buClr>
                <a:schemeClr val="lt1"/>
              </a:buClr>
              <a:buSzPts val="1000"/>
              <a:buFont typeface="Space Grotesk"/>
              <a:buNone/>
              <a:defRPr sz="1000"/>
            </a:lvl2pPr>
            <a:lvl3pPr lvl="2">
              <a:spcBef>
                <a:spcPts val="0"/>
              </a:spcBef>
              <a:spcAft>
                <a:spcPts val="0"/>
              </a:spcAft>
              <a:buClr>
                <a:schemeClr val="lt1"/>
              </a:buClr>
              <a:buSzPts val="1000"/>
              <a:buFont typeface="Space Grotesk"/>
              <a:buNone/>
              <a:defRPr sz="1000"/>
            </a:lvl3pPr>
            <a:lvl4pPr lvl="3">
              <a:spcBef>
                <a:spcPts val="0"/>
              </a:spcBef>
              <a:spcAft>
                <a:spcPts val="0"/>
              </a:spcAft>
              <a:buClr>
                <a:schemeClr val="lt1"/>
              </a:buClr>
              <a:buSzPts val="1000"/>
              <a:buFont typeface="Space Grotesk"/>
              <a:buNone/>
              <a:defRPr sz="1000"/>
            </a:lvl4pPr>
            <a:lvl5pPr lvl="4">
              <a:spcBef>
                <a:spcPts val="0"/>
              </a:spcBef>
              <a:spcAft>
                <a:spcPts val="0"/>
              </a:spcAft>
              <a:buClr>
                <a:schemeClr val="lt1"/>
              </a:buClr>
              <a:buSzPts val="1000"/>
              <a:buFont typeface="Space Grotesk"/>
              <a:buNone/>
              <a:defRPr sz="1000"/>
            </a:lvl5pPr>
            <a:lvl6pPr lvl="5">
              <a:spcBef>
                <a:spcPts val="0"/>
              </a:spcBef>
              <a:spcAft>
                <a:spcPts val="0"/>
              </a:spcAft>
              <a:buClr>
                <a:schemeClr val="lt1"/>
              </a:buClr>
              <a:buSzPts val="1000"/>
              <a:buFont typeface="Space Grotesk"/>
              <a:buNone/>
              <a:defRPr sz="1000"/>
            </a:lvl6pPr>
            <a:lvl7pPr lvl="6">
              <a:spcBef>
                <a:spcPts val="0"/>
              </a:spcBef>
              <a:spcAft>
                <a:spcPts val="0"/>
              </a:spcAft>
              <a:buClr>
                <a:schemeClr val="lt1"/>
              </a:buClr>
              <a:buSzPts val="1000"/>
              <a:buFont typeface="Space Grotesk"/>
              <a:buNone/>
              <a:defRPr sz="1000"/>
            </a:lvl7pPr>
            <a:lvl8pPr lvl="7">
              <a:spcBef>
                <a:spcPts val="0"/>
              </a:spcBef>
              <a:spcAft>
                <a:spcPts val="0"/>
              </a:spcAft>
              <a:buClr>
                <a:schemeClr val="lt1"/>
              </a:buClr>
              <a:buSzPts val="1000"/>
              <a:buFont typeface="Space Grotesk"/>
              <a:buNone/>
              <a:defRPr sz="1000"/>
            </a:lvl8pPr>
            <a:lvl9pPr lvl="8">
              <a:spcBef>
                <a:spcPts val="0"/>
              </a:spcBef>
              <a:spcAft>
                <a:spcPts val="0"/>
              </a:spcAft>
              <a:buClr>
                <a:schemeClr val="lt1"/>
              </a:buClr>
              <a:buSzPts val="1000"/>
              <a:buFont typeface="Space Grotesk"/>
              <a:buNone/>
              <a:defRPr sz="1000"/>
            </a:lvl9pPr>
          </a:lstStyle>
          <a:p/>
        </p:txBody>
      </p:sp>
      <p:sp>
        <p:nvSpPr>
          <p:cNvPr id="239" name="Google Shape;239;p30"/>
          <p:cNvSpPr txBox="1"/>
          <p:nvPr>
            <p:ph type="title"/>
          </p:nvPr>
        </p:nvSpPr>
        <p:spPr>
          <a:xfrm>
            <a:off x="212450" y="177900"/>
            <a:ext cx="5789400" cy="4065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240" name="Google Shape;240;p30"/>
          <p:cNvSpPr txBox="1"/>
          <p:nvPr>
            <p:ph idx="3" type="subTitle"/>
          </p:nvPr>
        </p:nvSpPr>
        <p:spPr>
          <a:xfrm>
            <a:off x="541125" y="3001750"/>
            <a:ext cx="2818200" cy="1107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1pPr>
            <a:lvl2pPr lvl="1">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2pPr>
            <a:lvl3pPr lvl="2">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3pPr>
            <a:lvl4pPr lvl="3">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4pPr>
            <a:lvl5pPr lvl="4">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5pPr>
            <a:lvl6pPr lvl="5">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6pPr>
            <a:lvl7pPr lvl="6">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7pPr>
            <a:lvl8pPr lvl="7">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8pPr>
            <a:lvl9pPr lvl="8">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9pPr>
          </a:lstStyle>
          <a:p/>
        </p:txBody>
      </p:sp>
      <p:sp>
        <p:nvSpPr>
          <p:cNvPr id="241" name="Google Shape;241;p30"/>
          <p:cNvSpPr txBox="1"/>
          <p:nvPr>
            <p:ph idx="4" type="subTitle"/>
          </p:nvPr>
        </p:nvSpPr>
        <p:spPr>
          <a:xfrm>
            <a:off x="228600" y="2767150"/>
            <a:ext cx="256800" cy="1107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000"/>
              <a:buFont typeface="Space Grotesk"/>
              <a:buNone/>
              <a:defRPr sz="1000">
                <a:solidFill>
                  <a:schemeClr val="accent2"/>
                </a:solidFill>
              </a:defRPr>
            </a:lvl1pPr>
            <a:lvl2pPr lvl="1">
              <a:spcBef>
                <a:spcPts val="0"/>
              </a:spcBef>
              <a:spcAft>
                <a:spcPts val="0"/>
              </a:spcAft>
              <a:buClr>
                <a:schemeClr val="accent2"/>
              </a:buClr>
              <a:buSzPts val="1000"/>
              <a:buFont typeface="Space Grotesk"/>
              <a:buNone/>
              <a:defRPr sz="1000">
                <a:solidFill>
                  <a:schemeClr val="accent2"/>
                </a:solidFill>
              </a:defRPr>
            </a:lvl2pPr>
            <a:lvl3pPr lvl="2">
              <a:spcBef>
                <a:spcPts val="0"/>
              </a:spcBef>
              <a:spcAft>
                <a:spcPts val="0"/>
              </a:spcAft>
              <a:buClr>
                <a:schemeClr val="accent2"/>
              </a:buClr>
              <a:buSzPts val="1000"/>
              <a:buFont typeface="Space Grotesk"/>
              <a:buNone/>
              <a:defRPr sz="1000">
                <a:solidFill>
                  <a:schemeClr val="accent2"/>
                </a:solidFill>
              </a:defRPr>
            </a:lvl3pPr>
            <a:lvl4pPr lvl="3">
              <a:spcBef>
                <a:spcPts val="0"/>
              </a:spcBef>
              <a:spcAft>
                <a:spcPts val="0"/>
              </a:spcAft>
              <a:buClr>
                <a:schemeClr val="accent2"/>
              </a:buClr>
              <a:buSzPts val="1000"/>
              <a:buFont typeface="Space Grotesk"/>
              <a:buNone/>
              <a:defRPr sz="1000">
                <a:solidFill>
                  <a:schemeClr val="accent2"/>
                </a:solidFill>
              </a:defRPr>
            </a:lvl4pPr>
            <a:lvl5pPr lvl="4">
              <a:spcBef>
                <a:spcPts val="0"/>
              </a:spcBef>
              <a:spcAft>
                <a:spcPts val="0"/>
              </a:spcAft>
              <a:buClr>
                <a:schemeClr val="accent2"/>
              </a:buClr>
              <a:buSzPts val="1000"/>
              <a:buFont typeface="Space Grotesk"/>
              <a:buNone/>
              <a:defRPr sz="1000">
                <a:solidFill>
                  <a:schemeClr val="accent2"/>
                </a:solidFill>
              </a:defRPr>
            </a:lvl5pPr>
            <a:lvl6pPr lvl="5">
              <a:spcBef>
                <a:spcPts val="0"/>
              </a:spcBef>
              <a:spcAft>
                <a:spcPts val="0"/>
              </a:spcAft>
              <a:buClr>
                <a:schemeClr val="accent2"/>
              </a:buClr>
              <a:buSzPts val="1000"/>
              <a:buFont typeface="Space Grotesk"/>
              <a:buNone/>
              <a:defRPr sz="1000">
                <a:solidFill>
                  <a:schemeClr val="accent2"/>
                </a:solidFill>
              </a:defRPr>
            </a:lvl6pPr>
            <a:lvl7pPr lvl="6">
              <a:spcBef>
                <a:spcPts val="0"/>
              </a:spcBef>
              <a:spcAft>
                <a:spcPts val="0"/>
              </a:spcAft>
              <a:buClr>
                <a:schemeClr val="accent2"/>
              </a:buClr>
              <a:buSzPts val="1000"/>
              <a:buFont typeface="Space Grotesk"/>
              <a:buNone/>
              <a:defRPr sz="1000">
                <a:solidFill>
                  <a:schemeClr val="accent2"/>
                </a:solidFill>
              </a:defRPr>
            </a:lvl7pPr>
            <a:lvl8pPr lvl="7">
              <a:spcBef>
                <a:spcPts val="0"/>
              </a:spcBef>
              <a:spcAft>
                <a:spcPts val="0"/>
              </a:spcAft>
              <a:buClr>
                <a:schemeClr val="accent2"/>
              </a:buClr>
              <a:buSzPts val="1000"/>
              <a:buFont typeface="Space Grotesk"/>
              <a:buNone/>
              <a:defRPr sz="1000">
                <a:solidFill>
                  <a:schemeClr val="accent2"/>
                </a:solidFill>
              </a:defRPr>
            </a:lvl8pPr>
            <a:lvl9pPr lvl="8">
              <a:spcBef>
                <a:spcPts val="0"/>
              </a:spcBef>
              <a:spcAft>
                <a:spcPts val="0"/>
              </a:spcAft>
              <a:buClr>
                <a:schemeClr val="accent2"/>
              </a:buClr>
              <a:buSzPts val="1000"/>
              <a:buFont typeface="Space Grotesk"/>
              <a:buNone/>
              <a:defRPr sz="1000">
                <a:solidFill>
                  <a:schemeClr val="accent2"/>
                </a:solidFill>
              </a:defRPr>
            </a:lvl9pPr>
          </a:lstStyle>
          <a:p/>
        </p:txBody>
      </p:sp>
      <p:sp>
        <p:nvSpPr>
          <p:cNvPr id="242" name="Google Shape;242;p30"/>
          <p:cNvSpPr txBox="1"/>
          <p:nvPr>
            <p:ph idx="5" type="subTitle"/>
          </p:nvPr>
        </p:nvSpPr>
        <p:spPr>
          <a:xfrm>
            <a:off x="3914650" y="2779925"/>
            <a:ext cx="2818200" cy="138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Space Grotesk"/>
              <a:buNone/>
              <a:defRPr sz="1000"/>
            </a:lvl1pPr>
            <a:lvl2pPr lvl="1">
              <a:spcBef>
                <a:spcPts val="0"/>
              </a:spcBef>
              <a:spcAft>
                <a:spcPts val="0"/>
              </a:spcAft>
              <a:buClr>
                <a:schemeClr val="lt1"/>
              </a:buClr>
              <a:buSzPts val="1000"/>
              <a:buFont typeface="Space Grotesk"/>
              <a:buNone/>
              <a:defRPr sz="1000"/>
            </a:lvl2pPr>
            <a:lvl3pPr lvl="2">
              <a:spcBef>
                <a:spcPts val="0"/>
              </a:spcBef>
              <a:spcAft>
                <a:spcPts val="0"/>
              </a:spcAft>
              <a:buClr>
                <a:schemeClr val="lt1"/>
              </a:buClr>
              <a:buSzPts val="1000"/>
              <a:buFont typeface="Space Grotesk"/>
              <a:buNone/>
              <a:defRPr sz="1000"/>
            </a:lvl3pPr>
            <a:lvl4pPr lvl="3">
              <a:spcBef>
                <a:spcPts val="0"/>
              </a:spcBef>
              <a:spcAft>
                <a:spcPts val="0"/>
              </a:spcAft>
              <a:buClr>
                <a:schemeClr val="lt1"/>
              </a:buClr>
              <a:buSzPts val="1000"/>
              <a:buFont typeface="Space Grotesk"/>
              <a:buNone/>
              <a:defRPr sz="1000"/>
            </a:lvl4pPr>
            <a:lvl5pPr lvl="4">
              <a:spcBef>
                <a:spcPts val="0"/>
              </a:spcBef>
              <a:spcAft>
                <a:spcPts val="0"/>
              </a:spcAft>
              <a:buClr>
                <a:schemeClr val="lt1"/>
              </a:buClr>
              <a:buSzPts val="1000"/>
              <a:buFont typeface="Space Grotesk"/>
              <a:buNone/>
              <a:defRPr sz="1000"/>
            </a:lvl5pPr>
            <a:lvl6pPr lvl="5">
              <a:spcBef>
                <a:spcPts val="0"/>
              </a:spcBef>
              <a:spcAft>
                <a:spcPts val="0"/>
              </a:spcAft>
              <a:buClr>
                <a:schemeClr val="lt1"/>
              </a:buClr>
              <a:buSzPts val="1000"/>
              <a:buFont typeface="Space Grotesk"/>
              <a:buNone/>
              <a:defRPr sz="1000"/>
            </a:lvl6pPr>
            <a:lvl7pPr lvl="6">
              <a:spcBef>
                <a:spcPts val="0"/>
              </a:spcBef>
              <a:spcAft>
                <a:spcPts val="0"/>
              </a:spcAft>
              <a:buClr>
                <a:schemeClr val="lt1"/>
              </a:buClr>
              <a:buSzPts val="1000"/>
              <a:buFont typeface="Space Grotesk"/>
              <a:buNone/>
              <a:defRPr sz="1000"/>
            </a:lvl7pPr>
            <a:lvl8pPr lvl="7">
              <a:spcBef>
                <a:spcPts val="0"/>
              </a:spcBef>
              <a:spcAft>
                <a:spcPts val="0"/>
              </a:spcAft>
              <a:buClr>
                <a:schemeClr val="lt1"/>
              </a:buClr>
              <a:buSzPts val="1000"/>
              <a:buFont typeface="Space Grotesk"/>
              <a:buNone/>
              <a:defRPr sz="1000"/>
            </a:lvl8pPr>
            <a:lvl9pPr lvl="8">
              <a:spcBef>
                <a:spcPts val="0"/>
              </a:spcBef>
              <a:spcAft>
                <a:spcPts val="0"/>
              </a:spcAft>
              <a:buClr>
                <a:schemeClr val="lt1"/>
              </a:buClr>
              <a:buSzPts val="1000"/>
              <a:buFont typeface="Space Grotesk"/>
              <a:buNone/>
              <a:defRPr sz="1000"/>
            </a:lvl9pPr>
          </a:lstStyle>
          <a:p/>
        </p:txBody>
      </p:sp>
      <p:sp>
        <p:nvSpPr>
          <p:cNvPr id="243" name="Google Shape;243;p30"/>
          <p:cNvSpPr txBox="1"/>
          <p:nvPr>
            <p:ph idx="6" type="subTitle"/>
          </p:nvPr>
        </p:nvSpPr>
        <p:spPr>
          <a:xfrm>
            <a:off x="3914650" y="3001750"/>
            <a:ext cx="2818200" cy="1107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1pPr>
            <a:lvl2pPr lvl="1">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2pPr>
            <a:lvl3pPr lvl="2">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3pPr>
            <a:lvl4pPr lvl="3">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4pPr>
            <a:lvl5pPr lvl="4">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5pPr>
            <a:lvl6pPr lvl="5">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6pPr>
            <a:lvl7pPr lvl="6">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7pPr>
            <a:lvl8pPr lvl="7">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8pPr>
            <a:lvl9pPr lvl="8">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9pPr>
          </a:lstStyle>
          <a:p/>
        </p:txBody>
      </p:sp>
      <p:sp>
        <p:nvSpPr>
          <p:cNvPr id="244" name="Google Shape;244;p30"/>
          <p:cNvSpPr txBox="1"/>
          <p:nvPr>
            <p:ph idx="7" type="subTitle"/>
          </p:nvPr>
        </p:nvSpPr>
        <p:spPr>
          <a:xfrm>
            <a:off x="3602125" y="2767150"/>
            <a:ext cx="256800" cy="1107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000"/>
              <a:buFont typeface="Space Grotesk"/>
              <a:buNone/>
              <a:defRPr sz="1000">
                <a:solidFill>
                  <a:schemeClr val="accent2"/>
                </a:solidFill>
              </a:defRPr>
            </a:lvl1pPr>
            <a:lvl2pPr lvl="1">
              <a:spcBef>
                <a:spcPts val="0"/>
              </a:spcBef>
              <a:spcAft>
                <a:spcPts val="0"/>
              </a:spcAft>
              <a:buClr>
                <a:schemeClr val="accent2"/>
              </a:buClr>
              <a:buSzPts val="1000"/>
              <a:buFont typeface="Space Grotesk"/>
              <a:buNone/>
              <a:defRPr sz="1000">
                <a:solidFill>
                  <a:schemeClr val="accent2"/>
                </a:solidFill>
              </a:defRPr>
            </a:lvl2pPr>
            <a:lvl3pPr lvl="2">
              <a:spcBef>
                <a:spcPts val="0"/>
              </a:spcBef>
              <a:spcAft>
                <a:spcPts val="0"/>
              </a:spcAft>
              <a:buClr>
                <a:schemeClr val="accent2"/>
              </a:buClr>
              <a:buSzPts val="1000"/>
              <a:buFont typeface="Space Grotesk"/>
              <a:buNone/>
              <a:defRPr sz="1000">
                <a:solidFill>
                  <a:schemeClr val="accent2"/>
                </a:solidFill>
              </a:defRPr>
            </a:lvl3pPr>
            <a:lvl4pPr lvl="3">
              <a:spcBef>
                <a:spcPts val="0"/>
              </a:spcBef>
              <a:spcAft>
                <a:spcPts val="0"/>
              </a:spcAft>
              <a:buClr>
                <a:schemeClr val="accent2"/>
              </a:buClr>
              <a:buSzPts val="1000"/>
              <a:buFont typeface="Space Grotesk"/>
              <a:buNone/>
              <a:defRPr sz="1000">
                <a:solidFill>
                  <a:schemeClr val="accent2"/>
                </a:solidFill>
              </a:defRPr>
            </a:lvl4pPr>
            <a:lvl5pPr lvl="4">
              <a:spcBef>
                <a:spcPts val="0"/>
              </a:spcBef>
              <a:spcAft>
                <a:spcPts val="0"/>
              </a:spcAft>
              <a:buClr>
                <a:schemeClr val="accent2"/>
              </a:buClr>
              <a:buSzPts val="1000"/>
              <a:buFont typeface="Space Grotesk"/>
              <a:buNone/>
              <a:defRPr sz="1000">
                <a:solidFill>
                  <a:schemeClr val="accent2"/>
                </a:solidFill>
              </a:defRPr>
            </a:lvl5pPr>
            <a:lvl6pPr lvl="5">
              <a:spcBef>
                <a:spcPts val="0"/>
              </a:spcBef>
              <a:spcAft>
                <a:spcPts val="0"/>
              </a:spcAft>
              <a:buClr>
                <a:schemeClr val="accent2"/>
              </a:buClr>
              <a:buSzPts val="1000"/>
              <a:buFont typeface="Space Grotesk"/>
              <a:buNone/>
              <a:defRPr sz="1000">
                <a:solidFill>
                  <a:schemeClr val="accent2"/>
                </a:solidFill>
              </a:defRPr>
            </a:lvl6pPr>
            <a:lvl7pPr lvl="6">
              <a:spcBef>
                <a:spcPts val="0"/>
              </a:spcBef>
              <a:spcAft>
                <a:spcPts val="0"/>
              </a:spcAft>
              <a:buClr>
                <a:schemeClr val="accent2"/>
              </a:buClr>
              <a:buSzPts val="1000"/>
              <a:buFont typeface="Space Grotesk"/>
              <a:buNone/>
              <a:defRPr sz="1000">
                <a:solidFill>
                  <a:schemeClr val="accent2"/>
                </a:solidFill>
              </a:defRPr>
            </a:lvl7pPr>
            <a:lvl8pPr lvl="7">
              <a:spcBef>
                <a:spcPts val="0"/>
              </a:spcBef>
              <a:spcAft>
                <a:spcPts val="0"/>
              </a:spcAft>
              <a:buClr>
                <a:schemeClr val="accent2"/>
              </a:buClr>
              <a:buSzPts val="1000"/>
              <a:buFont typeface="Space Grotesk"/>
              <a:buNone/>
              <a:defRPr sz="1000">
                <a:solidFill>
                  <a:schemeClr val="accent2"/>
                </a:solidFill>
              </a:defRPr>
            </a:lvl8pPr>
            <a:lvl9pPr lvl="8">
              <a:spcBef>
                <a:spcPts val="0"/>
              </a:spcBef>
              <a:spcAft>
                <a:spcPts val="0"/>
              </a:spcAft>
              <a:buClr>
                <a:schemeClr val="accent2"/>
              </a:buClr>
              <a:buSzPts val="1000"/>
              <a:buFont typeface="Space Grotesk"/>
              <a:buNone/>
              <a:defRPr sz="1000">
                <a:solidFill>
                  <a:schemeClr val="accent2"/>
                </a:solidFill>
              </a:defRPr>
            </a:lvl9pPr>
          </a:lstStyle>
          <a:p/>
        </p:txBody>
      </p:sp>
      <p:sp>
        <p:nvSpPr>
          <p:cNvPr id="245" name="Google Shape;245;p30"/>
          <p:cNvSpPr txBox="1"/>
          <p:nvPr>
            <p:ph idx="8" type="subTitle"/>
          </p:nvPr>
        </p:nvSpPr>
        <p:spPr>
          <a:xfrm>
            <a:off x="541125" y="4504538"/>
            <a:ext cx="2818200" cy="138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Space Grotesk"/>
              <a:buNone/>
              <a:defRPr sz="1000"/>
            </a:lvl1pPr>
            <a:lvl2pPr lvl="1">
              <a:spcBef>
                <a:spcPts val="0"/>
              </a:spcBef>
              <a:spcAft>
                <a:spcPts val="0"/>
              </a:spcAft>
              <a:buClr>
                <a:schemeClr val="lt1"/>
              </a:buClr>
              <a:buSzPts val="1000"/>
              <a:buFont typeface="Space Grotesk"/>
              <a:buNone/>
              <a:defRPr sz="1000"/>
            </a:lvl2pPr>
            <a:lvl3pPr lvl="2">
              <a:spcBef>
                <a:spcPts val="0"/>
              </a:spcBef>
              <a:spcAft>
                <a:spcPts val="0"/>
              </a:spcAft>
              <a:buClr>
                <a:schemeClr val="lt1"/>
              </a:buClr>
              <a:buSzPts val="1000"/>
              <a:buFont typeface="Space Grotesk"/>
              <a:buNone/>
              <a:defRPr sz="1000"/>
            </a:lvl3pPr>
            <a:lvl4pPr lvl="3">
              <a:spcBef>
                <a:spcPts val="0"/>
              </a:spcBef>
              <a:spcAft>
                <a:spcPts val="0"/>
              </a:spcAft>
              <a:buClr>
                <a:schemeClr val="lt1"/>
              </a:buClr>
              <a:buSzPts val="1000"/>
              <a:buFont typeface="Space Grotesk"/>
              <a:buNone/>
              <a:defRPr sz="1000"/>
            </a:lvl4pPr>
            <a:lvl5pPr lvl="4">
              <a:spcBef>
                <a:spcPts val="0"/>
              </a:spcBef>
              <a:spcAft>
                <a:spcPts val="0"/>
              </a:spcAft>
              <a:buClr>
                <a:schemeClr val="lt1"/>
              </a:buClr>
              <a:buSzPts val="1000"/>
              <a:buFont typeface="Space Grotesk"/>
              <a:buNone/>
              <a:defRPr sz="1000"/>
            </a:lvl5pPr>
            <a:lvl6pPr lvl="5">
              <a:spcBef>
                <a:spcPts val="0"/>
              </a:spcBef>
              <a:spcAft>
                <a:spcPts val="0"/>
              </a:spcAft>
              <a:buClr>
                <a:schemeClr val="lt1"/>
              </a:buClr>
              <a:buSzPts val="1000"/>
              <a:buFont typeface="Space Grotesk"/>
              <a:buNone/>
              <a:defRPr sz="1000"/>
            </a:lvl6pPr>
            <a:lvl7pPr lvl="6">
              <a:spcBef>
                <a:spcPts val="0"/>
              </a:spcBef>
              <a:spcAft>
                <a:spcPts val="0"/>
              </a:spcAft>
              <a:buClr>
                <a:schemeClr val="lt1"/>
              </a:buClr>
              <a:buSzPts val="1000"/>
              <a:buFont typeface="Space Grotesk"/>
              <a:buNone/>
              <a:defRPr sz="1000"/>
            </a:lvl7pPr>
            <a:lvl8pPr lvl="7">
              <a:spcBef>
                <a:spcPts val="0"/>
              </a:spcBef>
              <a:spcAft>
                <a:spcPts val="0"/>
              </a:spcAft>
              <a:buClr>
                <a:schemeClr val="lt1"/>
              </a:buClr>
              <a:buSzPts val="1000"/>
              <a:buFont typeface="Space Grotesk"/>
              <a:buNone/>
              <a:defRPr sz="1000"/>
            </a:lvl8pPr>
            <a:lvl9pPr lvl="8">
              <a:spcBef>
                <a:spcPts val="0"/>
              </a:spcBef>
              <a:spcAft>
                <a:spcPts val="0"/>
              </a:spcAft>
              <a:buClr>
                <a:schemeClr val="lt1"/>
              </a:buClr>
              <a:buSzPts val="1000"/>
              <a:buFont typeface="Space Grotesk"/>
              <a:buNone/>
              <a:defRPr sz="1000"/>
            </a:lvl9pPr>
          </a:lstStyle>
          <a:p/>
        </p:txBody>
      </p:sp>
      <p:sp>
        <p:nvSpPr>
          <p:cNvPr id="246" name="Google Shape;246;p30"/>
          <p:cNvSpPr txBox="1"/>
          <p:nvPr>
            <p:ph idx="9" type="subTitle"/>
          </p:nvPr>
        </p:nvSpPr>
        <p:spPr>
          <a:xfrm>
            <a:off x="541125" y="4726363"/>
            <a:ext cx="2818200" cy="1107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1pPr>
            <a:lvl2pPr lvl="1">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2pPr>
            <a:lvl3pPr lvl="2">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3pPr>
            <a:lvl4pPr lvl="3">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4pPr>
            <a:lvl5pPr lvl="4">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5pPr>
            <a:lvl6pPr lvl="5">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6pPr>
            <a:lvl7pPr lvl="6">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7pPr>
            <a:lvl8pPr lvl="7">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8pPr>
            <a:lvl9pPr lvl="8">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9pPr>
          </a:lstStyle>
          <a:p/>
        </p:txBody>
      </p:sp>
      <p:sp>
        <p:nvSpPr>
          <p:cNvPr id="247" name="Google Shape;247;p30"/>
          <p:cNvSpPr txBox="1"/>
          <p:nvPr>
            <p:ph idx="13" type="subTitle"/>
          </p:nvPr>
        </p:nvSpPr>
        <p:spPr>
          <a:xfrm>
            <a:off x="228600" y="4491763"/>
            <a:ext cx="256800" cy="1107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000"/>
              <a:buFont typeface="Space Grotesk"/>
              <a:buNone/>
              <a:defRPr sz="1000">
                <a:solidFill>
                  <a:schemeClr val="accent2"/>
                </a:solidFill>
              </a:defRPr>
            </a:lvl1pPr>
            <a:lvl2pPr lvl="1">
              <a:spcBef>
                <a:spcPts val="0"/>
              </a:spcBef>
              <a:spcAft>
                <a:spcPts val="0"/>
              </a:spcAft>
              <a:buClr>
                <a:schemeClr val="accent2"/>
              </a:buClr>
              <a:buSzPts val="1000"/>
              <a:buFont typeface="Space Grotesk"/>
              <a:buNone/>
              <a:defRPr sz="1000">
                <a:solidFill>
                  <a:schemeClr val="accent2"/>
                </a:solidFill>
              </a:defRPr>
            </a:lvl2pPr>
            <a:lvl3pPr lvl="2">
              <a:spcBef>
                <a:spcPts val="0"/>
              </a:spcBef>
              <a:spcAft>
                <a:spcPts val="0"/>
              </a:spcAft>
              <a:buClr>
                <a:schemeClr val="accent2"/>
              </a:buClr>
              <a:buSzPts val="1000"/>
              <a:buFont typeface="Space Grotesk"/>
              <a:buNone/>
              <a:defRPr sz="1000">
                <a:solidFill>
                  <a:schemeClr val="accent2"/>
                </a:solidFill>
              </a:defRPr>
            </a:lvl3pPr>
            <a:lvl4pPr lvl="3">
              <a:spcBef>
                <a:spcPts val="0"/>
              </a:spcBef>
              <a:spcAft>
                <a:spcPts val="0"/>
              </a:spcAft>
              <a:buClr>
                <a:schemeClr val="accent2"/>
              </a:buClr>
              <a:buSzPts val="1000"/>
              <a:buFont typeface="Space Grotesk"/>
              <a:buNone/>
              <a:defRPr sz="1000">
                <a:solidFill>
                  <a:schemeClr val="accent2"/>
                </a:solidFill>
              </a:defRPr>
            </a:lvl4pPr>
            <a:lvl5pPr lvl="4">
              <a:spcBef>
                <a:spcPts val="0"/>
              </a:spcBef>
              <a:spcAft>
                <a:spcPts val="0"/>
              </a:spcAft>
              <a:buClr>
                <a:schemeClr val="accent2"/>
              </a:buClr>
              <a:buSzPts val="1000"/>
              <a:buFont typeface="Space Grotesk"/>
              <a:buNone/>
              <a:defRPr sz="1000">
                <a:solidFill>
                  <a:schemeClr val="accent2"/>
                </a:solidFill>
              </a:defRPr>
            </a:lvl5pPr>
            <a:lvl6pPr lvl="5">
              <a:spcBef>
                <a:spcPts val="0"/>
              </a:spcBef>
              <a:spcAft>
                <a:spcPts val="0"/>
              </a:spcAft>
              <a:buClr>
                <a:schemeClr val="accent2"/>
              </a:buClr>
              <a:buSzPts val="1000"/>
              <a:buFont typeface="Space Grotesk"/>
              <a:buNone/>
              <a:defRPr sz="1000">
                <a:solidFill>
                  <a:schemeClr val="accent2"/>
                </a:solidFill>
              </a:defRPr>
            </a:lvl6pPr>
            <a:lvl7pPr lvl="6">
              <a:spcBef>
                <a:spcPts val="0"/>
              </a:spcBef>
              <a:spcAft>
                <a:spcPts val="0"/>
              </a:spcAft>
              <a:buClr>
                <a:schemeClr val="accent2"/>
              </a:buClr>
              <a:buSzPts val="1000"/>
              <a:buFont typeface="Space Grotesk"/>
              <a:buNone/>
              <a:defRPr sz="1000">
                <a:solidFill>
                  <a:schemeClr val="accent2"/>
                </a:solidFill>
              </a:defRPr>
            </a:lvl7pPr>
            <a:lvl8pPr lvl="7">
              <a:spcBef>
                <a:spcPts val="0"/>
              </a:spcBef>
              <a:spcAft>
                <a:spcPts val="0"/>
              </a:spcAft>
              <a:buClr>
                <a:schemeClr val="accent2"/>
              </a:buClr>
              <a:buSzPts val="1000"/>
              <a:buFont typeface="Space Grotesk"/>
              <a:buNone/>
              <a:defRPr sz="1000">
                <a:solidFill>
                  <a:schemeClr val="accent2"/>
                </a:solidFill>
              </a:defRPr>
            </a:lvl8pPr>
            <a:lvl9pPr lvl="8">
              <a:spcBef>
                <a:spcPts val="0"/>
              </a:spcBef>
              <a:spcAft>
                <a:spcPts val="0"/>
              </a:spcAft>
              <a:buClr>
                <a:schemeClr val="accent2"/>
              </a:buClr>
              <a:buSzPts val="1000"/>
              <a:buFont typeface="Space Grotesk"/>
              <a:buNone/>
              <a:defRPr sz="1000">
                <a:solidFill>
                  <a:schemeClr val="accent2"/>
                </a:solidFill>
              </a:defRPr>
            </a:lvl9pPr>
          </a:lstStyle>
          <a:p/>
        </p:txBody>
      </p:sp>
      <p:sp>
        <p:nvSpPr>
          <p:cNvPr id="248" name="Google Shape;248;p30"/>
          <p:cNvSpPr txBox="1"/>
          <p:nvPr>
            <p:ph idx="14" type="subTitle"/>
          </p:nvPr>
        </p:nvSpPr>
        <p:spPr>
          <a:xfrm>
            <a:off x="3914650" y="4504538"/>
            <a:ext cx="2818200" cy="138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Space Grotesk"/>
              <a:buNone/>
              <a:defRPr sz="1000"/>
            </a:lvl1pPr>
            <a:lvl2pPr lvl="1">
              <a:spcBef>
                <a:spcPts val="0"/>
              </a:spcBef>
              <a:spcAft>
                <a:spcPts val="0"/>
              </a:spcAft>
              <a:buClr>
                <a:schemeClr val="lt1"/>
              </a:buClr>
              <a:buSzPts val="1000"/>
              <a:buFont typeface="Space Grotesk"/>
              <a:buNone/>
              <a:defRPr sz="1000"/>
            </a:lvl2pPr>
            <a:lvl3pPr lvl="2">
              <a:spcBef>
                <a:spcPts val="0"/>
              </a:spcBef>
              <a:spcAft>
                <a:spcPts val="0"/>
              </a:spcAft>
              <a:buClr>
                <a:schemeClr val="lt1"/>
              </a:buClr>
              <a:buSzPts val="1000"/>
              <a:buFont typeface="Space Grotesk"/>
              <a:buNone/>
              <a:defRPr sz="1000"/>
            </a:lvl3pPr>
            <a:lvl4pPr lvl="3">
              <a:spcBef>
                <a:spcPts val="0"/>
              </a:spcBef>
              <a:spcAft>
                <a:spcPts val="0"/>
              </a:spcAft>
              <a:buClr>
                <a:schemeClr val="lt1"/>
              </a:buClr>
              <a:buSzPts val="1000"/>
              <a:buFont typeface="Space Grotesk"/>
              <a:buNone/>
              <a:defRPr sz="1000"/>
            </a:lvl4pPr>
            <a:lvl5pPr lvl="4">
              <a:spcBef>
                <a:spcPts val="0"/>
              </a:spcBef>
              <a:spcAft>
                <a:spcPts val="0"/>
              </a:spcAft>
              <a:buClr>
                <a:schemeClr val="lt1"/>
              </a:buClr>
              <a:buSzPts val="1000"/>
              <a:buFont typeface="Space Grotesk"/>
              <a:buNone/>
              <a:defRPr sz="1000"/>
            </a:lvl5pPr>
            <a:lvl6pPr lvl="5">
              <a:spcBef>
                <a:spcPts val="0"/>
              </a:spcBef>
              <a:spcAft>
                <a:spcPts val="0"/>
              </a:spcAft>
              <a:buClr>
                <a:schemeClr val="lt1"/>
              </a:buClr>
              <a:buSzPts val="1000"/>
              <a:buFont typeface="Space Grotesk"/>
              <a:buNone/>
              <a:defRPr sz="1000"/>
            </a:lvl6pPr>
            <a:lvl7pPr lvl="6">
              <a:spcBef>
                <a:spcPts val="0"/>
              </a:spcBef>
              <a:spcAft>
                <a:spcPts val="0"/>
              </a:spcAft>
              <a:buClr>
                <a:schemeClr val="lt1"/>
              </a:buClr>
              <a:buSzPts val="1000"/>
              <a:buFont typeface="Space Grotesk"/>
              <a:buNone/>
              <a:defRPr sz="1000"/>
            </a:lvl7pPr>
            <a:lvl8pPr lvl="7">
              <a:spcBef>
                <a:spcPts val="0"/>
              </a:spcBef>
              <a:spcAft>
                <a:spcPts val="0"/>
              </a:spcAft>
              <a:buClr>
                <a:schemeClr val="lt1"/>
              </a:buClr>
              <a:buSzPts val="1000"/>
              <a:buFont typeface="Space Grotesk"/>
              <a:buNone/>
              <a:defRPr sz="1000"/>
            </a:lvl8pPr>
            <a:lvl9pPr lvl="8">
              <a:spcBef>
                <a:spcPts val="0"/>
              </a:spcBef>
              <a:spcAft>
                <a:spcPts val="0"/>
              </a:spcAft>
              <a:buClr>
                <a:schemeClr val="lt1"/>
              </a:buClr>
              <a:buSzPts val="1000"/>
              <a:buFont typeface="Space Grotesk"/>
              <a:buNone/>
              <a:defRPr sz="1000"/>
            </a:lvl9pPr>
          </a:lstStyle>
          <a:p/>
        </p:txBody>
      </p:sp>
      <p:sp>
        <p:nvSpPr>
          <p:cNvPr id="249" name="Google Shape;249;p30"/>
          <p:cNvSpPr txBox="1"/>
          <p:nvPr>
            <p:ph idx="15" type="subTitle"/>
          </p:nvPr>
        </p:nvSpPr>
        <p:spPr>
          <a:xfrm>
            <a:off x="3914650" y="4726363"/>
            <a:ext cx="2818200" cy="1107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1pPr>
            <a:lvl2pPr lvl="1">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2pPr>
            <a:lvl3pPr lvl="2">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3pPr>
            <a:lvl4pPr lvl="3">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4pPr>
            <a:lvl5pPr lvl="4">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5pPr>
            <a:lvl6pPr lvl="5">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6pPr>
            <a:lvl7pPr lvl="6">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7pPr>
            <a:lvl8pPr lvl="7">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8pPr>
            <a:lvl9pPr lvl="8">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9pPr>
          </a:lstStyle>
          <a:p/>
        </p:txBody>
      </p:sp>
      <p:sp>
        <p:nvSpPr>
          <p:cNvPr id="250" name="Google Shape;250;p30"/>
          <p:cNvSpPr txBox="1"/>
          <p:nvPr>
            <p:ph idx="16" type="subTitle"/>
          </p:nvPr>
        </p:nvSpPr>
        <p:spPr>
          <a:xfrm>
            <a:off x="3602125" y="3629463"/>
            <a:ext cx="256800" cy="1107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000"/>
              <a:buFont typeface="Space Grotesk"/>
              <a:buNone/>
              <a:defRPr sz="1000">
                <a:solidFill>
                  <a:schemeClr val="accent2"/>
                </a:solidFill>
              </a:defRPr>
            </a:lvl1pPr>
            <a:lvl2pPr lvl="1">
              <a:spcBef>
                <a:spcPts val="0"/>
              </a:spcBef>
              <a:spcAft>
                <a:spcPts val="0"/>
              </a:spcAft>
              <a:buClr>
                <a:schemeClr val="accent2"/>
              </a:buClr>
              <a:buSzPts val="1000"/>
              <a:buFont typeface="Space Grotesk"/>
              <a:buNone/>
              <a:defRPr sz="1000">
                <a:solidFill>
                  <a:schemeClr val="accent2"/>
                </a:solidFill>
              </a:defRPr>
            </a:lvl2pPr>
            <a:lvl3pPr lvl="2">
              <a:spcBef>
                <a:spcPts val="0"/>
              </a:spcBef>
              <a:spcAft>
                <a:spcPts val="0"/>
              </a:spcAft>
              <a:buClr>
                <a:schemeClr val="accent2"/>
              </a:buClr>
              <a:buSzPts val="1000"/>
              <a:buFont typeface="Space Grotesk"/>
              <a:buNone/>
              <a:defRPr sz="1000">
                <a:solidFill>
                  <a:schemeClr val="accent2"/>
                </a:solidFill>
              </a:defRPr>
            </a:lvl3pPr>
            <a:lvl4pPr lvl="3">
              <a:spcBef>
                <a:spcPts val="0"/>
              </a:spcBef>
              <a:spcAft>
                <a:spcPts val="0"/>
              </a:spcAft>
              <a:buClr>
                <a:schemeClr val="accent2"/>
              </a:buClr>
              <a:buSzPts val="1000"/>
              <a:buFont typeface="Space Grotesk"/>
              <a:buNone/>
              <a:defRPr sz="1000">
                <a:solidFill>
                  <a:schemeClr val="accent2"/>
                </a:solidFill>
              </a:defRPr>
            </a:lvl4pPr>
            <a:lvl5pPr lvl="4">
              <a:spcBef>
                <a:spcPts val="0"/>
              </a:spcBef>
              <a:spcAft>
                <a:spcPts val="0"/>
              </a:spcAft>
              <a:buClr>
                <a:schemeClr val="accent2"/>
              </a:buClr>
              <a:buSzPts val="1000"/>
              <a:buFont typeface="Space Grotesk"/>
              <a:buNone/>
              <a:defRPr sz="1000">
                <a:solidFill>
                  <a:schemeClr val="accent2"/>
                </a:solidFill>
              </a:defRPr>
            </a:lvl5pPr>
            <a:lvl6pPr lvl="5">
              <a:spcBef>
                <a:spcPts val="0"/>
              </a:spcBef>
              <a:spcAft>
                <a:spcPts val="0"/>
              </a:spcAft>
              <a:buClr>
                <a:schemeClr val="accent2"/>
              </a:buClr>
              <a:buSzPts val="1000"/>
              <a:buFont typeface="Space Grotesk"/>
              <a:buNone/>
              <a:defRPr sz="1000">
                <a:solidFill>
                  <a:schemeClr val="accent2"/>
                </a:solidFill>
              </a:defRPr>
            </a:lvl6pPr>
            <a:lvl7pPr lvl="6">
              <a:spcBef>
                <a:spcPts val="0"/>
              </a:spcBef>
              <a:spcAft>
                <a:spcPts val="0"/>
              </a:spcAft>
              <a:buClr>
                <a:schemeClr val="accent2"/>
              </a:buClr>
              <a:buSzPts val="1000"/>
              <a:buFont typeface="Space Grotesk"/>
              <a:buNone/>
              <a:defRPr sz="1000">
                <a:solidFill>
                  <a:schemeClr val="accent2"/>
                </a:solidFill>
              </a:defRPr>
            </a:lvl7pPr>
            <a:lvl8pPr lvl="7">
              <a:spcBef>
                <a:spcPts val="0"/>
              </a:spcBef>
              <a:spcAft>
                <a:spcPts val="0"/>
              </a:spcAft>
              <a:buClr>
                <a:schemeClr val="accent2"/>
              </a:buClr>
              <a:buSzPts val="1000"/>
              <a:buFont typeface="Space Grotesk"/>
              <a:buNone/>
              <a:defRPr sz="1000">
                <a:solidFill>
                  <a:schemeClr val="accent2"/>
                </a:solidFill>
              </a:defRPr>
            </a:lvl8pPr>
            <a:lvl9pPr lvl="8">
              <a:spcBef>
                <a:spcPts val="0"/>
              </a:spcBef>
              <a:spcAft>
                <a:spcPts val="0"/>
              </a:spcAft>
              <a:buClr>
                <a:schemeClr val="accent2"/>
              </a:buClr>
              <a:buSzPts val="1000"/>
              <a:buFont typeface="Space Grotesk"/>
              <a:buNone/>
              <a:defRPr sz="1000">
                <a:solidFill>
                  <a:schemeClr val="accent2"/>
                </a:solidFill>
              </a:defRPr>
            </a:lvl9pPr>
          </a:lstStyle>
          <a:p/>
        </p:txBody>
      </p:sp>
      <p:sp>
        <p:nvSpPr>
          <p:cNvPr id="251" name="Google Shape;251;p30"/>
          <p:cNvSpPr txBox="1"/>
          <p:nvPr>
            <p:ph idx="17" type="subTitle"/>
          </p:nvPr>
        </p:nvSpPr>
        <p:spPr>
          <a:xfrm>
            <a:off x="3602125" y="4491763"/>
            <a:ext cx="256800" cy="1107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000"/>
              <a:buFont typeface="Space Grotesk"/>
              <a:buNone/>
              <a:defRPr sz="1000">
                <a:solidFill>
                  <a:schemeClr val="accent2"/>
                </a:solidFill>
              </a:defRPr>
            </a:lvl1pPr>
            <a:lvl2pPr lvl="1">
              <a:spcBef>
                <a:spcPts val="0"/>
              </a:spcBef>
              <a:spcAft>
                <a:spcPts val="0"/>
              </a:spcAft>
              <a:buClr>
                <a:schemeClr val="accent2"/>
              </a:buClr>
              <a:buSzPts val="1000"/>
              <a:buFont typeface="Space Grotesk"/>
              <a:buNone/>
              <a:defRPr sz="1000">
                <a:solidFill>
                  <a:schemeClr val="accent2"/>
                </a:solidFill>
              </a:defRPr>
            </a:lvl2pPr>
            <a:lvl3pPr lvl="2">
              <a:spcBef>
                <a:spcPts val="0"/>
              </a:spcBef>
              <a:spcAft>
                <a:spcPts val="0"/>
              </a:spcAft>
              <a:buClr>
                <a:schemeClr val="accent2"/>
              </a:buClr>
              <a:buSzPts val="1000"/>
              <a:buFont typeface="Space Grotesk"/>
              <a:buNone/>
              <a:defRPr sz="1000">
                <a:solidFill>
                  <a:schemeClr val="accent2"/>
                </a:solidFill>
              </a:defRPr>
            </a:lvl3pPr>
            <a:lvl4pPr lvl="3">
              <a:spcBef>
                <a:spcPts val="0"/>
              </a:spcBef>
              <a:spcAft>
                <a:spcPts val="0"/>
              </a:spcAft>
              <a:buClr>
                <a:schemeClr val="accent2"/>
              </a:buClr>
              <a:buSzPts val="1000"/>
              <a:buFont typeface="Space Grotesk"/>
              <a:buNone/>
              <a:defRPr sz="1000">
                <a:solidFill>
                  <a:schemeClr val="accent2"/>
                </a:solidFill>
              </a:defRPr>
            </a:lvl4pPr>
            <a:lvl5pPr lvl="4">
              <a:spcBef>
                <a:spcPts val="0"/>
              </a:spcBef>
              <a:spcAft>
                <a:spcPts val="0"/>
              </a:spcAft>
              <a:buClr>
                <a:schemeClr val="accent2"/>
              </a:buClr>
              <a:buSzPts val="1000"/>
              <a:buFont typeface="Space Grotesk"/>
              <a:buNone/>
              <a:defRPr sz="1000">
                <a:solidFill>
                  <a:schemeClr val="accent2"/>
                </a:solidFill>
              </a:defRPr>
            </a:lvl5pPr>
            <a:lvl6pPr lvl="5">
              <a:spcBef>
                <a:spcPts val="0"/>
              </a:spcBef>
              <a:spcAft>
                <a:spcPts val="0"/>
              </a:spcAft>
              <a:buClr>
                <a:schemeClr val="accent2"/>
              </a:buClr>
              <a:buSzPts val="1000"/>
              <a:buFont typeface="Space Grotesk"/>
              <a:buNone/>
              <a:defRPr sz="1000">
                <a:solidFill>
                  <a:schemeClr val="accent2"/>
                </a:solidFill>
              </a:defRPr>
            </a:lvl6pPr>
            <a:lvl7pPr lvl="6">
              <a:spcBef>
                <a:spcPts val="0"/>
              </a:spcBef>
              <a:spcAft>
                <a:spcPts val="0"/>
              </a:spcAft>
              <a:buClr>
                <a:schemeClr val="accent2"/>
              </a:buClr>
              <a:buSzPts val="1000"/>
              <a:buFont typeface="Space Grotesk"/>
              <a:buNone/>
              <a:defRPr sz="1000">
                <a:solidFill>
                  <a:schemeClr val="accent2"/>
                </a:solidFill>
              </a:defRPr>
            </a:lvl7pPr>
            <a:lvl8pPr lvl="7">
              <a:spcBef>
                <a:spcPts val="0"/>
              </a:spcBef>
              <a:spcAft>
                <a:spcPts val="0"/>
              </a:spcAft>
              <a:buClr>
                <a:schemeClr val="accent2"/>
              </a:buClr>
              <a:buSzPts val="1000"/>
              <a:buFont typeface="Space Grotesk"/>
              <a:buNone/>
              <a:defRPr sz="1000">
                <a:solidFill>
                  <a:schemeClr val="accent2"/>
                </a:solidFill>
              </a:defRPr>
            </a:lvl8pPr>
            <a:lvl9pPr lvl="8">
              <a:spcBef>
                <a:spcPts val="0"/>
              </a:spcBef>
              <a:spcAft>
                <a:spcPts val="0"/>
              </a:spcAft>
              <a:buClr>
                <a:schemeClr val="accent2"/>
              </a:buClr>
              <a:buSzPts val="1000"/>
              <a:buFont typeface="Space Grotesk"/>
              <a:buNone/>
              <a:defRPr sz="1000">
                <a:solidFill>
                  <a:schemeClr val="accent2"/>
                </a:solidFill>
              </a:defRPr>
            </a:lvl9pPr>
          </a:lstStyle>
          <a:p/>
        </p:txBody>
      </p:sp>
      <p:sp>
        <p:nvSpPr>
          <p:cNvPr id="252" name="Google Shape;252;p30"/>
          <p:cNvSpPr txBox="1"/>
          <p:nvPr>
            <p:ph idx="18" type="subTitle"/>
          </p:nvPr>
        </p:nvSpPr>
        <p:spPr>
          <a:xfrm>
            <a:off x="541125" y="3642238"/>
            <a:ext cx="2818200" cy="138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Space Grotesk"/>
              <a:buNone/>
              <a:defRPr sz="1000"/>
            </a:lvl1pPr>
            <a:lvl2pPr lvl="1">
              <a:spcBef>
                <a:spcPts val="0"/>
              </a:spcBef>
              <a:spcAft>
                <a:spcPts val="0"/>
              </a:spcAft>
              <a:buClr>
                <a:schemeClr val="lt1"/>
              </a:buClr>
              <a:buSzPts val="1000"/>
              <a:buFont typeface="Space Grotesk"/>
              <a:buNone/>
              <a:defRPr sz="1000"/>
            </a:lvl2pPr>
            <a:lvl3pPr lvl="2">
              <a:spcBef>
                <a:spcPts val="0"/>
              </a:spcBef>
              <a:spcAft>
                <a:spcPts val="0"/>
              </a:spcAft>
              <a:buClr>
                <a:schemeClr val="lt1"/>
              </a:buClr>
              <a:buSzPts val="1000"/>
              <a:buFont typeface="Space Grotesk"/>
              <a:buNone/>
              <a:defRPr sz="1000"/>
            </a:lvl3pPr>
            <a:lvl4pPr lvl="3">
              <a:spcBef>
                <a:spcPts val="0"/>
              </a:spcBef>
              <a:spcAft>
                <a:spcPts val="0"/>
              </a:spcAft>
              <a:buClr>
                <a:schemeClr val="lt1"/>
              </a:buClr>
              <a:buSzPts val="1000"/>
              <a:buFont typeface="Space Grotesk"/>
              <a:buNone/>
              <a:defRPr sz="1000"/>
            </a:lvl4pPr>
            <a:lvl5pPr lvl="4">
              <a:spcBef>
                <a:spcPts val="0"/>
              </a:spcBef>
              <a:spcAft>
                <a:spcPts val="0"/>
              </a:spcAft>
              <a:buClr>
                <a:schemeClr val="lt1"/>
              </a:buClr>
              <a:buSzPts val="1000"/>
              <a:buFont typeface="Space Grotesk"/>
              <a:buNone/>
              <a:defRPr sz="1000"/>
            </a:lvl5pPr>
            <a:lvl6pPr lvl="5">
              <a:spcBef>
                <a:spcPts val="0"/>
              </a:spcBef>
              <a:spcAft>
                <a:spcPts val="0"/>
              </a:spcAft>
              <a:buClr>
                <a:schemeClr val="lt1"/>
              </a:buClr>
              <a:buSzPts val="1000"/>
              <a:buFont typeface="Space Grotesk"/>
              <a:buNone/>
              <a:defRPr sz="1000"/>
            </a:lvl6pPr>
            <a:lvl7pPr lvl="6">
              <a:spcBef>
                <a:spcPts val="0"/>
              </a:spcBef>
              <a:spcAft>
                <a:spcPts val="0"/>
              </a:spcAft>
              <a:buClr>
                <a:schemeClr val="lt1"/>
              </a:buClr>
              <a:buSzPts val="1000"/>
              <a:buFont typeface="Space Grotesk"/>
              <a:buNone/>
              <a:defRPr sz="1000"/>
            </a:lvl7pPr>
            <a:lvl8pPr lvl="7">
              <a:spcBef>
                <a:spcPts val="0"/>
              </a:spcBef>
              <a:spcAft>
                <a:spcPts val="0"/>
              </a:spcAft>
              <a:buClr>
                <a:schemeClr val="lt1"/>
              </a:buClr>
              <a:buSzPts val="1000"/>
              <a:buFont typeface="Space Grotesk"/>
              <a:buNone/>
              <a:defRPr sz="1000"/>
            </a:lvl8pPr>
            <a:lvl9pPr lvl="8">
              <a:spcBef>
                <a:spcPts val="0"/>
              </a:spcBef>
              <a:spcAft>
                <a:spcPts val="0"/>
              </a:spcAft>
              <a:buClr>
                <a:schemeClr val="lt1"/>
              </a:buClr>
              <a:buSzPts val="1000"/>
              <a:buFont typeface="Space Grotesk"/>
              <a:buNone/>
              <a:defRPr sz="1000"/>
            </a:lvl9pPr>
          </a:lstStyle>
          <a:p/>
        </p:txBody>
      </p:sp>
      <p:sp>
        <p:nvSpPr>
          <p:cNvPr id="253" name="Google Shape;253;p30"/>
          <p:cNvSpPr txBox="1"/>
          <p:nvPr>
            <p:ph idx="19" type="subTitle"/>
          </p:nvPr>
        </p:nvSpPr>
        <p:spPr>
          <a:xfrm>
            <a:off x="541125" y="3864063"/>
            <a:ext cx="2818200" cy="1107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1pPr>
            <a:lvl2pPr lvl="1">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2pPr>
            <a:lvl3pPr lvl="2">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3pPr>
            <a:lvl4pPr lvl="3">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4pPr>
            <a:lvl5pPr lvl="4">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5pPr>
            <a:lvl6pPr lvl="5">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6pPr>
            <a:lvl7pPr lvl="6">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7pPr>
            <a:lvl8pPr lvl="7">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8pPr>
            <a:lvl9pPr lvl="8">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9pPr>
          </a:lstStyle>
          <a:p/>
        </p:txBody>
      </p:sp>
      <p:sp>
        <p:nvSpPr>
          <p:cNvPr id="254" name="Google Shape;254;p30"/>
          <p:cNvSpPr txBox="1"/>
          <p:nvPr>
            <p:ph idx="20" type="subTitle"/>
          </p:nvPr>
        </p:nvSpPr>
        <p:spPr>
          <a:xfrm>
            <a:off x="3914650" y="3642238"/>
            <a:ext cx="2818200" cy="138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Space Grotesk"/>
              <a:buNone/>
              <a:defRPr sz="1000"/>
            </a:lvl1pPr>
            <a:lvl2pPr lvl="1">
              <a:spcBef>
                <a:spcPts val="0"/>
              </a:spcBef>
              <a:spcAft>
                <a:spcPts val="0"/>
              </a:spcAft>
              <a:buClr>
                <a:schemeClr val="lt1"/>
              </a:buClr>
              <a:buSzPts val="1000"/>
              <a:buFont typeface="Space Grotesk"/>
              <a:buNone/>
              <a:defRPr sz="1000"/>
            </a:lvl2pPr>
            <a:lvl3pPr lvl="2">
              <a:spcBef>
                <a:spcPts val="0"/>
              </a:spcBef>
              <a:spcAft>
                <a:spcPts val="0"/>
              </a:spcAft>
              <a:buClr>
                <a:schemeClr val="lt1"/>
              </a:buClr>
              <a:buSzPts val="1000"/>
              <a:buFont typeface="Space Grotesk"/>
              <a:buNone/>
              <a:defRPr sz="1000"/>
            </a:lvl3pPr>
            <a:lvl4pPr lvl="3">
              <a:spcBef>
                <a:spcPts val="0"/>
              </a:spcBef>
              <a:spcAft>
                <a:spcPts val="0"/>
              </a:spcAft>
              <a:buClr>
                <a:schemeClr val="lt1"/>
              </a:buClr>
              <a:buSzPts val="1000"/>
              <a:buFont typeface="Space Grotesk"/>
              <a:buNone/>
              <a:defRPr sz="1000"/>
            </a:lvl4pPr>
            <a:lvl5pPr lvl="4">
              <a:spcBef>
                <a:spcPts val="0"/>
              </a:spcBef>
              <a:spcAft>
                <a:spcPts val="0"/>
              </a:spcAft>
              <a:buClr>
                <a:schemeClr val="lt1"/>
              </a:buClr>
              <a:buSzPts val="1000"/>
              <a:buFont typeface="Space Grotesk"/>
              <a:buNone/>
              <a:defRPr sz="1000"/>
            </a:lvl5pPr>
            <a:lvl6pPr lvl="5">
              <a:spcBef>
                <a:spcPts val="0"/>
              </a:spcBef>
              <a:spcAft>
                <a:spcPts val="0"/>
              </a:spcAft>
              <a:buClr>
                <a:schemeClr val="lt1"/>
              </a:buClr>
              <a:buSzPts val="1000"/>
              <a:buFont typeface="Space Grotesk"/>
              <a:buNone/>
              <a:defRPr sz="1000"/>
            </a:lvl6pPr>
            <a:lvl7pPr lvl="6">
              <a:spcBef>
                <a:spcPts val="0"/>
              </a:spcBef>
              <a:spcAft>
                <a:spcPts val="0"/>
              </a:spcAft>
              <a:buClr>
                <a:schemeClr val="lt1"/>
              </a:buClr>
              <a:buSzPts val="1000"/>
              <a:buFont typeface="Space Grotesk"/>
              <a:buNone/>
              <a:defRPr sz="1000"/>
            </a:lvl7pPr>
            <a:lvl8pPr lvl="7">
              <a:spcBef>
                <a:spcPts val="0"/>
              </a:spcBef>
              <a:spcAft>
                <a:spcPts val="0"/>
              </a:spcAft>
              <a:buClr>
                <a:schemeClr val="lt1"/>
              </a:buClr>
              <a:buSzPts val="1000"/>
              <a:buFont typeface="Space Grotesk"/>
              <a:buNone/>
              <a:defRPr sz="1000"/>
            </a:lvl8pPr>
            <a:lvl9pPr lvl="8">
              <a:spcBef>
                <a:spcPts val="0"/>
              </a:spcBef>
              <a:spcAft>
                <a:spcPts val="0"/>
              </a:spcAft>
              <a:buClr>
                <a:schemeClr val="lt1"/>
              </a:buClr>
              <a:buSzPts val="1000"/>
              <a:buFont typeface="Space Grotesk"/>
              <a:buNone/>
              <a:defRPr sz="1000"/>
            </a:lvl9pPr>
          </a:lstStyle>
          <a:p/>
        </p:txBody>
      </p:sp>
      <p:sp>
        <p:nvSpPr>
          <p:cNvPr id="255" name="Google Shape;255;p30"/>
          <p:cNvSpPr txBox="1"/>
          <p:nvPr>
            <p:ph idx="21" type="subTitle"/>
          </p:nvPr>
        </p:nvSpPr>
        <p:spPr>
          <a:xfrm>
            <a:off x="3914650" y="3864063"/>
            <a:ext cx="2818200" cy="1107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1pPr>
            <a:lvl2pPr lvl="1">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2pPr>
            <a:lvl3pPr lvl="2">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3pPr>
            <a:lvl4pPr lvl="3">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4pPr>
            <a:lvl5pPr lvl="4">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5pPr>
            <a:lvl6pPr lvl="5">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6pPr>
            <a:lvl7pPr lvl="6">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7pPr>
            <a:lvl8pPr lvl="7">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8pPr>
            <a:lvl9pPr lvl="8">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BLANK_1_1_1_1_1_1_1_1_1_1_1_1">
    <p:bg>
      <p:bgPr>
        <a:gradFill>
          <a:gsLst>
            <a:gs pos="0">
              <a:schemeClr val="accent4"/>
            </a:gs>
            <a:gs pos="100000">
              <a:schemeClr val="dk1"/>
            </a:gs>
          </a:gsLst>
          <a:path path="circle">
            <a:fillToRect b="50%" l="50%" r="50%" t="50%"/>
          </a:path>
          <a:tileRect/>
        </a:gradFill>
      </p:bgPr>
    </p:bg>
    <p:spTree>
      <p:nvGrpSpPr>
        <p:cNvPr id="256" name="Shape 256"/>
        <p:cNvGrpSpPr/>
        <p:nvPr/>
      </p:nvGrpSpPr>
      <p:grpSpPr>
        <a:xfrm>
          <a:off x="0" y="0"/>
          <a:ext cx="0" cy="0"/>
          <a:chOff x="0" y="0"/>
          <a:chExt cx="0" cy="0"/>
        </a:xfrm>
      </p:grpSpPr>
      <p:sp>
        <p:nvSpPr>
          <p:cNvPr id="257" name="Google Shape;257;p31"/>
          <p:cNvSpPr/>
          <p:nvPr/>
        </p:nvSpPr>
        <p:spPr>
          <a:xfrm>
            <a:off x="-2956425" y="-4767225"/>
            <a:ext cx="9144000" cy="9144000"/>
          </a:xfrm>
          <a:prstGeom prst="ellipse">
            <a:avLst/>
          </a:prstGeom>
          <a:gradFill>
            <a:gsLst>
              <a:gs pos="0">
                <a:schemeClr val="accent4"/>
              </a:gs>
              <a:gs pos="100000">
                <a:schemeClr val="dk1"/>
              </a:gs>
            </a:gsLst>
            <a:path path="circle">
              <a:fillToRect b="50%" l="50%" r="50%" t="50%"/>
            </a:path>
            <a:tileRect/>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58" name="Google Shape;258;p31"/>
          <p:cNvSpPr txBox="1"/>
          <p:nvPr>
            <p:ph type="title"/>
          </p:nvPr>
        </p:nvSpPr>
        <p:spPr>
          <a:xfrm>
            <a:off x="212450" y="177900"/>
            <a:ext cx="3826800" cy="4065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259" name="Google Shape;259;p31"/>
          <p:cNvSpPr/>
          <p:nvPr>
            <p:ph idx="2" type="pic"/>
          </p:nvPr>
        </p:nvSpPr>
        <p:spPr>
          <a:xfrm>
            <a:off x="4618525" y="0"/>
            <a:ext cx="4296600" cy="4912200"/>
          </a:xfrm>
          <a:prstGeom prst="rect">
            <a:avLst/>
          </a:prstGeom>
          <a:noFill/>
          <a:ln>
            <a:noFill/>
          </a:ln>
        </p:spPr>
      </p:sp>
      <p:sp>
        <p:nvSpPr>
          <p:cNvPr id="260" name="Google Shape;260;p31"/>
          <p:cNvSpPr txBox="1"/>
          <p:nvPr>
            <p:ph idx="1" type="body"/>
          </p:nvPr>
        </p:nvSpPr>
        <p:spPr>
          <a:xfrm>
            <a:off x="228600" y="1177425"/>
            <a:ext cx="3321300" cy="22080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lt1"/>
              </a:buClr>
              <a:buSzPts val="1000"/>
              <a:buFont typeface="Roboto"/>
              <a:buChar char="●"/>
              <a:defRPr/>
            </a:lvl1pPr>
            <a:lvl2pPr indent="-292100" lvl="1" marL="914400">
              <a:lnSpc>
                <a:spcPct val="115000"/>
              </a:lnSpc>
              <a:spcBef>
                <a:spcPts val="800"/>
              </a:spcBef>
              <a:spcAft>
                <a:spcPts val="0"/>
              </a:spcAft>
              <a:buClr>
                <a:schemeClr val="lt1"/>
              </a:buClr>
              <a:buSzPts val="1000"/>
              <a:buFont typeface="Roboto"/>
              <a:buChar char="○"/>
              <a:defRPr/>
            </a:lvl2pPr>
            <a:lvl3pPr indent="-292100" lvl="2" marL="1371600">
              <a:lnSpc>
                <a:spcPct val="115000"/>
              </a:lnSpc>
              <a:spcBef>
                <a:spcPts val="800"/>
              </a:spcBef>
              <a:spcAft>
                <a:spcPts val="0"/>
              </a:spcAft>
              <a:buClr>
                <a:schemeClr val="lt1"/>
              </a:buClr>
              <a:buSzPts val="1000"/>
              <a:buFont typeface="Roboto"/>
              <a:buChar char="■"/>
              <a:defRPr/>
            </a:lvl3pPr>
            <a:lvl4pPr indent="-292100" lvl="3" marL="1828800">
              <a:lnSpc>
                <a:spcPct val="115000"/>
              </a:lnSpc>
              <a:spcBef>
                <a:spcPts val="800"/>
              </a:spcBef>
              <a:spcAft>
                <a:spcPts val="0"/>
              </a:spcAft>
              <a:buClr>
                <a:schemeClr val="lt1"/>
              </a:buClr>
              <a:buSzPts val="1000"/>
              <a:buFont typeface="Roboto"/>
              <a:buChar char="●"/>
              <a:defRPr/>
            </a:lvl4pPr>
            <a:lvl5pPr indent="-292100" lvl="4" marL="2286000">
              <a:lnSpc>
                <a:spcPct val="115000"/>
              </a:lnSpc>
              <a:spcBef>
                <a:spcPts val="800"/>
              </a:spcBef>
              <a:spcAft>
                <a:spcPts val="0"/>
              </a:spcAft>
              <a:buClr>
                <a:schemeClr val="lt1"/>
              </a:buClr>
              <a:buSzPts val="1000"/>
              <a:buFont typeface="Roboto"/>
              <a:buChar char="○"/>
              <a:defRPr/>
            </a:lvl5pPr>
            <a:lvl6pPr indent="-292100" lvl="5" marL="2743200">
              <a:lnSpc>
                <a:spcPct val="115000"/>
              </a:lnSpc>
              <a:spcBef>
                <a:spcPts val="800"/>
              </a:spcBef>
              <a:spcAft>
                <a:spcPts val="0"/>
              </a:spcAft>
              <a:buClr>
                <a:schemeClr val="lt1"/>
              </a:buClr>
              <a:buSzPts val="1000"/>
              <a:buFont typeface="Roboto"/>
              <a:buChar char="■"/>
              <a:defRPr/>
            </a:lvl6pPr>
            <a:lvl7pPr indent="-292100" lvl="6" marL="3200400">
              <a:lnSpc>
                <a:spcPct val="115000"/>
              </a:lnSpc>
              <a:spcBef>
                <a:spcPts val="800"/>
              </a:spcBef>
              <a:spcAft>
                <a:spcPts val="0"/>
              </a:spcAft>
              <a:buClr>
                <a:schemeClr val="lt1"/>
              </a:buClr>
              <a:buSzPts val="1000"/>
              <a:buFont typeface="Roboto"/>
              <a:buChar char="●"/>
              <a:defRPr/>
            </a:lvl7pPr>
            <a:lvl8pPr indent="-292100" lvl="7" marL="3657600">
              <a:lnSpc>
                <a:spcPct val="115000"/>
              </a:lnSpc>
              <a:spcBef>
                <a:spcPts val="800"/>
              </a:spcBef>
              <a:spcAft>
                <a:spcPts val="0"/>
              </a:spcAft>
              <a:buClr>
                <a:schemeClr val="lt1"/>
              </a:buClr>
              <a:buSzPts val="1000"/>
              <a:buFont typeface="Roboto"/>
              <a:buChar char="○"/>
              <a:defRPr/>
            </a:lvl8pPr>
            <a:lvl9pPr indent="-292100" lvl="8" marL="4114800">
              <a:lnSpc>
                <a:spcPct val="115000"/>
              </a:lnSpc>
              <a:spcBef>
                <a:spcPts val="800"/>
              </a:spcBef>
              <a:spcAft>
                <a:spcPts val="800"/>
              </a:spcAft>
              <a:buClr>
                <a:schemeClr val="lt1"/>
              </a:buClr>
              <a:buSzPts val="1000"/>
              <a:buFont typeface="Roboto"/>
              <a:buChar char="■"/>
              <a:defRPr/>
            </a:lvl9pPr>
          </a:lstStyle>
          <a:p/>
        </p:txBody>
      </p:sp>
      <p:sp>
        <p:nvSpPr>
          <p:cNvPr id="261" name="Google Shape;261;p31"/>
          <p:cNvSpPr/>
          <p:nvPr/>
        </p:nvSpPr>
        <p:spPr>
          <a:xfrm rot="-5400000">
            <a:off x="893689" y="4222811"/>
            <a:ext cx="24300" cy="1354500"/>
          </a:xfrm>
          <a:prstGeom prst="rect">
            <a:avLst/>
          </a:prstGeom>
          <a:gradFill>
            <a:gsLst>
              <a:gs pos="0">
                <a:schemeClr val="accent2"/>
              </a:gs>
              <a:gs pos="100000">
                <a:schemeClr val="dk2"/>
              </a:gs>
            </a:gsLst>
            <a:lin ang="54007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62" name="Google Shape;262;p31"/>
          <p:cNvSpPr/>
          <p:nvPr/>
        </p:nvSpPr>
        <p:spPr>
          <a:xfrm flipH="1" rot="5400000">
            <a:off x="3585611" y="4527761"/>
            <a:ext cx="24300" cy="744600"/>
          </a:xfrm>
          <a:prstGeom prst="rect">
            <a:avLst/>
          </a:prstGeom>
          <a:gradFill>
            <a:gsLst>
              <a:gs pos="0">
                <a:schemeClr val="accent2"/>
              </a:gs>
              <a:gs pos="100000">
                <a:schemeClr val="dk2"/>
              </a:gs>
            </a:gsLst>
            <a:lin ang="54007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63" name="Google Shape;263;p31"/>
          <p:cNvSpPr/>
          <p:nvPr/>
        </p:nvSpPr>
        <p:spPr>
          <a:xfrm rot="-5400000">
            <a:off x="2283189" y="4887911"/>
            <a:ext cx="24300" cy="24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64" name="Google Shape;264;p31"/>
          <p:cNvSpPr/>
          <p:nvPr/>
        </p:nvSpPr>
        <p:spPr>
          <a:xfrm rot="-5400000">
            <a:off x="2501051" y="4887911"/>
            <a:ext cx="24300" cy="24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and CTA">
  <p:cSld name="CUSTOM_4">
    <p:bg>
      <p:bgPr>
        <a:gradFill>
          <a:gsLst>
            <a:gs pos="0">
              <a:schemeClr val="accent4"/>
            </a:gs>
            <a:gs pos="100000">
              <a:schemeClr val="dk1"/>
            </a:gs>
          </a:gsLst>
          <a:lin ang="5400012" scaled="0"/>
        </a:gradFill>
      </p:bgPr>
    </p:bg>
    <p:spTree>
      <p:nvGrpSpPr>
        <p:cNvPr id="265" name="Shape 265"/>
        <p:cNvGrpSpPr/>
        <p:nvPr/>
      </p:nvGrpSpPr>
      <p:grpSpPr>
        <a:xfrm>
          <a:off x="0" y="0"/>
          <a:ext cx="0" cy="0"/>
          <a:chOff x="0" y="0"/>
          <a:chExt cx="0" cy="0"/>
        </a:xfrm>
      </p:grpSpPr>
      <p:sp>
        <p:nvSpPr>
          <p:cNvPr id="266" name="Google Shape;266;p32"/>
          <p:cNvSpPr txBox="1"/>
          <p:nvPr>
            <p:ph idx="1" type="body"/>
          </p:nvPr>
        </p:nvSpPr>
        <p:spPr>
          <a:xfrm>
            <a:off x="230900" y="2443800"/>
            <a:ext cx="1458300" cy="355200"/>
          </a:xfrm>
          <a:prstGeom prst="rect">
            <a:avLst/>
          </a:prstGeom>
          <a:noFill/>
        </p:spPr>
        <p:txBody>
          <a:bodyPr anchorCtr="0" anchor="ctr" bIns="91425" lIns="91425" spcFirstLastPara="1" rIns="91425" wrap="square" tIns="91425">
            <a:noAutofit/>
          </a:bodyPr>
          <a:lstStyle>
            <a:lvl1pPr indent="-228600" lvl="0" marL="457200" algn="ctr">
              <a:spcBef>
                <a:spcPts val="0"/>
              </a:spcBef>
              <a:spcAft>
                <a:spcPts val="0"/>
              </a:spcAft>
              <a:buNone/>
              <a:defRPr>
                <a:latin typeface="Space Grotesk"/>
                <a:ea typeface="Space Grotesk"/>
                <a:cs typeface="Space Grotesk"/>
                <a:sym typeface="Space Grotesk"/>
              </a:defRPr>
            </a:lvl1pPr>
            <a:lvl2pPr indent="-292100" lvl="1" marL="914400">
              <a:spcBef>
                <a:spcPts val="0"/>
              </a:spcBef>
              <a:spcAft>
                <a:spcPts val="0"/>
              </a:spcAft>
              <a:buClr>
                <a:schemeClr val="lt1"/>
              </a:buClr>
              <a:buSzPts val="1000"/>
              <a:buFont typeface="Space Grotesk"/>
              <a:buChar char="○"/>
              <a:defRPr>
                <a:latin typeface="Space Grotesk"/>
                <a:ea typeface="Space Grotesk"/>
                <a:cs typeface="Space Grotesk"/>
                <a:sym typeface="Space Grotesk"/>
              </a:defRPr>
            </a:lvl2pPr>
            <a:lvl3pPr indent="-292100" lvl="2" marL="1371600">
              <a:spcBef>
                <a:spcPts val="0"/>
              </a:spcBef>
              <a:spcAft>
                <a:spcPts val="0"/>
              </a:spcAft>
              <a:buClr>
                <a:schemeClr val="lt1"/>
              </a:buClr>
              <a:buSzPts val="1000"/>
              <a:buFont typeface="Space Grotesk"/>
              <a:buChar char="■"/>
              <a:defRPr>
                <a:latin typeface="Space Grotesk"/>
                <a:ea typeface="Space Grotesk"/>
                <a:cs typeface="Space Grotesk"/>
                <a:sym typeface="Space Grotesk"/>
              </a:defRPr>
            </a:lvl3pPr>
            <a:lvl4pPr indent="-292100" lvl="3" marL="1828800">
              <a:spcBef>
                <a:spcPts val="0"/>
              </a:spcBef>
              <a:spcAft>
                <a:spcPts val="0"/>
              </a:spcAft>
              <a:buClr>
                <a:schemeClr val="lt1"/>
              </a:buClr>
              <a:buSzPts val="1000"/>
              <a:buFont typeface="Space Grotesk"/>
              <a:buChar char="●"/>
              <a:defRPr>
                <a:latin typeface="Space Grotesk"/>
                <a:ea typeface="Space Grotesk"/>
                <a:cs typeface="Space Grotesk"/>
                <a:sym typeface="Space Grotesk"/>
              </a:defRPr>
            </a:lvl4pPr>
            <a:lvl5pPr indent="-292100" lvl="4" marL="2286000">
              <a:spcBef>
                <a:spcPts val="0"/>
              </a:spcBef>
              <a:spcAft>
                <a:spcPts val="0"/>
              </a:spcAft>
              <a:buClr>
                <a:schemeClr val="lt1"/>
              </a:buClr>
              <a:buSzPts val="1000"/>
              <a:buFont typeface="Space Grotesk"/>
              <a:buChar char="○"/>
              <a:defRPr>
                <a:latin typeface="Space Grotesk"/>
                <a:ea typeface="Space Grotesk"/>
                <a:cs typeface="Space Grotesk"/>
                <a:sym typeface="Space Grotesk"/>
              </a:defRPr>
            </a:lvl5pPr>
            <a:lvl6pPr indent="-292100" lvl="5" marL="2743200">
              <a:spcBef>
                <a:spcPts val="0"/>
              </a:spcBef>
              <a:spcAft>
                <a:spcPts val="0"/>
              </a:spcAft>
              <a:buClr>
                <a:schemeClr val="lt1"/>
              </a:buClr>
              <a:buSzPts val="1000"/>
              <a:buFont typeface="Space Grotesk"/>
              <a:buChar char="■"/>
              <a:defRPr>
                <a:latin typeface="Space Grotesk"/>
                <a:ea typeface="Space Grotesk"/>
                <a:cs typeface="Space Grotesk"/>
                <a:sym typeface="Space Grotesk"/>
              </a:defRPr>
            </a:lvl6pPr>
            <a:lvl7pPr indent="-292100" lvl="6" marL="3200400">
              <a:spcBef>
                <a:spcPts val="0"/>
              </a:spcBef>
              <a:spcAft>
                <a:spcPts val="0"/>
              </a:spcAft>
              <a:buClr>
                <a:schemeClr val="lt1"/>
              </a:buClr>
              <a:buSzPts val="1000"/>
              <a:buFont typeface="Space Grotesk"/>
              <a:buChar char="●"/>
              <a:defRPr>
                <a:latin typeface="Space Grotesk"/>
                <a:ea typeface="Space Grotesk"/>
                <a:cs typeface="Space Grotesk"/>
                <a:sym typeface="Space Grotesk"/>
              </a:defRPr>
            </a:lvl7pPr>
            <a:lvl8pPr indent="-292100" lvl="7" marL="3657600">
              <a:spcBef>
                <a:spcPts val="0"/>
              </a:spcBef>
              <a:spcAft>
                <a:spcPts val="0"/>
              </a:spcAft>
              <a:buClr>
                <a:schemeClr val="lt1"/>
              </a:buClr>
              <a:buSzPts val="1000"/>
              <a:buFont typeface="Space Grotesk"/>
              <a:buChar char="○"/>
              <a:defRPr>
                <a:latin typeface="Space Grotesk"/>
                <a:ea typeface="Space Grotesk"/>
                <a:cs typeface="Space Grotesk"/>
                <a:sym typeface="Space Grotesk"/>
              </a:defRPr>
            </a:lvl8pPr>
            <a:lvl9pPr indent="-292100" lvl="8" marL="4114800">
              <a:spcBef>
                <a:spcPts val="0"/>
              </a:spcBef>
              <a:spcAft>
                <a:spcPts val="0"/>
              </a:spcAft>
              <a:buClr>
                <a:schemeClr val="lt1"/>
              </a:buClr>
              <a:buSzPts val="1000"/>
              <a:buFont typeface="Space Grotesk"/>
              <a:buChar char="■"/>
              <a:defRPr>
                <a:latin typeface="Space Grotesk"/>
                <a:ea typeface="Space Grotesk"/>
                <a:cs typeface="Space Grotesk"/>
                <a:sym typeface="Space Grotesk"/>
              </a:defRPr>
            </a:lvl9pPr>
          </a:lstStyle>
          <a:p/>
        </p:txBody>
      </p:sp>
      <p:sp>
        <p:nvSpPr>
          <p:cNvPr id="267" name="Google Shape;267;p32"/>
          <p:cNvSpPr/>
          <p:nvPr>
            <p:ph idx="2" type="pic"/>
          </p:nvPr>
        </p:nvSpPr>
        <p:spPr>
          <a:xfrm>
            <a:off x="5303800" y="881700"/>
            <a:ext cx="3611400" cy="4271400"/>
          </a:xfrm>
          <a:prstGeom prst="rect">
            <a:avLst/>
          </a:prstGeom>
          <a:noFill/>
          <a:ln>
            <a:noFill/>
          </a:ln>
        </p:spPr>
      </p:sp>
      <p:sp>
        <p:nvSpPr>
          <p:cNvPr id="268" name="Google Shape;268;p32"/>
          <p:cNvSpPr txBox="1"/>
          <p:nvPr>
            <p:ph hasCustomPrompt="1" type="title"/>
          </p:nvPr>
        </p:nvSpPr>
        <p:spPr>
          <a:xfrm>
            <a:off x="141051" y="271577"/>
            <a:ext cx="1226400" cy="415500"/>
          </a:xfrm>
          <a:prstGeom prst="rect">
            <a:avLst/>
          </a:prstGeom>
        </p:spPr>
        <p:txBody>
          <a:bodyPr anchorCtr="0" anchor="b" bIns="91425" lIns="91425" spcFirstLastPara="1" rIns="91425" wrap="square" tIns="91425">
            <a:noAutofit/>
          </a:bodyPr>
          <a:lstStyle>
            <a:lvl1pPr lvl="0">
              <a:spcBef>
                <a:spcPts val="0"/>
              </a:spcBef>
              <a:spcAft>
                <a:spcPts val="0"/>
              </a:spcAft>
              <a:buClr>
                <a:schemeClr val="accent6"/>
              </a:buClr>
              <a:buSzPts val="3000"/>
              <a:buFont typeface="Space Grotesk"/>
              <a:buNone/>
              <a:defRPr sz="3000">
                <a:solidFill>
                  <a:schemeClr val="accent6"/>
                </a:solidFill>
              </a:defRPr>
            </a:lvl1pPr>
            <a:lvl2pPr lvl="1">
              <a:spcBef>
                <a:spcPts val="0"/>
              </a:spcBef>
              <a:spcAft>
                <a:spcPts val="0"/>
              </a:spcAft>
              <a:buClr>
                <a:schemeClr val="accent6"/>
              </a:buClr>
              <a:buSzPts val="3000"/>
              <a:buFont typeface="Space Grotesk"/>
              <a:buNone/>
              <a:defRPr sz="3000">
                <a:solidFill>
                  <a:schemeClr val="accent6"/>
                </a:solidFill>
              </a:defRPr>
            </a:lvl2pPr>
            <a:lvl3pPr lvl="2">
              <a:spcBef>
                <a:spcPts val="0"/>
              </a:spcBef>
              <a:spcAft>
                <a:spcPts val="0"/>
              </a:spcAft>
              <a:buClr>
                <a:schemeClr val="accent6"/>
              </a:buClr>
              <a:buSzPts val="3000"/>
              <a:buFont typeface="Space Grotesk"/>
              <a:buNone/>
              <a:defRPr sz="3000">
                <a:solidFill>
                  <a:schemeClr val="accent6"/>
                </a:solidFill>
              </a:defRPr>
            </a:lvl3pPr>
            <a:lvl4pPr lvl="3">
              <a:spcBef>
                <a:spcPts val="0"/>
              </a:spcBef>
              <a:spcAft>
                <a:spcPts val="0"/>
              </a:spcAft>
              <a:buClr>
                <a:schemeClr val="accent6"/>
              </a:buClr>
              <a:buSzPts val="3000"/>
              <a:buFont typeface="Space Grotesk"/>
              <a:buNone/>
              <a:defRPr sz="3000">
                <a:solidFill>
                  <a:schemeClr val="accent6"/>
                </a:solidFill>
              </a:defRPr>
            </a:lvl4pPr>
            <a:lvl5pPr lvl="4">
              <a:spcBef>
                <a:spcPts val="0"/>
              </a:spcBef>
              <a:spcAft>
                <a:spcPts val="0"/>
              </a:spcAft>
              <a:buClr>
                <a:schemeClr val="accent6"/>
              </a:buClr>
              <a:buSzPts val="3000"/>
              <a:buFont typeface="Space Grotesk"/>
              <a:buNone/>
              <a:defRPr sz="3000">
                <a:solidFill>
                  <a:schemeClr val="accent6"/>
                </a:solidFill>
              </a:defRPr>
            </a:lvl5pPr>
            <a:lvl6pPr lvl="5">
              <a:spcBef>
                <a:spcPts val="0"/>
              </a:spcBef>
              <a:spcAft>
                <a:spcPts val="0"/>
              </a:spcAft>
              <a:buClr>
                <a:schemeClr val="accent6"/>
              </a:buClr>
              <a:buSzPts val="3000"/>
              <a:buFont typeface="Space Grotesk"/>
              <a:buNone/>
              <a:defRPr sz="3000">
                <a:solidFill>
                  <a:schemeClr val="accent6"/>
                </a:solidFill>
              </a:defRPr>
            </a:lvl6pPr>
            <a:lvl7pPr lvl="6">
              <a:spcBef>
                <a:spcPts val="0"/>
              </a:spcBef>
              <a:spcAft>
                <a:spcPts val="0"/>
              </a:spcAft>
              <a:buClr>
                <a:schemeClr val="accent6"/>
              </a:buClr>
              <a:buSzPts val="3000"/>
              <a:buFont typeface="Space Grotesk"/>
              <a:buNone/>
              <a:defRPr sz="3000">
                <a:solidFill>
                  <a:schemeClr val="accent6"/>
                </a:solidFill>
              </a:defRPr>
            </a:lvl7pPr>
            <a:lvl8pPr lvl="7">
              <a:spcBef>
                <a:spcPts val="0"/>
              </a:spcBef>
              <a:spcAft>
                <a:spcPts val="0"/>
              </a:spcAft>
              <a:buClr>
                <a:schemeClr val="accent6"/>
              </a:buClr>
              <a:buSzPts val="3000"/>
              <a:buFont typeface="Space Grotesk"/>
              <a:buNone/>
              <a:defRPr sz="3000">
                <a:solidFill>
                  <a:schemeClr val="accent6"/>
                </a:solidFill>
              </a:defRPr>
            </a:lvl8pPr>
            <a:lvl9pPr lvl="8">
              <a:spcBef>
                <a:spcPts val="0"/>
              </a:spcBef>
              <a:spcAft>
                <a:spcPts val="0"/>
              </a:spcAft>
              <a:buClr>
                <a:schemeClr val="accent6"/>
              </a:buClr>
              <a:buSzPts val="3000"/>
              <a:buFont typeface="Space Grotesk"/>
              <a:buNone/>
              <a:defRPr sz="3000">
                <a:solidFill>
                  <a:schemeClr val="accent6"/>
                </a:solidFill>
              </a:defRPr>
            </a:lvl9pPr>
          </a:lstStyle>
          <a:p>
            <a:r>
              <a:t>xx%</a:t>
            </a:r>
          </a:p>
        </p:txBody>
      </p:sp>
      <p:sp>
        <p:nvSpPr>
          <p:cNvPr id="269" name="Google Shape;269;p32"/>
          <p:cNvSpPr txBox="1"/>
          <p:nvPr>
            <p:ph idx="3" type="title"/>
          </p:nvPr>
        </p:nvSpPr>
        <p:spPr>
          <a:xfrm>
            <a:off x="228600" y="881625"/>
            <a:ext cx="5565300" cy="277200"/>
          </a:xfrm>
          <a:prstGeom prst="rect">
            <a:avLst/>
          </a:prstGeom>
        </p:spPr>
        <p:txBody>
          <a:bodyPr anchorCtr="0" anchor="t" bIns="0" lIns="0" spcFirstLastPara="1" rIns="0" wrap="square" tIns="0">
            <a:noAutofit/>
          </a:bodyPr>
          <a:lstStyle>
            <a:lvl1pPr lvl="0">
              <a:spcBef>
                <a:spcPts val="0"/>
              </a:spcBef>
              <a:spcAft>
                <a:spcPts val="0"/>
              </a:spcAft>
              <a:buClr>
                <a:schemeClr val="lt2"/>
              </a:buClr>
              <a:buSzPts val="1800"/>
              <a:buFont typeface="Space Grotesk"/>
              <a:buNone/>
              <a:defRPr sz="1800">
                <a:solidFill>
                  <a:schemeClr val="lt2"/>
                </a:solidFill>
              </a:defRPr>
            </a:lvl1pPr>
            <a:lvl2pPr lvl="1">
              <a:spcBef>
                <a:spcPts val="0"/>
              </a:spcBef>
              <a:spcAft>
                <a:spcPts val="0"/>
              </a:spcAft>
              <a:buClr>
                <a:schemeClr val="lt2"/>
              </a:buClr>
              <a:buSzPts val="1800"/>
              <a:buFont typeface="Space Grotesk"/>
              <a:buNone/>
              <a:defRPr sz="1800">
                <a:solidFill>
                  <a:schemeClr val="lt2"/>
                </a:solidFill>
              </a:defRPr>
            </a:lvl2pPr>
            <a:lvl3pPr lvl="2">
              <a:spcBef>
                <a:spcPts val="0"/>
              </a:spcBef>
              <a:spcAft>
                <a:spcPts val="0"/>
              </a:spcAft>
              <a:buClr>
                <a:schemeClr val="lt2"/>
              </a:buClr>
              <a:buSzPts val="1800"/>
              <a:buFont typeface="Space Grotesk"/>
              <a:buNone/>
              <a:defRPr sz="1800">
                <a:solidFill>
                  <a:schemeClr val="lt2"/>
                </a:solidFill>
              </a:defRPr>
            </a:lvl3pPr>
            <a:lvl4pPr lvl="3">
              <a:spcBef>
                <a:spcPts val="0"/>
              </a:spcBef>
              <a:spcAft>
                <a:spcPts val="0"/>
              </a:spcAft>
              <a:buClr>
                <a:schemeClr val="lt2"/>
              </a:buClr>
              <a:buSzPts val="1800"/>
              <a:buFont typeface="Space Grotesk"/>
              <a:buNone/>
              <a:defRPr sz="1800">
                <a:solidFill>
                  <a:schemeClr val="lt2"/>
                </a:solidFill>
              </a:defRPr>
            </a:lvl4pPr>
            <a:lvl5pPr lvl="4">
              <a:spcBef>
                <a:spcPts val="0"/>
              </a:spcBef>
              <a:spcAft>
                <a:spcPts val="0"/>
              </a:spcAft>
              <a:buClr>
                <a:schemeClr val="lt2"/>
              </a:buClr>
              <a:buSzPts val="1800"/>
              <a:buFont typeface="Space Grotesk"/>
              <a:buNone/>
              <a:defRPr sz="1800">
                <a:solidFill>
                  <a:schemeClr val="lt2"/>
                </a:solidFill>
              </a:defRPr>
            </a:lvl5pPr>
            <a:lvl6pPr lvl="5">
              <a:spcBef>
                <a:spcPts val="0"/>
              </a:spcBef>
              <a:spcAft>
                <a:spcPts val="0"/>
              </a:spcAft>
              <a:buClr>
                <a:schemeClr val="lt2"/>
              </a:buClr>
              <a:buSzPts val="1800"/>
              <a:buFont typeface="Space Grotesk"/>
              <a:buNone/>
              <a:defRPr sz="1800">
                <a:solidFill>
                  <a:schemeClr val="lt2"/>
                </a:solidFill>
              </a:defRPr>
            </a:lvl6pPr>
            <a:lvl7pPr lvl="6">
              <a:spcBef>
                <a:spcPts val="0"/>
              </a:spcBef>
              <a:spcAft>
                <a:spcPts val="0"/>
              </a:spcAft>
              <a:buClr>
                <a:schemeClr val="lt2"/>
              </a:buClr>
              <a:buSzPts val="1800"/>
              <a:buFont typeface="Space Grotesk"/>
              <a:buNone/>
              <a:defRPr sz="1800">
                <a:solidFill>
                  <a:schemeClr val="lt2"/>
                </a:solidFill>
              </a:defRPr>
            </a:lvl7pPr>
            <a:lvl8pPr lvl="7">
              <a:spcBef>
                <a:spcPts val="0"/>
              </a:spcBef>
              <a:spcAft>
                <a:spcPts val="0"/>
              </a:spcAft>
              <a:buClr>
                <a:schemeClr val="lt2"/>
              </a:buClr>
              <a:buSzPts val="1800"/>
              <a:buFont typeface="Space Grotesk"/>
              <a:buNone/>
              <a:defRPr sz="1800">
                <a:solidFill>
                  <a:schemeClr val="lt2"/>
                </a:solidFill>
              </a:defRPr>
            </a:lvl8pPr>
            <a:lvl9pPr lvl="8">
              <a:spcBef>
                <a:spcPts val="0"/>
              </a:spcBef>
              <a:spcAft>
                <a:spcPts val="0"/>
              </a:spcAft>
              <a:buClr>
                <a:schemeClr val="lt2"/>
              </a:buClr>
              <a:buSzPts val="1800"/>
              <a:buFont typeface="Space Grotesk"/>
              <a:buNone/>
              <a:defRPr sz="1800">
                <a:solidFill>
                  <a:schemeClr val="lt2"/>
                </a:solidFill>
              </a:defRPr>
            </a:lvl9pPr>
          </a:lstStyle>
          <a:p/>
        </p:txBody>
      </p:sp>
      <p:sp>
        <p:nvSpPr>
          <p:cNvPr id="270" name="Google Shape;270;p32"/>
          <p:cNvSpPr txBox="1"/>
          <p:nvPr>
            <p:ph idx="4" type="subTitle"/>
          </p:nvPr>
        </p:nvSpPr>
        <p:spPr>
          <a:xfrm>
            <a:off x="230900" y="1660325"/>
            <a:ext cx="4404300" cy="3669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BLANK_1_1_1_1_1_1_1_1_1_1_1_1_1_1_1_1_1_1">
    <p:bg>
      <p:bgPr>
        <a:gradFill>
          <a:gsLst>
            <a:gs pos="0">
              <a:schemeClr val="accent4"/>
            </a:gs>
            <a:gs pos="100000">
              <a:schemeClr val="dk1"/>
            </a:gs>
          </a:gsLst>
          <a:path path="circle">
            <a:fillToRect b="50%" l="50%" r="50%" t="50%"/>
          </a:path>
          <a:tileRect/>
        </a:gradFill>
      </p:bgPr>
    </p:bg>
    <p:spTree>
      <p:nvGrpSpPr>
        <p:cNvPr id="271" name="Shape 271"/>
        <p:cNvGrpSpPr/>
        <p:nvPr/>
      </p:nvGrpSpPr>
      <p:grpSpPr>
        <a:xfrm>
          <a:off x="0" y="0"/>
          <a:ext cx="0" cy="0"/>
          <a:chOff x="0" y="0"/>
          <a:chExt cx="0" cy="0"/>
        </a:xfrm>
      </p:grpSpPr>
      <p:sp>
        <p:nvSpPr>
          <p:cNvPr id="272" name="Google Shape;272;p33"/>
          <p:cNvSpPr/>
          <p:nvPr>
            <p:ph idx="2" type="pic"/>
          </p:nvPr>
        </p:nvSpPr>
        <p:spPr>
          <a:xfrm>
            <a:off x="228600" y="1510550"/>
            <a:ext cx="2773500" cy="1560300"/>
          </a:xfrm>
          <a:prstGeom prst="rect">
            <a:avLst/>
          </a:prstGeom>
          <a:noFill/>
          <a:ln>
            <a:noFill/>
          </a:ln>
        </p:spPr>
      </p:sp>
      <p:sp>
        <p:nvSpPr>
          <p:cNvPr id="273" name="Google Shape;273;p33"/>
          <p:cNvSpPr/>
          <p:nvPr>
            <p:ph idx="3" type="pic"/>
          </p:nvPr>
        </p:nvSpPr>
        <p:spPr>
          <a:xfrm>
            <a:off x="3185250" y="1510550"/>
            <a:ext cx="2773500" cy="1560300"/>
          </a:xfrm>
          <a:prstGeom prst="rect">
            <a:avLst/>
          </a:prstGeom>
          <a:noFill/>
          <a:ln>
            <a:noFill/>
          </a:ln>
        </p:spPr>
      </p:sp>
      <p:sp>
        <p:nvSpPr>
          <p:cNvPr id="274" name="Google Shape;274;p33"/>
          <p:cNvSpPr/>
          <p:nvPr>
            <p:ph idx="4" type="pic"/>
          </p:nvPr>
        </p:nvSpPr>
        <p:spPr>
          <a:xfrm>
            <a:off x="6141900" y="1510550"/>
            <a:ext cx="2773500" cy="1560300"/>
          </a:xfrm>
          <a:prstGeom prst="rect">
            <a:avLst/>
          </a:prstGeom>
          <a:noFill/>
          <a:ln>
            <a:noFill/>
          </a:ln>
        </p:spPr>
      </p:sp>
      <p:sp>
        <p:nvSpPr>
          <p:cNvPr id="275" name="Google Shape;275;p33"/>
          <p:cNvSpPr txBox="1"/>
          <p:nvPr>
            <p:ph type="title"/>
          </p:nvPr>
        </p:nvSpPr>
        <p:spPr>
          <a:xfrm>
            <a:off x="212450" y="177900"/>
            <a:ext cx="5789400" cy="4065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276" name="Google Shape;276;p33"/>
          <p:cNvSpPr txBox="1"/>
          <p:nvPr>
            <p:ph idx="1" type="body"/>
          </p:nvPr>
        </p:nvSpPr>
        <p:spPr>
          <a:xfrm>
            <a:off x="228600" y="3513725"/>
            <a:ext cx="2773500" cy="13014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lt1"/>
              </a:buClr>
              <a:buSzPts val="1000"/>
              <a:buFont typeface="Roboto"/>
              <a:buChar char="●"/>
              <a:defRPr/>
            </a:lvl1pPr>
            <a:lvl2pPr indent="-292100" lvl="1" marL="914400">
              <a:lnSpc>
                <a:spcPct val="115000"/>
              </a:lnSpc>
              <a:spcBef>
                <a:spcPts val="800"/>
              </a:spcBef>
              <a:spcAft>
                <a:spcPts val="0"/>
              </a:spcAft>
              <a:buClr>
                <a:schemeClr val="lt1"/>
              </a:buClr>
              <a:buSzPts val="1000"/>
              <a:buFont typeface="Roboto"/>
              <a:buChar char="○"/>
              <a:defRPr/>
            </a:lvl2pPr>
            <a:lvl3pPr indent="-292100" lvl="2" marL="1371600">
              <a:lnSpc>
                <a:spcPct val="115000"/>
              </a:lnSpc>
              <a:spcBef>
                <a:spcPts val="800"/>
              </a:spcBef>
              <a:spcAft>
                <a:spcPts val="0"/>
              </a:spcAft>
              <a:buClr>
                <a:schemeClr val="lt1"/>
              </a:buClr>
              <a:buSzPts val="1000"/>
              <a:buFont typeface="Roboto"/>
              <a:buChar char="■"/>
              <a:defRPr/>
            </a:lvl3pPr>
            <a:lvl4pPr indent="-292100" lvl="3" marL="1828800">
              <a:lnSpc>
                <a:spcPct val="115000"/>
              </a:lnSpc>
              <a:spcBef>
                <a:spcPts val="800"/>
              </a:spcBef>
              <a:spcAft>
                <a:spcPts val="0"/>
              </a:spcAft>
              <a:buClr>
                <a:schemeClr val="lt1"/>
              </a:buClr>
              <a:buSzPts val="1000"/>
              <a:buFont typeface="Roboto"/>
              <a:buChar char="●"/>
              <a:defRPr/>
            </a:lvl4pPr>
            <a:lvl5pPr indent="-292100" lvl="4" marL="2286000">
              <a:lnSpc>
                <a:spcPct val="115000"/>
              </a:lnSpc>
              <a:spcBef>
                <a:spcPts val="800"/>
              </a:spcBef>
              <a:spcAft>
                <a:spcPts val="0"/>
              </a:spcAft>
              <a:buClr>
                <a:schemeClr val="lt1"/>
              </a:buClr>
              <a:buSzPts val="1000"/>
              <a:buFont typeface="Roboto"/>
              <a:buChar char="○"/>
              <a:defRPr/>
            </a:lvl5pPr>
            <a:lvl6pPr indent="-292100" lvl="5" marL="2743200">
              <a:lnSpc>
                <a:spcPct val="115000"/>
              </a:lnSpc>
              <a:spcBef>
                <a:spcPts val="800"/>
              </a:spcBef>
              <a:spcAft>
                <a:spcPts val="0"/>
              </a:spcAft>
              <a:buClr>
                <a:schemeClr val="lt1"/>
              </a:buClr>
              <a:buSzPts val="1000"/>
              <a:buFont typeface="Roboto"/>
              <a:buChar char="■"/>
              <a:defRPr/>
            </a:lvl6pPr>
            <a:lvl7pPr indent="-292100" lvl="6" marL="3200400">
              <a:lnSpc>
                <a:spcPct val="115000"/>
              </a:lnSpc>
              <a:spcBef>
                <a:spcPts val="800"/>
              </a:spcBef>
              <a:spcAft>
                <a:spcPts val="0"/>
              </a:spcAft>
              <a:buClr>
                <a:schemeClr val="lt1"/>
              </a:buClr>
              <a:buSzPts val="1000"/>
              <a:buFont typeface="Roboto"/>
              <a:buChar char="●"/>
              <a:defRPr/>
            </a:lvl7pPr>
            <a:lvl8pPr indent="-292100" lvl="7" marL="3657600">
              <a:lnSpc>
                <a:spcPct val="115000"/>
              </a:lnSpc>
              <a:spcBef>
                <a:spcPts val="800"/>
              </a:spcBef>
              <a:spcAft>
                <a:spcPts val="0"/>
              </a:spcAft>
              <a:buClr>
                <a:schemeClr val="lt1"/>
              </a:buClr>
              <a:buSzPts val="1000"/>
              <a:buFont typeface="Roboto"/>
              <a:buChar char="○"/>
              <a:defRPr/>
            </a:lvl8pPr>
            <a:lvl9pPr indent="-292100" lvl="8" marL="4114800">
              <a:lnSpc>
                <a:spcPct val="115000"/>
              </a:lnSpc>
              <a:spcBef>
                <a:spcPts val="800"/>
              </a:spcBef>
              <a:spcAft>
                <a:spcPts val="800"/>
              </a:spcAft>
              <a:buClr>
                <a:schemeClr val="lt1"/>
              </a:buClr>
              <a:buSzPts val="1000"/>
              <a:buFont typeface="Roboto"/>
              <a:buChar char="■"/>
              <a:defRPr/>
            </a:lvl9pPr>
          </a:lstStyle>
          <a:p/>
        </p:txBody>
      </p:sp>
      <p:sp>
        <p:nvSpPr>
          <p:cNvPr id="277" name="Google Shape;277;p33"/>
          <p:cNvSpPr txBox="1"/>
          <p:nvPr>
            <p:ph idx="5" type="body"/>
          </p:nvPr>
        </p:nvSpPr>
        <p:spPr>
          <a:xfrm>
            <a:off x="3185250" y="3513725"/>
            <a:ext cx="2773500" cy="13014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lt1"/>
              </a:buClr>
              <a:buSzPts val="1000"/>
              <a:buFont typeface="Roboto"/>
              <a:buChar char="●"/>
              <a:defRPr/>
            </a:lvl1pPr>
            <a:lvl2pPr indent="-292100" lvl="1" marL="914400">
              <a:lnSpc>
                <a:spcPct val="115000"/>
              </a:lnSpc>
              <a:spcBef>
                <a:spcPts val="800"/>
              </a:spcBef>
              <a:spcAft>
                <a:spcPts val="0"/>
              </a:spcAft>
              <a:buClr>
                <a:schemeClr val="lt1"/>
              </a:buClr>
              <a:buSzPts val="1000"/>
              <a:buFont typeface="Roboto"/>
              <a:buChar char="○"/>
              <a:defRPr/>
            </a:lvl2pPr>
            <a:lvl3pPr indent="-292100" lvl="2" marL="1371600">
              <a:lnSpc>
                <a:spcPct val="115000"/>
              </a:lnSpc>
              <a:spcBef>
                <a:spcPts val="800"/>
              </a:spcBef>
              <a:spcAft>
                <a:spcPts val="0"/>
              </a:spcAft>
              <a:buClr>
                <a:schemeClr val="lt1"/>
              </a:buClr>
              <a:buSzPts val="1000"/>
              <a:buFont typeface="Roboto"/>
              <a:buChar char="■"/>
              <a:defRPr/>
            </a:lvl3pPr>
            <a:lvl4pPr indent="-292100" lvl="3" marL="1828800">
              <a:lnSpc>
                <a:spcPct val="115000"/>
              </a:lnSpc>
              <a:spcBef>
                <a:spcPts val="800"/>
              </a:spcBef>
              <a:spcAft>
                <a:spcPts val="0"/>
              </a:spcAft>
              <a:buClr>
                <a:schemeClr val="lt1"/>
              </a:buClr>
              <a:buSzPts val="1000"/>
              <a:buFont typeface="Roboto"/>
              <a:buChar char="●"/>
              <a:defRPr/>
            </a:lvl4pPr>
            <a:lvl5pPr indent="-292100" lvl="4" marL="2286000">
              <a:lnSpc>
                <a:spcPct val="115000"/>
              </a:lnSpc>
              <a:spcBef>
                <a:spcPts val="800"/>
              </a:spcBef>
              <a:spcAft>
                <a:spcPts val="0"/>
              </a:spcAft>
              <a:buClr>
                <a:schemeClr val="lt1"/>
              </a:buClr>
              <a:buSzPts val="1000"/>
              <a:buFont typeface="Roboto"/>
              <a:buChar char="○"/>
              <a:defRPr/>
            </a:lvl5pPr>
            <a:lvl6pPr indent="-292100" lvl="5" marL="2743200">
              <a:lnSpc>
                <a:spcPct val="115000"/>
              </a:lnSpc>
              <a:spcBef>
                <a:spcPts val="800"/>
              </a:spcBef>
              <a:spcAft>
                <a:spcPts val="0"/>
              </a:spcAft>
              <a:buClr>
                <a:schemeClr val="lt1"/>
              </a:buClr>
              <a:buSzPts val="1000"/>
              <a:buFont typeface="Roboto"/>
              <a:buChar char="■"/>
              <a:defRPr/>
            </a:lvl6pPr>
            <a:lvl7pPr indent="-292100" lvl="6" marL="3200400">
              <a:lnSpc>
                <a:spcPct val="115000"/>
              </a:lnSpc>
              <a:spcBef>
                <a:spcPts val="800"/>
              </a:spcBef>
              <a:spcAft>
                <a:spcPts val="0"/>
              </a:spcAft>
              <a:buClr>
                <a:schemeClr val="lt1"/>
              </a:buClr>
              <a:buSzPts val="1000"/>
              <a:buFont typeface="Roboto"/>
              <a:buChar char="●"/>
              <a:defRPr/>
            </a:lvl7pPr>
            <a:lvl8pPr indent="-292100" lvl="7" marL="3657600">
              <a:lnSpc>
                <a:spcPct val="115000"/>
              </a:lnSpc>
              <a:spcBef>
                <a:spcPts val="800"/>
              </a:spcBef>
              <a:spcAft>
                <a:spcPts val="0"/>
              </a:spcAft>
              <a:buClr>
                <a:schemeClr val="lt1"/>
              </a:buClr>
              <a:buSzPts val="1000"/>
              <a:buFont typeface="Roboto"/>
              <a:buChar char="○"/>
              <a:defRPr/>
            </a:lvl8pPr>
            <a:lvl9pPr indent="-292100" lvl="8" marL="4114800">
              <a:lnSpc>
                <a:spcPct val="115000"/>
              </a:lnSpc>
              <a:spcBef>
                <a:spcPts val="800"/>
              </a:spcBef>
              <a:spcAft>
                <a:spcPts val="800"/>
              </a:spcAft>
              <a:buClr>
                <a:schemeClr val="lt1"/>
              </a:buClr>
              <a:buSzPts val="1000"/>
              <a:buFont typeface="Roboto"/>
              <a:buChar char="■"/>
              <a:defRPr/>
            </a:lvl9pPr>
          </a:lstStyle>
          <a:p/>
        </p:txBody>
      </p:sp>
      <p:sp>
        <p:nvSpPr>
          <p:cNvPr id="278" name="Google Shape;278;p33"/>
          <p:cNvSpPr txBox="1"/>
          <p:nvPr>
            <p:ph idx="6" type="body"/>
          </p:nvPr>
        </p:nvSpPr>
        <p:spPr>
          <a:xfrm>
            <a:off x="6141900" y="3513725"/>
            <a:ext cx="2773500" cy="13014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lt1"/>
              </a:buClr>
              <a:buSzPts val="1000"/>
              <a:buFont typeface="Roboto"/>
              <a:buChar char="●"/>
              <a:defRPr/>
            </a:lvl1pPr>
            <a:lvl2pPr indent="-292100" lvl="1" marL="914400">
              <a:lnSpc>
                <a:spcPct val="115000"/>
              </a:lnSpc>
              <a:spcBef>
                <a:spcPts val="800"/>
              </a:spcBef>
              <a:spcAft>
                <a:spcPts val="0"/>
              </a:spcAft>
              <a:buClr>
                <a:schemeClr val="lt1"/>
              </a:buClr>
              <a:buSzPts val="1000"/>
              <a:buFont typeface="Roboto"/>
              <a:buChar char="○"/>
              <a:defRPr/>
            </a:lvl2pPr>
            <a:lvl3pPr indent="-292100" lvl="2" marL="1371600">
              <a:lnSpc>
                <a:spcPct val="115000"/>
              </a:lnSpc>
              <a:spcBef>
                <a:spcPts val="800"/>
              </a:spcBef>
              <a:spcAft>
                <a:spcPts val="0"/>
              </a:spcAft>
              <a:buClr>
                <a:schemeClr val="lt1"/>
              </a:buClr>
              <a:buSzPts val="1000"/>
              <a:buFont typeface="Roboto"/>
              <a:buChar char="■"/>
              <a:defRPr/>
            </a:lvl3pPr>
            <a:lvl4pPr indent="-292100" lvl="3" marL="1828800">
              <a:lnSpc>
                <a:spcPct val="115000"/>
              </a:lnSpc>
              <a:spcBef>
                <a:spcPts val="800"/>
              </a:spcBef>
              <a:spcAft>
                <a:spcPts val="0"/>
              </a:spcAft>
              <a:buClr>
                <a:schemeClr val="lt1"/>
              </a:buClr>
              <a:buSzPts val="1000"/>
              <a:buFont typeface="Roboto"/>
              <a:buChar char="●"/>
              <a:defRPr/>
            </a:lvl4pPr>
            <a:lvl5pPr indent="-292100" lvl="4" marL="2286000">
              <a:lnSpc>
                <a:spcPct val="115000"/>
              </a:lnSpc>
              <a:spcBef>
                <a:spcPts val="800"/>
              </a:spcBef>
              <a:spcAft>
                <a:spcPts val="0"/>
              </a:spcAft>
              <a:buClr>
                <a:schemeClr val="lt1"/>
              </a:buClr>
              <a:buSzPts val="1000"/>
              <a:buFont typeface="Roboto"/>
              <a:buChar char="○"/>
              <a:defRPr/>
            </a:lvl5pPr>
            <a:lvl6pPr indent="-292100" lvl="5" marL="2743200">
              <a:lnSpc>
                <a:spcPct val="115000"/>
              </a:lnSpc>
              <a:spcBef>
                <a:spcPts val="800"/>
              </a:spcBef>
              <a:spcAft>
                <a:spcPts val="0"/>
              </a:spcAft>
              <a:buClr>
                <a:schemeClr val="lt1"/>
              </a:buClr>
              <a:buSzPts val="1000"/>
              <a:buFont typeface="Roboto"/>
              <a:buChar char="■"/>
              <a:defRPr/>
            </a:lvl6pPr>
            <a:lvl7pPr indent="-292100" lvl="6" marL="3200400">
              <a:lnSpc>
                <a:spcPct val="115000"/>
              </a:lnSpc>
              <a:spcBef>
                <a:spcPts val="800"/>
              </a:spcBef>
              <a:spcAft>
                <a:spcPts val="0"/>
              </a:spcAft>
              <a:buClr>
                <a:schemeClr val="lt1"/>
              </a:buClr>
              <a:buSzPts val="1000"/>
              <a:buFont typeface="Roboto"/>
              <a:buChar char="●"/>
              <a:defRPr/>
            </a:lvl7pPr>
            <a:lvl8pPr indent="-292100" lvl="7" marL="3657600">
              <a:lnSpc>
                <a:spcPct val="115000"/>
              </a:lnSpc>
              <a:spcBef>
                <a:spcPts val="800"/>
              </a:spcBef>
              <a:spcAft>
                <a:spcPts val="0"/>
              </a:spcAft>
              <a:buClr>
                <a:schemeClr val="lt1"/>
              </a:buClr>
              <a:buSzPts val="1000"/>
              <a:buFont typeface="Roboto"/>
              <a:buChar char="○"/>
              <a:defRPr/>
            </a:lvl8pPr>
            <a:lvl9pPr indent="-292100" lvl="8" marL="4114800">
              <a:lnSpc>
                <a:spcPct val="115000"/>
              </a:lnSpc>
              <a:spcBef>
                <a:spcPts val="800"/>
              </a:spcBef>
              <a:spcAft>
                <a:spcPts val="800"/>
              </a:spcAft>
              <a:buClr>
                <a:schemeClr val="lt1"/>
              </a:buClr>
              <a:buSzPts val="1000"/>
              <a:buFont typeface="Roboto"/>
              <a:buChar char="■"/>
              <a:defRPr/>
            </a:lvl9pPr>
          </a:lstStyle>
          <a:p/>
        </p:txBody>
      </p:sp>
      <p:sp>
        <p:nvSpPr>
          <p:cNvPr id="279" name="Google Shape;279;p33"/>
          <p:cNvSpPr txBox="1"/>
          <p:nvPr>
            <p:ph idx="7" type="subTitle"/>
          </p:nvPr>
        </p:nvSpPr>
        <p:spPr>
          <a:xfrm>
            <a:off x="228600" y="3224050"/>
            <a:ext cx="2773500" cy="2379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800"/>
              <a:buFont typeface="Space Grotesk"/>
              <a:buNone/>
              <a:defRPr/>
            </a:lvl1pPr>
            <a:lvl2pPr lvl="1">
              <a:spcBef>
                <a:spcPts val="0"/>
              </a:spcBef>
              <a:spcAft>
                <a:spcPts val="0"/>
              </a:spcAft>
              <a:buClr>
                <a:schemeClr val="lt1"/>
              </a:buClr>
              <a:buSzPts val="1800"/>
              <a:buFont typeface="Space Grotesk"/>
              <a:buNone/>
              <a:defRPr/>
            </a:lvl2pPr>
            <a:lvl3pPr lvl="2">
              <a:spcBef>
                <a:spcPts val="0"/>
              </a:spcBef>
              <a:spcAft>
                <a:spcPts val="0"/>
              </a:spcAft>
              <a:buClr>
                <a:schemeClr val="lt1"/>
              </a:buClr>
              <a:buSzPts val="1800"/>
              <a:buFont typeface="Space Grotesk"/>
              <a:buNone/>
              <a:defRPr/>
            </a:lvl3pPr>
            <a:lvl4pPr lvl="3">
              <a:spcBef>
                <a:spcPts val="0"/>
              </a:spcBef>
              <a:spcAft>
                <a:spcPts val="0"/>
              </a:spcAft>
              <a:buClr>
                <a:schemeClr val="lt1"/>
              </a:buClr>
              <a:buSzPts val="1800"/>
              <a:buFont typeface="Space Grotesk"/>
              <a:buNone/>
              <a:defRPr/>
            </a:lvl4pPr>
            <a:lvl5pPr lvl="4">
              <a:spcBef>
                <a:spcPts val="0"/>
              </a:spcBef>
              <a:spcAft>
                <a:spcPts val="0"/>
              </a:spcAft>
              <a:buClr>
                <a:schemeClr val="lt1"/>
              </a:buClr>
              <a:buSzPts val="1800"/>
              <a:buFont typeface="Space Grotesk"/>
              <a:buNone/>
              <a:defRPr/>
            </a:lvl5pPr>
            <a:lvl6pPr lvl="5">
              <a:spcBef>
                <a:spcPts val="0"/>
              </a:spcBef>
              <a:spcAft>
                <a:spcPts val="0"/>
              </a:spcAft>
              <a:buClr>
                <a:schemeClr val="lt1"/>
              </a:buClr>
              <a:buSzPts val="1800"/>
              <a:buFont typeface="Space Grotesk"/>
              <a:buNone/>
              <a:defRPr/>
            </a:lvl6pPr>
            <a:lvl7pPr lvl="6">
              <a:spcBef>
                <a:spcPts val="0"/>
              </a:spcBef>
              <a:spcAft>
                <a:spcPts val="0"/>
              </a:spcAft>
              <a:buClr>
                <a:schemeClr val="lt1"/>
              </a:buClr>
              <a:buSzPts val="1800"/>
              <a:buFont typeface="Space Grotesk"/>
              <a:buNone/>
              <a:defRPr/>
            </a:lvl7pPr>
            <a:lvl8pPr lvl="7">
              <a:spcBef>
                <a:spcPts val="0"/>
              </a:spcBef>
              <a:spcAft>
                <a:spcPts val="0"/>
              </a:spcAft>
              <a:buClr>
                <a:schemeClr val="lt1"/>
              </a:buClr>
              <a:buSzPts val="1800"/>
              <a:buFont typeface="Space Grotesk"/>
              <a:buNone/>
              <a:defRPr/>
            </a:lvl8pPr>
            <a:lvl9pPr lvl="8">
              <a:spcBef>
                <a:spcPts val="0"/>
              </a:spcBef>
              <a:spcAft>
                <a:spcPts val="0"/>
              </a:spcAft>
              <a:buClr>
                <a:schemeClr val="lt1"/>
              </a:buClr>
              <a:buSzPts val="1800"/>
              <a:buFont typeface="Space Grotesk"/>
              <a:buNone/>
              <a:defRPr/>
            </a:lvl9pPr>
          </a:lstStyle>
          <a:p/>
        </p:txBody>
      </p:sp>
      <p:sp>
        <p:nvSpPr>
          <p:cNvPr id="280" name="Google Shape;280;p33"/>
          <p:cNvSpPr txBox="1"/>
          <p:nvPr>
            <p:ph idx="8" type="subTitle"/>
          </p:nvPr>
        </p:nvSpPr>
        <p:spPr>
          <a:xfrm>
            <a:off x="3185250" y="3224050"/>
            <a:ext cx="2773500" cy="2379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800"/>
              <a:buFont typeface="Space Grotesk"/>
              <a:buNone/>
              <a:defRPr/>
            </a:lvl1pPr>
            <a:lvl2pPr lvl="1">
              <a:spcBef>
                <a:spcPts val="0"/>
              </a:spcBef>
              <a:spcAft>
                <a:spcPts val="0"/>
              </a:spcAft>
              <a:buClr>
                <a:schemeClr val="lt1"/>
              </a:buClr>
              <a:buSzPts val="1800"/>
              <a:buFont typeface="Space Grotesk"/>
              <a:buNone/>
              <a:defRPr/>
            </a:lvl2pPr>
            <a:lvl3pPr lvl="2">
              <a:spcBef>
                <a:spcPts val="0"/>
              </a:spcBef>
              <a:spcAft>
                <a:spcPts val="0"/>
              </a:spcAft>
              <a:buClr>
                <a:schemeClr val="lt1"/>
              </a:buClr>
              <a:buSzPts val="1800"/>
              <a:buFont typeface="Space Grotesk"/>
              <a:buNone/>
              <a:defRPr/>
            </a:lvl3pPr>
            <a:lvl4pPr lvl="3">
              <a:spcBef>
                <a:spcPts val="0"/>
              </a:spcBef>
              <a:spcAft>
                <a:spcPts val="0"/>
              </a:spcAft>
              <a:buClr>
                <a:schemeClr val="lt1"/>
              </a:buClr>
              <a:buSzPts val="1800"/>
              <a:buFont typeface="Space Grotesk"/>
              <a:buNone/>
              <a:defRPr/>
            </a:lvl4pPr>
            <a:lvl5pPr lvl="4">
              <a:spcBef>
                <a:spcPts val="0"/>
              </a:spcBef>
              <a:spcAft>
                <a:spcPts val="0"/>
              </a:spcAft>
              <a:buClr>
                <a:schemeClr val="lt1"/>
              </a:buClr>
              <a:buSzPts val="1800"/>
              <a:buFont typeface="Space Grotesk"/>
              <a:buNone/>
              <a:defRPr/>
            </a:lvl5pPr>
            <a:lvl6pPr lvl="5">
              <a:spcBef>
                <a:spcPts val="0"/>
              </a:spcBef>
              <a:spcAft>
                <a:spcPts val="0"/>
              </a:spcAft>
              <a:buClr>
                <a:schemeClr val="lt1"/>
              </a:buClr>
              <a:buSzPts val="1800"/>
              <a:buFont typeface="Space Grotesk"/>
              <a:buNone/>
              <a:defRPr/>
            </a:lvl6pPr>
            <a:lvl7pPr lvl="6">
              <a:spcBef>
                <a:spcPts val="0"/>
              </a:spcBef>
              <a:spcAft>
                <a:spcPts val="0"/>
              </a:spcAft>
              <a:buClr>
                <a:schemeClr val="lt1"/>
              </a:buClr>
              <a:buSzPts val="1800"/>
              <a:buFont typeface="Space Grotesk"/>
              <a:buNone/>
              <a:defRPr/>
            </a:lvl7pPr>
            <a:lvl8pPr lvl="7">
              <a:spcBef>
                <a:spcPts val="0"/>
              </a:spcBef>
              <a:spcAft>
                <a:spcPts val="0"/>
              </a:spcAft>
              <a:buClr>
                <a:schemeClr val="lt1"/>
              </a:buClr>
              <a:buSzPts val="1800"/>
              <a:buFont typeface="Space Grotesk"/>
              <a:buNone/>
              <a:defRPr/>
            </a:lvl8pPr>
            <a:lvl9pPr lvl="8">
              <a:spcBef>
                <a:spcPts val="0"/>
              </a:spcBef>
              <a:spcAft>
                <a:spcPts val="0"/>
              </a:spcAft>
              <a:buClr>
                <a:schemeClr val="lt1"/>
              </a:buClr>
              <a:buSzPts val="1800"/>
              <a:buFont typeface="Space Grotesk"/>
              <a:buNone/>
              <a:defRPr/>
            </a:lvl9pPr>
          </a:lstStyle>
          <a:p/>
        </p:txBody>
      </p:sp>
      <p:sp>
        <p:nvSpPr>
          <p:cNvPr id="281" name="Google Shape;281;p33"/>
          <p:cNvSpPr txBox="1"/>
          <p:nvPr>
            <p:ph idx="9" type="subTitle"/>
          </p:nvPr>
        </p:nvSpPr>
        <p:spPr>
          <a:xfrm>
            <a:off x="6141900" y="3224050"/>
            <a:ext cx="2773500" cy="2379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800"/>
              <a:buFont typeface="Space Grotesk"/>
              <a:buNone/>
              <a:defRPr/>
            </a:lvl1pPr>
            <a:lvl2pPr lvl="1">
              <a:spcBef>
                <a:spcPts val="0"/>
              </a:spcBef>
              <a:spcAft>
                <a:spcPts val="0"/>
              </a:spcAft>
              <a:buClr>
                <a:schemeClr val="lt1"/>
              </a:buClr>
              <a:buSzPts val="1800"/>
              <a:buFont typeface="Space Grotesk"/>
              <a:buNone/>
              <a:defRPr/>
            </a:lvl2pPr>
            <a:lvl3pPr lvl="2">
              <a:spcBef>
                <a:spcPts val="0"/>
              </a:spcBef>
              <a:spcAft>
                <a:spcPts val="0"/>
              </a:spcAft>
              <a:buClr>
                <a:schemeClr val="lt1"/>
              </a:buClr>
              <a:buSzPts val="1800"/>
              <a:buFont typeface="Space Grotesk"/>
              <a:buNone/>
              <a:defRPr/>
            </a:lvl3pPr>
            <a:lvl4pPr lvl="3">
              <a:spcBef>
                <a:spcPts val="0"/>
              </a:spcBef>
              <a:spcAft>
                <a:spcPts val="0"/>
              </a:spcAft>
              <a:buClr>
                <a:schemeClr val="lt1"/>
              </a:buClr>
              <a:buSzPts val="1800"/>
              <a:buFont typeface="Space Grotesk"/>
              <a:buNone/>
              <a:defRPr/>
            </a:lvl4pPr>
            <a:lvl5pPr lvl="4">
              <a:spcBef>
                <a:spcPts val="0"/>
              </a:spcBef>
              <a:spcAft>
                <a:spcPts val="0"/>
              </a:spcAft>
              <a:buClr>
                <a:schemeClr val="lt1"/>
              </a:buClr>
              <a:buSzPts val="1800"/>
              <a:buFont typeface="Space Grotesk"/>
              <a:buNone/>
              <a:defRPr/>
            </a:lvl5pPr>
            <a:lvl6pPr lvl="5">
              <a:spcBef>
                <a:spcPts val="0"/>
              </a:spcBef>
              <a:spcAft>
                <a:spcPts val="0"/>
              </a:spcAft>
              <a:buClr>
                <a:schemeClr val="lt1"/>
              </a:buClr>
              <a:buSzPts val="1800"/>
              <a:buFont typeface="Space Grotesk"/>
              <a:buNone/>
              <a:defRPr/>
            </a:lvl6pPr>
            <a:lvl7pPr lvl="6">
              <a:spcBef>
                <a:spcPts val="0"/>
              </a:spcBef>
              <a:spcAft>
                <a:spcPts val="0"/>
              </a:spcAft>
              <a:buClr>
                <a:schemeClr val="lt1"/>
              </a:buClr>
              <a:buSzPts val="1800"/>
              <a:buFont typeface="Space Grotesk"/>
              <a:buNone/>
              <a:defRPr/>
            </a:lvl7pPr>
            <a:lvl8pPr lvl="7">
              <a:spcBef>
                <a:spcPts val="0"/>
              </a:spcBef>
              <a:spcAft>
                <a:spcPts val="0"/>
              </a:spcAft>
              <a:buClr>
                <a:schemeClr val="lt1"/>
              </a:buClr>
              <a:buSzPts val="1800"/>
              <a:buFont typeface="Space Grotesk"/>
              <a:buNone/>
              <a:defRPr/>
            </a:lvl8pPr>
            <a:lvl9pPr lvl="8">
              <a:spcBef>
                <a:spcPts val="0"/>
              </a:spcBef>
              <a:spcAft>
                <a:spcPts val="0"/>
              </a:spcAft>
              <a:buClr>
                <a:schemeClr val="lt1"/>
              </a:buClr>
              <a:buSzPts val="1800"/>
              <a:buFont typeface="Space Grotesk"/>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82" name="Shape 282"/>
        <p:cNvGrpSpPr/>
        <p:nvPr/>
      </p:nvGrpSpPr>
      <p:grpSpPr>
        <a:xfrm>
          <a:off x="0" y="0"/>
          <a:ext cx="0" cy="0"/>
          <a:chOff x="0" y="0"/>
          <a:chExt cx="0" cy="0"/>
        </a:xfrm>
      </p:grpSpPr>
      <p:sp>
        <p:nvSpPr>
          <p:cNvPr id="283" name="Google Shape;283;p3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284" name="Google Shape;284;p3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285" name="Shape 285"/>
        <p:cNvGrpSpPr/>
        <p:nvPr/>
      </p:nvGrpSpPr>
      <p:grpSpPr>
        <a:xfrm>
          <a:off x="0" y="0"/>
          <a:ext cx="0" cy="0"/>
          <a:chOff x="0" y="0"/>
          <a:chExt cx="0" cy="0"/>
        </a:xfrm>
      </p:grpSpPr>
      <p:sp>
        <p:nvSpPr>
          <p:cNvPr id="286" name="Google Shape;286;p35"/>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287" name="Shape 287"/>
        <p:cNvGrpSpPr/>
        <p:nvPr/>
      </p:nvGrpSpPr>
      <p:grpSpPr>
        <a:xfrm>
          <a:off x="0" y="0"/>
          <a:ext cx="0" cy="0"/>
          <a:chOff x="0" y="0"/>
          <a:chExt cx="0" cy="0"/>
        </a:xfrm>
      </p:grpSpPr>
      <p:sp>
        <p:nvSpPr>
          <p:cNvPr id="288" name="Google Shape;288;p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9" name="Google Shape;289;p36"/>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0" name="Google Shape;290;p36"/>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291" name="Shape 291"/>
        <p:cNvGrpSpPr/>
        <p:nvPr/>
      </p:nvGrpSpPr>
      <p:grpSpPr>
        <a:xfrm>
          <a:off x="0" y="0"/>
          <a:ext cx="0" cy="0"/>
          <a:chOff x="0" y="0"/>
          <a:chExt cx="0" cy="0"/>
        </a:xfrm>
      </p:grpSpPr>
      <p:sp>
        <p:nvSpPr>
          <p:cNvPr id="292" name="Google Shape;292;p3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93" name="Google Shape;293;p3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294" name="Shape 294"/>
        <p:cNvGrpSpPr/>
        <p:nvPr/>
      </p:nvGrpSpPr>
      <p:grpSpPr>
        <a:xfrm>
          <a:off x="0" y="0"/>
          <a:ext cx="0" cy="0"/>
          <a:chOff x="0" y="0"/>
          <a:chExt cx="0" cy="0"/>
        </a:xfrm>
      </p:grpSpPr>
      <p:sp>
        <p:nvSpPr>
          <p:cNvPr id="295" name="Google Shape;295;p38"/>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296" name="Google Shape;296;p38"/>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297" name="Google Shape;297;p38"/>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298" name="Shape 298"/>
        <p:cNvGrpSpPr/>
        <p:nvPr/>
      </p:nvGrpSpPr>
      <p:grpSpPr>
        <a:xfrm>
          <a:off x="0" y="0"/>
          <a:ext cx="0" cy="0"/>
          <a:chOff x="0" y="0"/>
          <a:chExt cx="0" cy="0"/>
        </a:xfrm>
      </p:grpSpPr>
      <p:sp>
        <p:nvSpPr>
          <p:cNvPr id="299" name="Google Shape;299;p39"/>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000"/>
              <a:buNone/>
              <a:defRPr/>
            </a:lvl1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00" name="Shape 300"/>
        <p:cNvGrpSpPr/>
        <p:nvPr/>
      </p:nvGrpSpPr>
      <p:grpSpPr>
        <a:xfrm>
          <a:off x="0" y="0"/>
          <a:ext cx="0" cy="0"/>
          <a:chOff x="0" y="0"/>
          <a:chExt cx="0" cy="0"/>
        </a:xfrm>
      </p:grpSpPr>
      <p:sp>
        <p:nvSpPr>
          <p:cNvPr id="301" name="Google Shape;301;p40"/>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02" name="Google Shape;302;p40"/>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292100" lvl="0" marL="457200" algn="ctr">
              <a:spcBef>
                <a:spcPts val="0"/>
              </a:spcBef>
              <a:spcAft>
                <a:spcPts val="0"/>
              </a:spcAft>
              <a:buSzPts val="1000"/>
              <a:buChar char="●"/>
              <a:defRPr/>
            </a:lvl1pPr>
            <a:lvl2pPr indent="-292100" lvl="1" marL="914400" algn="ctr">
              <a:spcBef>
                <a:spcPts val="0"/>
              </a:spcBef>
              <a:spcAft>
                <a:spcPts val="0"/>
              </a:spcAft>
              <a:buSzPts val="1000"/>
              <a:buChar char="○"/>
              <a:defRPr/>
            </a:lvl2pPr>
            <a:lvl3pPr indent="-292100" lvl="2" marL="1371600" algn="ctr">
              <a:spcBef>
                <a:spcPts val="0"/>
              </a:spcBef>
              <a:spcAft>
                <a:spcPts val="0"/>
              </a:spcAft>
              <a:buSzPts val="1000"/>
              <a:buChar char="■"/>
              <a:defRPr/>
            </a:lvl3pPr>
            <a:lvl4pPr indent="-292100" lvl="3" marL="1828800" algn="ctr">
              <a:spcBef>
                <a:spcPts val="0"/>
              </a:spcBef>
              <a:spcAft>
                <a:spcPts val="0"/>
              </a:spcAft>
              <a:buSzPts val="1000"/>
              <a:buChar char="●"/>
              <a:defRPr/>
            </a:lvl4pPr>
            <a:lvl5pPr indent="-292100" lvl="4" marL="2286000" algn="ctr">
              <a:spcBef>
                <a:spcPts val="0"/>
              </a:spcBef>
              <a:spcAft>
                <a:spcPts val="0"/>
              </a:spcAft>
              <a:buSzPts val="1000"/>
              <a:buChar char="○"/>
              <a:defRPr/>
            </a:lvl5pPr>
            <a:lvl6pPr indent="-292100" lvl="5" marL="2743200" algn="ctr">
              <a:spcBef>
                <a:spcPts val="0"/>
              </a:spcBef>
              <a:spcAft>
                <a:spcPts val="0"/>
              </a:spcAft>
              <a:buSzPts val="1000"/>
              <a:buChar char="■"/>
              <a:defRPr/>
            </a:lvl6pPr>
            <a:lvl7pPr indent="-292100" lvl="6" marL="3200400" algn="ctr">
              <a:spcBef>
                <a:spcPts val="0"/>
              </a:spcBef>
              <a:spcAft>
                <a:spcPts val="0"/>
              </a:spcAft>
              <a:buSzPts val="1000"/>
              <a:buChar char="●"/>
              <a:defRPr/>
            </a:lvl7pPr>
            <a:lvl8pPr indent="-292100" lvl="7" marL="3657600" algn="ctr">
              <a:spcBef>
                <a:spcPts val="0"/>
              </a:spcBef>
              <a:spcAft>
                <a:spcPts val="0"/>
              </a:spcAft>
              <a:buSzPts val="1000"/>
              <a:buChar char="○"/>
              <a:defRPr/>
            </a:lvl8pPr>
            <a:lvl9pPr indent="-292100" lvl="8" marL="4114800" algn="ctr">
              <a:spcBef>
                <a:spcPts val="0"/>
              </a:spcBef>
              <a:spcAft>
                <a:spcPts val="0"/>
              </a:spcAft>
              <a:buSzPts val="10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03" name="Shape 303"/>
        <p:cNvGrpSpPr/>
        <p:nvPr/>
      </p:nvGrpSpPr>
      <p:grpSpPr>
        <a:xfrm>
          <a:off x="0" y="0"/>
          <a:ext cx="0" cy="0"/>
          <a:chOff x="0" y="0"/>
          <a:chExt cx="0" cy="0"/>
        </a:xfrm>
      </p:grpSpPr>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04" name="Shape 304"/>
        <p:cNvGrpSpPr/>
        <p:nvPr/>
      </p:nvGrpSpPr>
      <p:grpSpPr>
        <a:xfrm>
          <a:off x="0" y="0"/>
          <a:ext cx="0" cy="0"/>
          <a:chOff x="0" y="0"/>
          <a:chExt cx="0" cy="0"/>
        </a:xfrm>
      </p:grpSpPr>
      <p:sp>
        <p:nvSpPr>
          <p:cNvPr id="305" name="Google Shape;305;p42"/>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6" name="Google Shape;306;p42"/>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07" name="Google Shape;307;p42"/>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08" name="Google Shape;308;p42"/>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09" name="Google Shape;309;p42"/>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10" name="Google Shape;310;p42"/>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11" name="Google Shape;311;p42"/>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312" name="Shape 312"/>
        <p:cNvGrpSpPr/>
        <p:nvPr/>
      </p:nvGrpSpPr>
      <p:grpSpPr>
        <a:xfrm>
          <a:off x="0" y="0"/>
          <a:ext cx="0" cy="0"/>
          <a:chOff x="0" y="0"/>
          <a:chExt cx="0" cy="0"/>
        </a:xfrm>
      </p:grpSpPr>
      <p:sp>
        <p:nvSpPr>
          <p:cNvPr id="313" name="Google Shape;313;p43"/>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14" name="Google Shape;314;p43"/>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15" name="Google Shape;315;p43"/>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16" name="Google Shape;316;p43"/>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17" name="Google Shape;317;p43"/>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18" name="Shape 318"/>
        <p:cNvGrpSpPr/>
        <p:nvPr/>
      </p:nvGrpSpPr>
      <p:grpSpPr>
        <a:xfrm>
          <a:off x="0" y="0"/>
          <a:ext cx="0" cy="0"/>
          <a:chOff x="0" y="0"/>
          <a:chExt cx="0" cy="0"/>
        </a:xfrm>
      </p:grpSpPr>
      <p:sp>
        <p:nvSpPr>
          <p:cNvPr id="319" name="Google Shape;319;p44"/>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20" name="Google Shape;320;p44"/>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21" name="Google Shape;321;p44"/>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22" name="Google Shape;322;p44"/>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3" name="Google Shape;323;p44"/>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4" name="Google Shape;324;p44"/>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5" name="Google Shape;325;p44"/>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26" name="Shape 326"/>
        <p:cNvGrpSpPr/>
        <p:nvPr/>
      </p:nvGrpSpPr>
      <p:grpSpPr>
        <a:xfrm>
          <a:off x="0" y="0"/>
          <a:ext cx="0" cy="0"/>
          <a:chOff x="0" y="0"/>
          <a:chExt cx="0" cy="0"/>
        </a:xfrm>
      </p:grpSpPr>
      <p:sp>
        <p:nvSpPr>
          <p:cNvPr id="327" name="Google Shape;327;p45"/>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28" name="Google Shape;328;p45"/>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29" name="Google Shape;329;p45"/>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30" name="Google Shape;330;p45"/>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31" name="Google Shape;331;p45"/>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32" name="Google Shape;332;p45"/>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33" name="Google Shape;333;p45"/>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34" name="Google Shape;334;p45"/>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35" name="Google Shape;335;p45"/>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36" name="Shape 336"/>
        <p:cNvGrpSpPr/>
        <p:nvPr/>
      </p:nvGrpSpPr>
      <p:grpSpPr>
        <a:xfrm>
          <a:off x="0" y="0"/>
          <a:ext cx="0" cy="0"/>
          <a:chOff x="0" y="0"/>
          <a:chExt cx="0" cy="0"/>
        </a:xfrm>
      </p:grpSpPr>
      <p:sp>
        <p:nvSpPr>
          <p:cNvPr id="337" name="Google Shape;337;p4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8" name="Google Shape;338;p46"/>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339" name="Shape 339"/>
        <p:cNvGrpSpPr/>
        <p:nvPr/>
      </p:nvGrpSpPr>
      <p:grpSpPr>
        <a:xfrm>
          <a:off x="0" y="0"/>
          <a:ext cx="0" cy="0"/>
          <a:chOff x="0" y="0"/>
          <a:chExt cx="0" cy="0"/>
        </a:xfrm>
      </p:grpSpPr>
      <p:sp>
        <p:nvSpPr>
          <p:cNvPr id="340" name="Google Shape;340;p47"/>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1" name="Google Shape;341;p47"/>
          <p:cNvSpPr/>
          <p:nvPr>
            <p:ph idx="2" type="pic"/>
          </p:nvPr>
        </p:nvSpPr>
        <p:spPr>
          <a:xfrm>
            <a:off x="4804825" y="1133300"/>
            <a:ext cx="4027500" cy="2392800"/>
          </a:xfrm>
          <a:prstGeom prst="rect">
            <a:avLst/>
          </a:prstGeom>
          <a:noFill/>
          <a:ln>
            <a:noFill/>
          </a:ln>
        </p:spPr>
      </p:sp>
      <p:sp>
        <p:nvSpPr>
          <p:cNvPr id="342" name="Google Shape;342;p47"/>
          <p:cNvSpPr/>
          <p:nvPr>
            <p:ph idx="3" type="pic"/>
          </p:nvPr>
        </p:nvSpPr>
        <p:spPr>
          <a:xfrm>
            <a:off x="311725" y="1133300"/>
            <a:ext cx="4027500" cy="2392800"/>
          </a:xfrm>
          <a:prstGeom prst="rect">
            <a:avLst/>
          </a:prstGeom>
          <a:noFill/>
          <a:ln>
            <a:noFill/>
          </a:ln>
        </p:spPr>
      </p:sp>
      <p:sp>
        <p:nvSpPr>
          <p:cNvPr id="343" name="Google Shape;343;p47"/>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4" name="Google Shape;344;p4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5" name="Google Shape;345;p47"/>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346" name="Google Shape;346;p47"/>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347" name="Shape 347"/>
        <p:cNvGrpSpPr/>
        <p:nvPr/>
      </p:nvGrpSpPr>
      <p:grpSpPr>
        <a:xfrm>
          <a:off x="0" y="0"/>
          <a:ext cx="0" cy="0"/>
          <a:chOff x="0" y="0"/>
          <a:chExt cx="0" cy="0"/>
        </a:xfrm>
      </p:grpSpPr>
      <p:sp>
        <p:nvSpPr>
          <p:cNvPr id="348" name="Google Shape;348;p48"/>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349" name="Shape 349"/>
        <p:cNvGrpSpPr/>
        <p:nvPr/>
      </p:nvGrpSpPr>
      <p:grpSpPr>
        <a:xfrm>
          <a:off x="0" y="0"/>
          <a:ext cx="0" cy="0"/>
          <a:chOff x="0" y="0"/>
          <a:chExt cx="0" cy="0"/>
        </a:xfrm>
      </p:grpSpPr>
      <p:sp>
        <p:nvSpPr>
          <p:cNvPr id="350" name="Google Shape;350;p49"/>
          <p:cNvSpPr/>
          <p:nvPr>
            <p:ph idx="2" type="pic"/>
          </p:nvPr>
        </p:nvSpPr>
        <p:spPr>
          <a:xfrm>
            <a:off x="3389600" y="118913"/>
            <a:ext cx="1643700" cy="1535100"/>
          </a:xfrm>
          <a:prstGeom prst="rect">
            <a:avLst/>
          </a:prstGeom>
          <a:noFill/>
          <a:ln>
            <a:noFill/>
          </a:ln>
        </p:spPr>
      </p:sp>
      <p:sp>
        <p:nvSpPr>
          <p:cNvPr id="351" name="Google Shape;351;p49"/>
          <p:cNvSpPr/>
          <p:nvPr>
            <p:ph idx="3" type="pic"/>
          </p:nvPr>
        </p:nvSpPr>
        <p:spPr>
          <a:xfrm>
            <a:off x="5195935" y="118913"/>
            <a:ext cx="1643700" cy="1535100"/>
          </a:xfrm>
          <a:prstGeom prst="rect">
            <a:avLst/>
          </a:prstGeom>
          <a:noFill/>
          <a:ln>
            <a:noFill/>
          </a:ln>
        </p:spPr>
      </p:sp>
      <p:sp>
        <p:nvSpPr>
          <p:cNvPr id="352" name="Google Shape;352;p49"/>
          <p:cNvSpPr/>
          <p:nvPr>
            <p:ph idx="4" type="pic"/>
          </p:nvPr>
        </p:nvSpPr>
        <p:spPr>
          <a:xfrm>
            <a:off x="7002270" y="118913"/>
            <a:ext cx="1643700" cy="1535100"/>
          </a:xfrm>
          <a:prstGeom prst="rect">
            <a:avLst/>
          </a:prstGeom>
          <a:noFill/>
          <a:ln>
            <a:noFill/>
          </a:ln>
        </p:spPr>
      </p:sp>
      <p:sp>
        <p:nvSpPr>
          <p:cNvPr id="353" name="Google Shape;353;p49"/>
          <p:cNvSpPr/>
          <p:nvPr>
            <p:ph idx="5" type="pic"/>
          </p:nvPr>
        </p:nvSpPr>
        <p:spPr>
          <a:xfrm>
            <a:off x="3389588" y="1804212"/>
            <a:ext cx="1643700" cy="1535100"/>
          </a:xfrm>
          <a:prstGeom prst="rect">
            <a:avLst/>
          </a:prstGeom>
          <a:noFill/>
          <a:ln>
            <a:noFill/>
          </a:ln>
        </p:spPr>
      </p:sp>
      <p:sp>
        <p:nvSpPr>
          <p:cNvPr id="354" name="Google Shape;354;p49"/>
          <p:cNvSpPr/>
          <p:nvPr>
            <p:ph idx="6" type="pic"/>
          </p:nvPr>
        </p:nvSpPr>
        <p:spPr>
          <a:xfrm>
            <a:off x="5195922" y="1804212"/>
            <a:ext cx="1643700" cy="1535100"/>
          </a:xfrm>
          <a:prstGeom prst="rect">
            <a:avLst/>
          </a:prstGeom>
          <a:noFill/>
          <a:ln>
            <a:noFill/>
          </a:ln>
        </p:spPr>
      </p:sp>
      <p:sp>
        <p:nvSpPr>
          <p:cNvPr id="355" name="Google Shape;355;p49"/>
          <p:cNvSpPr/>
          <p:nvPr>
            <p:ph idx="7" type="pic"/>
          </p:nvPr>
        </p:nvSpPr>
        <p:spPr>
          <a:xfrm>
            <a:off x="7002257" y="1804212"/>
            <a:ext cx="1643700" cy="1535100"/>
          </a:xfrm>
          <a:prstGeom prst="rect">
            <a:avLst/>
          </a:prstGeom>
          <a:noFill/>
          <a:ln>
            <a:noFill/>
          </a:ln>
        </p:spPr>
      </p:sp>
      <p:sp>
        <p:nvSpPr>
          <p:cNvPr id="356" name="Google Shape;356;p49"/>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7" name="Google Shape;357;p49"/>
          <p:cNvSpPr/>
          <p:nvPr>
            <p:ph idx="8" type="pic"/>
          </p:nvPr>
        </p:nvSpPr>
        <p:spPr>
          <a:xfrm>
            <a:off x="3389588" y="3489487"/>
            <a:ext cx="1643700" cy="1535100"/>
          </a:xfrm>
          <a:prstGeom prst="rect">
            <a:avLst/>
          </a:prstGeom>
          <a:noFill/>
          <a:ln>
            <a:noFill/>
          </a:ln>
        </p:spPr>
      </p:sp>
      <p:sp>
        <p:nvSpPr>
          <p:cNvPr id="358" name="Google Shape;358;p49"/>
          <p:cNvSpPr/>
          <p:nvPr>
            <p:ph idx="9" type="pic"/>
          </p:nvPr>
        </p:nvSpPr>
        <p:spPr>
          <a:xfrm>
            <a:off x="5195922" y="3489487"/>
            <a:ext cx="1643700" cy="1535100"/>
          </a:xfrm>
          <a:prstGeom prst="rect">
            <a:avLst/>
          </a:prstGeom>
          <a:noFill/>
          <a:ln>
            <a:noFill/>
          </a:ln>
        </p:spPr>
      </p:sp>
      <p:sp>
        <p:nvSpPr>
          <p:cNvPr id="359" name="Google Shape;359;p49"/>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theme" Target="../theme/theme1.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488025" y="635200"/>
            <a:ext cx="5802000" cy="22773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4800"/>
              <a:buFont typeface="Space Grotesk"/>
              <a:buNone/>
              <a:defRPr sz="4800">
                <a:solidFill>
                  <a:schemeClr val="lt1"/>
                </a:solidFill>
                <a:latin typeface="Space Grotesk"/>
                <a:ea typeface="Space Grotesk"/>
                <a:cs typeface="Space Grotesk"/>
                <a:sym typeface="Space Grotesk"/>
              </a:defRPr>
            </a:lvl1pPr>
            <a:lvl2pPr lvl="1">
              <a:spcBef>
                <a:spcPts val="0"/>
              </a:spcBef>
              <a:spcAft>
                <a:spcPts val="0"/>
              </a:spcAft>
              <a:buSzPts val="1400"/>
              <a:buFont typeface="Space Grotesk"/>
              <a:buNone/>
              <a:defRPr>
                <a:latin typeface="Space Grotesk"/>
                <a:ea typeface="Space Grotesk"/>
                <a:cs typeface="Space Grotesk"/>
                <a:sym typeface="Space Grotesk"/>
              </a:defRPr>
            </a:lvl2pPr>
            <a:lvl3pPr lvl="2">
              <a:spcBef>
                <a:spcPts val="0"/>
              </a:spcBef>
              <a:spcAft>
                <a:spcPts val="0"/>
              </a:spcAft>
              <a:buSzPts val="1400"/>
              <a:buFont typeface="Space Grotesk"/>
              <a:buNone/>
              <a:defRPr>
                <a:latin typeface="Space Grotesk"/>
                <a:ea typeface="Space Grotesk"/>
                <a:cs typeface="Space Grotesk"/>
                <a:sym typeface="Space Grotesk"/>
              </a:defRPr>
            </a:lvl3pPr>
            <a:lvl4pPr lvl="3">
              <a:spcBef>
                <a:spcPts val="0"/>
              </a:spcBef>
              <a:spcAft>
                <a:spcPts val="0"/>
              </a:spcAft>
              <a:buSzPts val="1400"/>
              <a:buFont typeface="Space Grotesk"/>
              <a:buNone/>
              <a:defRPr>
                <a:latin typeface="Space Grotesk"/>
                <a:ea typeface="Space Grotesk"/>
                <a:cs typeface="Space Grotesk"/>
                <a:sym typeface="Space Grotesk"/>
              </a:defRPr>
            </a:lvl4pPr>
            <a:lvl5pPr lvl="4">
              <a:spcBef>
                <a:spcPts val="0"/>
              </a:spcBef>
              <a:spcAft>
                <a:spcPts val="0"/>
              </a:spcAft>
              <a:buSzPts val="1400"/>
              <a:buFont typeface="Space Grotesk"/>
              <a:buNone/>
              <a:defRPr>
                <a:latin typeface="Space Grotesk"/>
                <a:ea typeface="Space Grotesk"/>
                <a:cs typeface="Space Grotesk"/>
                <a:sym typeface="Space Grotesk"/>
              </a:defRPr>
            </a:lvl5pPr>
            <a:lvl6pPr lvl="5">
              <a:spcBef>
                <a:spcPts val="0"/>
              </a:spcBef>
              <a:spcAft>
                <a:spcPts val="0"/>
              </a:spcAft>
              <a:buSzPts val="1400"/>
              <a:buFont typeface="Space Grotesk"/>
              <a:buNone/>
              <a:defRPr>
                <a:latin typeface="Space Grotesk"/>
                <a:ea typeface="Space Grotesk"/>
                <a:cs typeface="Space Grotesk"/>
                <a:sym typeface="Space Grotesk"/>
              </a:defRPr>
            </a:lvl6pPr>
            <a:lvl7pPr lvl="6">
              <a:spcBef>
                <a:spcPts val="0"/>
              </a:spcBef>
              <a:spcAft>
                <a:spcPts val="0"/>
              </a:spcAft>
              <a:buSzPts val="1400"/>
              <a:buFont typeface="Space Grotesk"/>
              <a:buNone/>
              <a:defRPr>
                <a:latin typeface="Space Grotesk"/>
                <a:ea typeface="Space Grotesk"/>
                <a:cs typeface="Space Grotesk"/>
                <a:sym typeface="Space Grotesk"/>
              </a:defRPr>
            </a:lvl7pPr>
            <a:lvl8pPr lvl="7">
              <a:spcBef>
                <a:spcPts val="0"/>
              </a:spcBef>
              <a:spcAft>
                <a:spcPts val="0"/>
              </a:spcAft>
              <a:buSzPts val="1400"/>
              <a:buFont typeface="Space Grotesk"/>
              <a:buNone/>
              <a:defRPr>
                <a:latin typeface="Space Grotesk"/>
                <a:ea typeface="Space Grotesk"/>
                <a:cs typeface="Space Grotesk"/>
                <a:sym typeface="Space Grotesk"/>
              </a:defRPr>
            </a:lvl8pPr>
            <a:lvl9pPr lvl="8">
              <a:spcBef>
                <a:spcPts val="0"/>
              </a:spcBef>
              <a:spcAft>
                <a:spcPts val="0"/>
              </a:spcAft>
              <a:buSzPts val="1400"/>
              <a:buFont typeface="Space Grotesk"/>
              <a:buNone/>
              <a:defRPr>
                <a:latin typeface="Space Grotesk"/>
                <a:ea typeface="Space Grotesk"/>
                <a:cs typeface="Space Grotesk"/>
                <a:sym typeface="Space Grotesk"/>
              </a:defRPr>
            </a:lvl9pPr>
          </a:lstStyle>
          <a:p/>
        </p:txBody>
      </p:sp>
      <p:sp>
        <p:nvSpPr>
          <p:cNvPr id="52" name="Google Shape;52;p13"/>
          <p:cNvSpPr txBox="1"/>
          <p:nvPr>
            <p:ph idx="1" type="body"/>
          </p:nvPr>
        </p:nvSpPr>
        <p:spPr>
          <a:xfrm>
            <a:off x="611950" y="2966800"/>
            <a:ext cx="4547100" cy="1642200"/>
          </a:xfrm>
          <a:prstGeom prst="rect">
            <a:avLst/>
          </a:prstGeom>
          <a:noFill/>
          <a:ln>
            <a:noFill/>
          </a:ln>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Roboto"/>
              <a:buChar char="●"/>
              <a:defRPr sz="1000">
                <a:solidFill>
                  <a:schemeClr val="lt1"/>
                </a:solidFill>
                <a:latin typeface="Roboto"/>
                <a:ea typeface="Roboto"/>
                <a:cs typeface="Roboto"/>
                <a:sym typeface="Roboto"/>
              </a:defRPr>
            </a:lvl1pPr>
            <a:lvl2pPr indent="-292100" lvl="1" marL="914400">
              <a:spcBef>
                <a:spcPts val="0"/>
              </a:spcBef>
              <a:spcAft>
                <a:spcPts val="0"/>
              </a:spcAft>
              <a:buClr>
                <a:schemeClr val="lt1"/>
              </a:buClr>
              <a:buSzPts val="1000"/>
              <a:buFont typeface="Roboto"/>
              <a:buChar char="○"/>
              <a:defRPr sz="1000">
                <a:solidFill>
                  <a:schemeClr val="lt1"/>
                </a:solidFill>
                <a:latin typeface="Roboto"/>
                <a:ea typeface="Roboto"/>
                <a:cs typeface="Roboto"/>
                <a:sym typeface="Roboto"/>
              </a:defRPr>
            </a:lvl2pPr>
            <a:lvl3pPr indent="-292100" lvl="2" marL="1371600">
              <a:spcBef>
                <a:spcPts val="0"/>
              </a:spcBef>
              <a:spcAft>
                <a:spcPts val="0"/>
              </a:spcAft>
              <a:buClr>
                <a:schemeClr val="lt1"/>
              </a:buClr>
              <a:buSzPts val="1000"/>
              <a:buFont typeface="Roboto"/>
              <a:buChar char="■"/>
              <a:defRPr sz="1000">
                <a:solidFill>
                  <a:schemeClr val="lt1"/>
                </a:solidFill>
                <a:latin typeface="Roboto"/>
                <a:ea typeface="Roboto"/>
                <a:cs typeface="Roboto"/>
                <a:sym typeface="Roboto"/>
              </a:defRPr>
            </a:lvl3pPr>
            <a:lvl4pPr indent="-292100" lvl="3" marL="1828800">
              <a:spcBef>
                <a:spcPts val="0"/>
              </a:spcBef>
              <a:spcAft>
                <a:spcPts val="0"/>
              </a:spcAft>
              <a:buClr>
                <a:schemeClr val="lt1"/>
              </a:buClr>
              <a:buSzPts val="1000"/>
              <a:buFont typeface="Roboto"/>
              <a:buChar char="●"/>
              <a:defRPr sz="1000">
                <a:solidFill>
                  <a:schemeClr val="lt1"/>
                </a:solidFill>
                <a:latin typeface="Roboto"/>
                <a:ea typeface="Roboto"/>
                <a:cs typeface="Roboto"/>
                <a:sym typeface="Roboto"/>
              </a:defRPr>
            </a:lvl4pPr>
            <a:lvl5pPr indent="-292100" lvl="4" marL="2286000">
              <a:spcBef>
                <a:spcPts val="0"/>
              </a:spcBef>
              <a:spcAft>
                <a:spcPts val="0"/>
              </a:spcAft>
              <a:buClr>
                <a:schemeClr val="lt1"/>
              </a:buClr>
              <a:buSzPts val="1000"/>
              <a:buFont typeface="Roboto"/>
              <a:buChar char="○"/>
              <a:defRPr sz="1000">
                <a:solidFill>
                  <a:schemeClr val="lt1"/>
                </a:solidFill>
                <a:latin typeface="Roboto"/>
                <a:ea typeface="Roboto"/>
                <a:cs typeface="Roboto"/>
                <a:sym typeface="Roboto"/>
              </a:defRPr>
            </a:lvl5pPr>
            <a:lvl6pPr indent="-292100" lvl="5" marL="2743200">
              <a:spcBef>
                <a:spcPts val="0"/>
              </a:spcBef>
              <a:spcAft>
                <a:spcPts val="0"/>
              </a:spcAft>
              <a:buClr>
                <a:schemeClr val="lt1"/>
              </a:buClr>
              <a:buSzPts val="1000"/>
              <a:buFont typeface="Roboto"/>
              <a:buChar char="■"/>
              <a:defRPr sz="1000">
                <a:solidFill>
                  <a:schemeClr val="lt1"/>
                </a:solidFill>
                <a:latin typeface="Roboto"/>
                <a:ea typeface="Roboto"/>
                <a:cs typeface="Roboto"/>
                <a:sym typeface="Roboto"/>
              </a:defRPr>
            </a:lvl6pPr>
            <a:lvl7pPr indent="-292100" lvl="6" marL="3200400">
              <a:spcBef>
                <a:spcPts val="0"/>
              </a:spcBef>
              <a:spcAft>
                <a:spcPts val="0"/>
              </a:spcAft>
              <a:buClr>
                <a:schemeClr val="lt1"/>
              </a:buClr>
              <a:buSzPts val="1000"/>
              <a:buFont typeface="Roboto"/>
              <a:buChar char="●"/>
              <a:defRPr sz="1000">
                <a:solidFill>
                  <a:schemeClr val="lt1"/>
                </a:solidFill>
                <a:latin typeface="Roboto"/>
                <a:ea typeface="Roboto"/>
                <a:cs typeface="Roboto"/>
                <a:sym typeface="Roboto"/>
              </a:defRPr>
            </a:lvl7pPr>
            <a:lvl8pPr indent="-292100" lvl="7" marL="3657600">
              <a:spcBef>
                <a:spcPts val="0"/>
              </a:spcBef>
              <a:spcAft>
                <a:spcPts val="0"/>
              </a:spcAft>
              <a:buClr>
                <a:schemeClr val="lt1"/>
              </a:buClr>
              <a:buSzPts val="1000"/>
              <a:buFont typeface="Roboto"/>
              <a:buChar char="○"/>
              <a:defRPr sz="1000">
                <a:solidFill>
                  <a:schemeClr val="lt1"/>
                </a:solidFill>
                <a:latin typeface="Roboto"/>
                <a:ea typeface="Roboto"/>
                <a:cs typeface="Roboto"/>
                <a:sym typeface="Roboto"/>
              </a:defRPr>
            </a:lvl8pPr>
            <a:lvl9pPr indent="-292100" lvl="8" marL="4114800">
              <a:spcBef>
                <a:spcPts val="0"/>
              </a:spcBef>
              <a:spcAft>
                <a:spcPts val="0"/>
              </a:spcAft>
              <a:buClr>
                <a:schemeClr val="lt1"/>
              </a:buClr>
              <a:buSzPts val="1000"/>
              <a:buFont typeface="Roboto"/>
              <a:buChar char="■"/>
              <a:defRPr sz="1000">
                <a:solidFill>
                  <a:schemeClr val="lt1"/>
                </a:solidFill>
                <a:latin typeface="Roboto"/>
                <a:ea typeface="Roboto"/>
                <a:cs typeface="Roboto"/>
                <a:sym typeface="Roboto"/>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2.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7.g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6.g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8.gi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2.xml"/><Relationship Id="rId3" Type="http://schemas.openxmlformats.org/officeDocument/2006/relationships/image" Target="../media/image9.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3.xml"/><Relationship Id="rId3" Type="http://schemas.openxmlformats.org/officeDocument/2006/relationships/image" Target="../media/image13.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4.xml"/><Relationship Id="rId3" Type="http://schemas.openxmlformats.org/officeDocument/2006/relationships/image" Target="../media/image12.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6.xml"/><Relationship Id="rId3" Type="http://schemas.openxmlformats.org/officeDocument/2006/relationships/image" Target="../media/image26.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7.xml"/><Relationship Id="rId3" Type="http://schemas.openxmlformats.org/officeDocument/2006/relationships/image" Target="../media/image25.png"/><Relationship Id="rId4" Type="http://schemas.openxmlformats.org/officeDocument/2006/relationships/image" Target="../media/image19.png"/><Relationship Id="rId5"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8.xml"/><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9.xml"/><Relationship Id="rId3" Type="http://schemas.openxmlformats.org/officeDocument/2006/relationships/image" Target="../media/image23.png"/><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50"/>
          <p:cNvSpPr txBox="1"/>
          <p:nvPr>
            <p:ph type="title"/>
          </p:nvPr>
        </p:nvSpPr>
        <p:spPr>
          <a:xfrm>
            <a:off x="226100" y="144575"/>
            <a:ext cx="8689200" cy="1674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solidFill>
                  <a:schemeClr val="accent2"/>
                </a:solidFill>
              </a:rPr>
              <a:t>N</a:t>
            </a:r>
            <a:r>
              <a:rPr lang="en">
                <a:solidFill>
                  <a:schemeClr val="accent2"/>
                </a:solidFill>
              </a:rPr>
              <a:t>etwor</a:t>
            </a:r>
            <a:r>
              <a:rPr lang="en">
                <a:solidFill>
                  <a:schemeClr val="accent2"/>
                </a:solidFill>
              </a:rPr>
              <a:t>k Routing Optimization</a:t>
            </a:r>
            <a:endParaRPr/>
          </a:p>
        </p:txBody>
      </p:sp>
      <p:sp>
        <p:nvSpPr>
          <p:cNvPr id="365" name="Google Shape;365;p50"/>
          <p:cNvSpPr txBox="1"/>
          <p:nvPr>
            <p:ph idx="2" type="title"/>
          </p:nvPr>
        </p:nvSpPr>
        <p:spPr>
          <a:xfrm>
            <a:off x="2520950" y="3896775"/>
            <a:ext cx="7608900" cy="6387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rPr lang="en" sz="2500"/>
              <a:t>By: Steven Crocker, Bryce Lander, Ricky Newbold</a:t>
            </a:r>
            <a:endParaRPr sz="2500"/>
          </a:p>
        </p:txBody>
      </p:sp>
      <p:sp>
        <p:nvSpPr>
          <p:cNvPr id="366" name="Google Shape;366;p50"/>
          <p:cNvSpPr txBox="1"/>
          <p:nvPr>
            <p:ph idx="1" type="subTitle"/>
          </p:nvPr>
        </p:nvSpPr>
        <p:spPr>
          <a:xfrm>
            <a:off x="228600" y="2888900"/>
            <a:ext cx="5107800" cy="3693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CSC 2400</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51"/>
          <p:cNvSpPr txBox="1"/>
          <p:nvPr>
            <p:ph type="title"/>
          </p:nvPr>
        </p:nvSpPr>
        <p:spPr>
          <a:xfrm>
            <a:off x="212450" y="177900"/>
            <a:ext cx="5789400" cy="415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Background</a:t>
            </a:r>
            <a:endParaRPr/>
          </a:p>
        </p:txBody>
      </p:sp>
      <p:sp>
        <p:nvSpPr>
          <p:cNvPr id="372" name="Google Shape;372;p51"/>
          <p:cNvSpPr txBox="1"/>
          <p:nvPr>
            <p:ph idx="1" type="body"/>
          </p:nvPr>
        </p:nvSpPr>
        <p:spPr>
          <a:xfrm>
            <a:off x="228600" y="1177425"/>
            <a:ext cx="8472900" cy="1546200"/>
          </a:xfrm>
          <a:prstGeom prst="rect">
            <a:avLst/>
          </a:prstGeom>
        </p:spPr>
        <p:txBody>
          <a:bodyPr anchorCtr="0" anchor="t" bIns="0" lIns="0" spcFirstLastPara="1" rIns="0" wrap="square" tIns="0">
            <a:noAutofit/>
          </a:bodyPr>
          <a:lstStyle/>
          <a:p>
            <a:pPr indent="0" lvl="0" marL="0" rtl="0" algn="l">
              <a:spcBef>
                <a:spcPts val="1200"/>
              </a:spcBef>
              <a:spcAft>
                <a:spcPts val="1200"/>
              </a:spcAft>
              <a:buNone/>
            </a:pPr>
            <a:r>
              <a:rPr lang="en" sz="1600">
                <a:latin typeface="Arial"/>
                <a:ea typeface="Arial"/>
                <a:cs typeface="Arial"/>
                <a:sym typeface="Arial"/>
              </a:rPr>
              <a:t>This project looks at how a GPS system determines routes and how different algorithms can affect that process. We modeled real-world road networks and used several routing approaches to simulate how paths are calculated between locations. By testing this across different cities, we were able to observe how each method performs and how road layout can influence the results.</a:t>
            </a:r>
            <a:endParaRPr sz="1600">
              <a:latin typeface="Arial"/>
              <a:ea typeface="Arial"/>
              <a:cs typeface="Arial"/>
              <a:sym typeface="Arial"/>
            </a:endParaRPr>
          </a:p>
        </p:txBody>
      </p:sp>
      <p:pic>
        <p:nvPicPr>
          <p:cNvPr id="373" name="Google Shape;373;p51"/>
          <p:cNvPicPr preferRelativeResize="0"/>
          <p:nvPr/>
        </p:nvPicPr>
        <p:blipFill>
          <a:blip r:embed="rId3">
            <a:alphaModFix/>
          </a:blip>
          <a:stretch>
            <a:fillRect/>
          </a:stretch>
        </p:blipFill>
        <p:spPr>
          <a:xfrm>
            <a:off x="4571994" y="2571750"/>
            <a:ext cx="3792758" cy="215009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52"/>
          <p:cNvSpPr txBox="1"/>
          <p:nvPr>
            <p:ph type="title"/>
          </p:nvPr>
        </p:nvSpPr>
        <p:spPr>
          <a:xfrm>
            <a:off x="212450" y="177900"/>
            <a:ext cx="6446700" cy="415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solidFill>
                  <a:schemeClr val="accent2"/>
                </a:solidFill>
              </a:rPr>
              <a:t>Dijkstra’s</a:t>
            </a:r>
            <a:r>
              <a:rPr lang="en"/>
              <a:t> Algorithm</a:t>
            </a:r>
            <a:endParaRPr>
              <a:solidFill>
                <a:schemeClr val="accent2"/>
              </a:solidFill>
            </a:endParaRPr>
          </a:p>
        </p:txBody>
      </p:sp>
      <p:sp>
        <p:nvSpPr>
          <p:cNvPr id="379" name="Google Shape;379;p52"/>
          <p:cNvSpPr txBox="1"/>
          <p:nvPr/>
        </p:nvSpPr>
        <p:spPr>
          <a:xfrm>
            <a:off x="212450" y="1010175"/>
            <a:ext cx="4359600" cy="26373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lt1"/>
              </a:buClr>
              <a:buSzPts val="1400"/>
              <a:buFont typeface="Roboto"/>
              <a:buChar char="●"/>
            </a:pPr>
            <a:r>
              <a:rPr lang="en">
                <a:solidFill>
                  <a:schemeClr val="lt1"/>
                </a:solidFill>
                <a:latin typeface="Roboto"/>
                <a:ea typeface="Roboto"/>
                <a:cs typeface="Roboto"/>
                <a:sym typeface="Roboto"/>
              </a:rPr>
              <a:t>Published in 1959 by Edsger W. Dijkstra.</a:t>
            </a:r>
            <a:endParaRPr>
              <a:solidFill>
                <a:schemeClr val="lt1"/>
              </a:solidFill>
              <a:latin typeface="Roboto"/>
              <a:ea typeface="Roboto"/>
              <a:cs typeface="Roboto"/>
              <a:sym typeface="Roboto"/>
            </a:endParaRPr>
          </a:p>
          <a:p>
            <a:pPr indent="-317500" lvl="0" marL="457200" rtl="0" algn="l">
              <a:spcBef>
                <a:spcPts val="0"/>
              </a:spcBef>
              <a:spcAft>
                <a:spcPts val="0"/>
              </a:spcAft>
              <a:buClr>
                <a:schemeClr val="lt1"/>
              </a:buClr>
              <a:buSzPts val="1400"/>
              <a:buFont typeface="Roboto"/>
              <a:buChar char="●"/>
            </a:pPr>
            <a:r>
              <a:rPr lang="en">
                <a:solidFill>
                  <a:schemeClr val="lt1"/>
                </a:solidFill>
                <a:latin typeface="Roboto"/>
                <a:ea typeface="Roboto"/>
                <a:cs typeface="Roboto"/>
                <a:sym typeface="Roboto"/>
              </a:rPr>
              <a:t>An algorithm for finding the shortest paths between nodes in a weighted graph.</a:t>
            </a:r>
            <a:endParaRPr>
              <a:solidFill>
                <a:schemeClr val="lt1"/>
              </a:solidFill>
              <a:latin typeface="Roboto"/>
              <a:ea typeface="Roboto"/>
              <a:cs typeface="Roboto"/>
              <a:sym typeface="Roboto"/>
            </a:endParaRPr>
          </a:p>
          <a:p>
            <a:pPr indent="-317500" lvl="0" marL="457200" rtl="0" algn="l">
              <a:spcBef>
                <a:spcPts val="0"/>
              </a:spcBef>
              <a:spcAft>
                <a:spcPts val="0"/>
              </a:spcAft>
              <a:buClr>
                <a:schemeClr val="lt1"/>
              </a:buClr>
              <a:buSzPts val="1400"/>
              <a:buFont typeface="Roboto"/>
              <a:buChar char="●"/>
            </a:pPr>
            <a:r>
              <a:rPr lang="en">
                <a:solidFill>
                  <a:schemeClr val="lt1"/>
                </a:solidFill>
                <a:latin typeface="Roboto"/>
                <a:ea typeface="Roboto"/>
                <a:cs typeface="Roboto"/>
                <a:sym typeface="Roboto"/>
              </a:rPr>
              <a:t>Keeps a set of visited nodes and uses a priority queue to select the unvisited node with the smallest distance.</a:t>
            </a:r>
            <a:endParaRPr>
              <a:solidFill>
                <a:schemeClr val="lt1"/>
              </a:solidFill>
              <a:latin typeface="Roboto"/>
              <a:ea typeface="Roboto"/>
              <a:cs typeface="Roboto"/>
              <a:sym typeface="Roboto"/>
            </a:endParaRPr>
          </a:p>
          <a:p>
            <a:pPr indent="-317500" lvl="0" marL="457200" rtl="0" algn="l">
              <a:spcBef>
                <a:spcPts val="0"/>
              </a:spcBef>
              <a:spcAft>
                <a:spcPts val="0"/>
              </a:spcAft>
              <a:buClr>
                <a:schemeClr val="lt1"/>
              </a:buClr>
              <a:buSzPts val="1400"/>
              <a:buFont typeface="Roboto"/>
              <a:buChar char="●"/>
            </a:pPr>
            <a:r>
              <a:rPr lang="en">
                <a:solidFill>
                  <a:schemeClr val="lt1"/>
                </a:solidFill>
                <a:latin typeface="Roboto"/>
                <a:ea typeface="Roboto"/>
                <a:cs typeface="Roboto"/>
                <a:sym typeface="Roboto"/>
              </a:rPr>
              <a:t>Guarantees</a:t>
            </a:r>
            <a:r>
              <a:rPr lang="en">
                <a:solidFill>
                  <a:schemeClr val="lt1"/>
                </a:solidFill>
                <a:latin typeface="Roboto"/>
                <a:ea typeface="Roboto"/>
                <a:cs typeface="Roboto"/>
                <a:sym typeface="Roboto"/>
              </a:rPr>
              <a:t> a shortest path.</a:t>
            </a:r>
            <a:endParaRPr>
              <a:solidFill>
                <a:schemeClr val="lt1"/>
              </a:solidFill>
              <a:latin typeface="Roboto"/>
              <a:ea typeface="Roboto"/>
              <a:cs typeface="Roboto"/>
              <a:sym typeface="Roboto"/>
            </a:endParaRPr>
          </a:p>
          <a:p>
            <a:pPr indent="-317500" lvl="0" marL="457200" rtl="0" algn="l">
              <a:spcBef>
                <a:spcPts val="0"/>
              </a:spcBef>
              <a:spcAft>
                <a:spcPts val="0"/>
              </a:spcAft>
              <a:buClr>
                <a:schemeClr val="lt1"/>
              </a:buClr>
              <a:buSzPts val="1400"/>
              <a:buFont typeface="Roboto"/>
              <a:buChar char="●"/>
            </a:pPr>
            <a:r>
              <a:rPr lang="en">
                <a:solidFill>
                  <a:schemeClr val="lt1"/>
                </a:solidFill>
                <a:latin typeface="Roboto"/>
                <a:ea typeface="Roboto"/>
                <a:cs typeface="Roboto"/>
                <a:sym typeface="Roboto"/>
              </a:rPr>
              <a:t>Worst case: Θ(|E| + |V| log|V|)</a:t>
            </a:r>
            <a:endParaRPr>
              <a:solidFill>
                <a:schemeClr val="lt1"/>
              </a:solidFill>
              <a:latin typeface="Roboto"/>
              <a:ea typeface="Roboto"/>
              <a:cs typeface="Roboto"/>
              <a:sym typeface="Roboto"/>
            </a:endParaRPr>
          </a:p>
        </p:txBody>
      </p:sp>
      <p:pic>
        <p:nvPicPr>
          <p:cNvPr id="380" name="Google Shape;380;p52" title="Dijkstra_Animation.gif"/>
          <p:cNvPicPr preferRelativeResize="0"/>
          <p:nvPr/>
        </p:nvPicPr>
        <p:blipFill>
          <a:blip r:embed="rId3">
            <a:alphaModFix/>
          </a:blip>
          <a:stretch>
            <a:fillRect/>
          </a:stretch>
        </p:blipFill>
        <p:spPr>
          <a:xfrm>
            <a:off x="5240286" y="1010175"/>
            <a:ext cx="3361964" cy="26373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53"/>
          <p:cNvSpPr/>
          <p:nvPr/>
        </p:nvSpPr>
        <p:spPr>
          <a:xfrm>
            <a:off x="5163850" y="2970250"/>
            <a:ext cx="3330900" cy="2185200"/>
          </a:xfrm>
          <a:prstGeom prst="round2DiagRect">
            <a:avLst>
              <a:gd fmla="val 16667" name="adj1"/>
              <a:gd fmla="val 0" name="adj2"/>
            </a:avLst>
          </a:prstGeom>
          <a:solidFill>
            <a:srgbClr val="FCFDF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86" name="Google Shape;386;p53"/>
          <p:cNvSpPr/>
          <p:nvPr/>
        </p:nvSpPr>
        <p:spPr>
          <a:xfrm>
            <a:off x="446475" y="2970250"/>
            <a:ext cx="3330900" cy="2185200"/>
          </a:xfrm>
          <a:prstGeom prst="round2DiagRect">
            <a:avLst>
              <a:gd fmla="val 16667" name="adj1"/>
              <a:gd fmla="val 0" name="adj2"/>
            </a:avLst>
          </a:prstGeom>
          <a:solidFill>
            <a:srgbClr val="FCFDF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87" name="Google Shape;387;p53"/>
          <p:cNvSpPr txBox="1"/>
          <p:nvPr>
            <p:ph type="title"/>
          </p:nvPr>
        </p:nvSpPr>
        <p:spPr>
          <a:xfrm>
            <a:off x="212450" y="177900"/>
            <a:ext cx="5789400" cy="415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solidFill>
                  <a:schemeClr val="accent2"/>
                </a:solidFill>
              </a:rPr>
              <a:t>Dijkstra</a:t>
            </a:r>
            <a:r>
              <a:rPr lang="en"/>
              <a:t> </a:t>
            </a:r>
            <a:r>
              <a:rPr lang="en"/>
              <a:t>Data</a:t>
            </a:r>
            <a:endParaRPr>
              <a:solidFill>
                <a:schemeClr val="accent2"/>
              </a:solidFill>
            </a:endParaRPr>
          </a:p>
        </p:txBody>
      </p:sp>
      <p:sp>
        <p:nvSpPr>
          <p:cNvPr id="388" name="Google Shape;388;p53"/>
          <p:cNvSpPr txBox="1"/>
          <p:nvPr>
            <p:ph idx="1" type="body"/>
          </p:nvPr>
        </p:nvSpPr>
        <p:spPr>
          <a:xfrm>
            <a:off x="228600" y="976096"/>
            <a:ext cx="3731700" cy="1164000"/>
          </a:xfrm>
          <a:prstGeom prst="rect">
            <a:avLst/>
          </a:prstGeom>
        </p:spPr>
        <p:txBody>
          <a:bodyPr anchorCtr="0" anchor="t" bIns="0" lIns="0" spcFirstLastPara="1" rIns="0" wrap="square" tIns="0">
            <a:noAutofit/>
          </a:bodyPr>
          <a:lstStyle/>
          <a:p>
            <a:pPr indent="0" lvl="0" marL="0" rtl="0" algn="l">
              <a:spcBef>
                <a:spcPts val="1200"/>
              </a:spcBef>
              <a:spcAft>
                <a:spcPts val="0"/>
              </a:spcAft>
              <a:buNone/>
            </a:pPr>
            <a:r>
              <a:rPr lang="en" sz="1200"/>
              <a:t>In our GPS system, Dijkstra builds the route by expanding outward from the starting location and evaluating all nearby roads based on travel time. It continues exploring until it reaches the destination with the lowest total cost. This results in a consistent and reliable route that fully considers the road network.</a:t>
            </a:r>
            <a:endParaRPr sz="1200"/>
          </a:p>
          <a:p>
            <a:pPr indent="0" lvl="0" marL="0" rtl="0" algn="l">
              <a:spcBef>
                <a:spcPts val="1200"/>
              </a:spcBef>
              <a:spcAft>
                <a:spcPts val="800"/>
              </a:spcAft>
              <a:buNone/>
            </a:pPr>
            <a:r>
              <a:t/>
            </a:r>
            <a:endParaRPr sz="1200"/>
          </a:p>
        </p:txBody>
      </p:sp>
      <p:grpSp>
        <p:nvGrpSpPr>
          <p:cNvPr id="389" name="Google Shape;389;p53"/>
          <p:cNvGrpSpPr/>
          <p:nvPr/>
        </p:nvGrpSpPr>
        <p:grpSpPr>
          <a:xfrm>
            <a:off x="4571987" y="933712"/>
            <a:ext cx="4514621" cy="1792848"/>
            <a:chOff x="232688" y="3272175"/>
            <a:chExt cx="8678625" cy="1640150"/>
          </a:xfrm>
        </p:grpSpPr>
        <p:cxnSp>
          <p:nvCxnSpPr>
            <p:cNvPr id="390" name="Google Shape;390;p53"/>
            <p:cNvCxnSpPr/>
            <p:nvPr/>
          </p:nvCxnSpPr>
          <p:spPr>
            <a:xfrm>
              <a:off x="232763" y="3480625"/>
              <a:ext cx="8678400" cy="0"/>
            </a:xfrm>
            <a:prstGeom prst="straightConnector1">
              <a:avLst/>
            </a:prstGeom>
            <a:noFill/>
            <a:ln cap="flat" cmpd="sng" w="9525">
              <a:solidFill>
                <a:schemeClr val="accent2"/>
              </a:solidFill>
              <a:prstDash val="solid"/>
              <a:round/>
              <a:headEnd len="med" w="med" type="none"/>
              <a:tailEnd len="med" w="med" type="none"/>
            </a:ln>
          </p:spPr>
        </p:cxnSp>
        <p:sp>
          <p:nvSpPr>
            <p:cNvPr id="391" name="Google Shape;391;p53"/>
            <p:cNvSpPr txBox="1"/>
            <p:nvPr/>
          </p:nvSpPr>
          <p:spPr>
            <a:xfrm>
              <a:off x="232763" y="3272175"/>
              <a:ext cx="2078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accent2"/>
                  </a:solidFill>
                  <a:latin typeface="Space Grotesk"/>
                  <a:ea typeface="Space Grotesk"/>
                  <a:cs typeface="Space Grotesk"/>
                  <a:sym typeface="Space Grotesk"/>
                </a:rPr>
                <a:t>Route</a:t>
              </a:r>
              <a:endParaRPr sz="692">
                <a:solidFill>
                  <a:schemeClr val="accent2"/>
                </a:solidFill>
                <a:latin typeface="Space Grotesk"/>
                <a:ea typeface="Space Grotesk"/>
                <a:cs typeface="Space Grotesk"/>
                <a:sym typeface="Space Grotesk"/>
              </a:endParaRPr>
            </a:p>
          </p:txBody>
        </p:sp>
        <p:sp>
          <p:nvSpPr>
            <p:cNvPr id="392" name="Google Shape;392;p53"/>
            <p:cNvSpPr txBox="1"/>
            <p:nvPr/>
          </p:nvSpPr>
          <p:spPr>
            <a:xfrm>
              <a:off x="2432713" y="3272175"/>
              <a:ext cx="2078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accent2"/>
                  </a:solidFill>
                  <a:latin typeface="Space Grotesk"/>
                  <a:ea typeface="Space Grotesk"/>
                  <a:cs typeface="Space Grotesk"/>
                  <a:sym typeface="Space Grotesk"/>
                </a:rPr>
                <a:t>Input Size(n)</a:t>
              </a:r>
              <a:endParaRPr sz="692">
                <a:solidFill>
                  <a:schemeClr val="accent2"/>
                </a:solidFill>
                <a:latin typeface="Space Grotesk"/>
                <a:ea typeface="Space Grotesk"/>
                <a:cs typeface="Space Grotesk"/>
                <a:sym typeface="Space Grotesk"/>
              </a:endParaRPr>
            </a:p>
          </p:txBody>
        </p:sp>
        <p:sp>
          <p:nvSpPr>
            <p:cNvPr id="393" name="Google Shape;393;p53"/>
            <p:cNvSpPr txBox="1"/>
            <p:nvPr/>
          </p:nvSpPr>
          <p:spPr>
            <a:xfrm>
              <a:off x="4632663" y="3272175"/>
              <a:ext cx="2078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accent2"/>
                  </a:solidFill>
                  <a:latin typeface="Space Grotesk"/>
                  <a:ea typeface="Space Grotesk"/>
                  <a:cs typeface="Space Grotesk"/>
                  <a:sym typeface="Space Grotesk"/>
                </a:rPr>
                <a:t>Runtime (seconds)</a:t>
              </a:r>
              <a:endParaRPr sz="692">
                <a:solidFill>
                  <a:schemeClr val="accent2"/>
                </a:solidFill>
                <a:latin typeface="Space Grotesk"/>
                <a:ea typeface="Space Grotesk"/>
                <a:cs typeface="Space Grotesk"/>
                <a:sym typeface="Space Grotesk"/>
              </a:endParaRPr>
            </a:p>
          </p:txBody>
        </p:sp>
        <p:sp>
          <p:nvSpPr>
            <p:cNvPr id="394" name="Google Shape;394;p53"/>
            <p:cNvSpPr txBox="1"/>
            <p:nvPr/>
          </p:nvSpPr>
          <p:spPr>
            <a:xfrm>
              <a:off x="6832613" y="3272175"/>
              <a:ext cx="2078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accent2"/>
                  </a:solidFill>
                  <a:latin typeface="Space Grotesk"/>
                  <a:ea typeface="Space Grotesk"/>
                  <a:cs typeface="Space Grotesk"/>
                  <a:sym typeface="Space Grotesk"/>
                </a:rPr>
                <a:t>Memory Usage (Megabytes)</a:t>
              </a:r>
              <a:endParaRPr sz="692">
                <a:solidFill>
                  <a:schemeClr val="accent2"/>
                </a:solidFill>
                <a:latin typeface="Space Grotesk"/>
                <a:ea typeface="Space Grotesk"/>
                <a:cs typeface="Space Grotesk"/>
                <a:sym typeface="Space Grotesk"/>
              </a:endParaRPr>
            </a:p>
          </p:txBody>
        </p:sp>
        <p:cxnSp>
          <p:nvCxnSpPr>
            <p:cNvPr id="395" name="Google Shape;395;p53"/>
            <p:cNvCxnSpPr/>
            <p:nvPr/>
          </p:nvCxnSpPr>
          <p:spPr>
            <a:xfrm>
              <a:off x="232688" y="3838550"/>
              <a:ext cx="8678400" cy="0"/>
            </a:xfrm>
            <a:prstGeom prst="straightConnector1">
              <a:avLst/>
            </a:prstGeom>
            <a:noFill/>
            <a:ln cap="flat" cmpd="sng" w="9525">
              <a:solidFill>
                <a:schemeClr val="accent2"/>
              </a:solidFill>
              <a:prstDash val="solid"/>
              <a:round/>
              <a:headEnd len="med" w="med" type="none"/>
              <a:tailEnd len="med" w="med" type="none"/>
            </a:ln>
          </p:spPr>
        </p:cxnSp>
        <p:sp>
          <p:nvSpPr>
            <p:cNvPr id="396" name="Google Shape;396;p53"/>
            <p:cNvSpPr txBox="1"/>
            <p:nvPr/>
          </p:nvSpPr>
          <p:spPr>
            <a:xfrm>
              <a:off x="232688" y="3630102"/>
              <a:ext cx="1979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accent2"/>
                  </a:solidFill>
                  <a:latin typeface="Space Grotesk"/>
                  <a:ea typeface="Space Grotesk"/>
                  <a:cs typeface="Space Grotesk"/>
                  <a:sym typeface="Space Grotesk"/>
                </a:rPr>
                <a:t>Asheville, NC</a:t>
              </a:r>
              <a:endParaRPr sz="692">
                <a:solidFill>
                  <a:schemeClr val="accent2"/>
                </a:solidFill>
                <a:latin typeface="Space Grotesk"/>
                <a:ea typeface="Space Grotesk"/>
                <a:cs typeface="Space Grotesk"/>
                <a:sym typeface="Space Grotesk"/>
              </a:endParaRPr>
            </a:p>
          </p:txBody>
        </p:sp>
        <p:sp>
          <p:nvSpPr>
            <p:cNvPr id="397" name="Google Shape;397;p53"/>
            <p:cNvSpPr txBox="1"/>
            <p:nvPr/>
          </p:nvSpPr>
          <p:spPr>
            <a:xfrm>
              <a:off x="2432638" y="3630100"/>
              <a:ext cx="2078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lt1"/>
                  </a:solidFill>
                  <a:latin typeface="Roboto"/>
                  <a:ea typeface="Roboto"/>
                  <a:cs typeface="Roboto"/>
                  <a:sym typeface="Roboto"/>
                </a:rPr>
                <a:t>3902</a:t>
              </a:r>
              <a:endParaRPr sz="692">
                <a:solidFill>
                  <a:schemeClr val="lt1"/>
                </a:solidFill>
                <a:latin typeface="Roboto"/>
                <a:ea typeface="Roboto"/>
                <a:cs typeface="Roboto"/>
                <a:sym typeface="Roboto"/>
              </a:endParaRPr>
            </a:p>
          </p:txBody>
        </p:sp>
        <p:sp>
          <p:nvSpPr>
            <p:cNvPr id="398" name="Google Shape;398;p53"/>
            <p:cNvSpPr txBox="1"/>
            <p:nvPr/>
          </p:nvSpPr>
          <p:spPr>
            <a:xfrm>
              <a:off x="4632588" y="3630100"/>
              <a:ext cx="2078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lt1"/>
                  </a:solidFill>
                  <a:latin typeface="Roboto"/>
                  <a:ea typeface="Roboto"/>
                  <a:cs typeface="Roboto"/>
                  <a:sym typeface="Roboto"/>
                </a:rPr>
                <a:t>0.0721</a:t>
              </a:r>
              <a:endParaRPr sz="692">
                <a:solidFill>
                  <a:schemeClr val="lt1"/>
                </a:solidFill>
                <a:latin typeface="Roboto"/>
                <a:ea typeface="Roboto"/>
                <a:cs typeface="Roboto"/>
                <a:sym typeface="Roboto"/>
              </a:endParaRPr>
            </a:p>
          </p:txBody>
        </p:sp>
        <p:sp>
          <p:nvSpPr>
            <p:cNvPr id="399" name="Google Shape;399;p53"/>
            <p:cNvSpPr txBox="1"/>
            <p:nvPr/>
          </p:nvSpPr>
          <p:spPr>
            <a:xfrm>
              <a:off x="6832538" y="3630100"/>
              <a:ext cx="2078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lt1"/>
                  </a:solidFill>
                  <a:latin typeface="Roboto"/>
                  <a:ea typeface="Roboto"/>
                  <a:cs typeface="Roboto"/>
                  <a:sym typeface="Roboto"/>
                </a:rPr>
                <a:t>0.4943</a:t>
              </a:r>
              <a:endParaRPr sz="692">
                <a:solidFill>
                  <a:schemeClr val="lt1"/>
                </a:solidFill>
                <a:latin typeface="Roboto"/>
                <a:ea typeface="Roboto"/>
                <a:cs typeface="Roboto"/>
                <a:sym typeface="Roboto"/>
              </a:endParaRPr>
            </a:p>
          </p:txBody>
        </p:sp>
        <p:cxnSp>
          <p:nvCxnSpPr>
            <p:cNvPr id="400" name="Google Shape;400;p53"/>
            <p:cNvCxnSpPr/>
            <p:nvPr/>
          </p:nvCxnSpPr>
          <p:spPr>
            <a:xfrm>
              <a:off x="232688" y="4196475"/>
              <a:ext cx="8678400" cy="0"/>
            </a:xfrm>
            <a:prstGeom prst="straightConnector1">
              <a:avLst/>
            </a:prstGeom>
            <a:noFill/>
            <a:ln cap="flat" cmpd="sng" w="9525">
              <a:solidFill>
                <a:schemeClr val="accent2"/>
              </a:solidFill>
              <a:prstDash val="solid"/>
              <a:round/>
              <a:headEnd len="med" w="med" type="none"/>
              <a:tailEnd len="med" w="med" type="none"/>
            </a:ln>
          </p:spPr>
        </p:cxnSp>
        <p:sp>
          <p:nvSpPr>
            <p:cNvPr id="401" name="Google Shape;401;p53"/>
            <p:cNvSpPr txBox="1"/>
            <p:nvPr/>
          </p:nvSpPr>
          <p:spPr>
            <a:xfrm>
              <a:off x="232688" y="3988029"/>
              <a:ext cx="1979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accent2"/>
                  </a:solidFill>
                  <a:latin typeface="Space Grotesk"/>
                  <a:ea typeface="Space Grotesk"/>
                  <a:cs typeface="Space Grotesk"/>
                  <a:sym typeface="Space Grotesk"/>
                </a:rPr>
                <a:t>Atlanta, GA</a:t>
              </a:r>
              <a:endParaRPr sz="692">
                <a:solidFill>
                  <a:schemeClr val="accent2"/>
                </a:solidFill>
                <a:latin typeface="Space Grotesk"/>
                <a:ea typeface="Space Grotesk"/>
                <a:cs typeface="Space Grotesk"/>
                <a:sym typeface="Space Grotesk"/>
              </a:endParaRPr>
            </a:p>
          </p:txBody>
        </p:sp>
        <p:sp>
          <p:nvSpPr>
            <p:cNvPr id="402" name="Google Shape;402;p53"/>
            <p:cNvSpPr txBox="1"/>
            <p:nvPr/>
          </p:nvSpPr>
          <p:spPr>
            <a:xfrm>
              <a:off x="2432638" y="3988025"/>
              <a:ext cx="2078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lt1"/>
                  </a:solidFill>
                  <a:latin typeface="Roboto"/>
                  <a:ea typeface="Roboto"/>
                  <a:cs typeface="Roboto"/>
                  <a:sym typeface="Roboto"/>
                </a:rPr>
                <a:t>12919</a:t>
              </a:r>
              <a:endParaRPr sz="692">
                <a:solidFill>
                  <a:schemeClr val="lt1"/>
                </a:solidFill>
                <a:latin typeface="Roboto"/>
                <a:ea typeface="Roboto"/>
                <a:cs typeface="Roboto"/>
                <a:sym typeface="Roboto"/>
              </a:endParaRPr>
            </a:p>
          </p:txBody>
        </p:sp>
        <p:sp>
          <p:nvSpPr>
            <p:cNvPr id="403" name="Google Shape;403;p53"/>
            <p:cNvSpPr txBox="1"/>
            <p:nvPr/>
          </p:nvSpPr>
          <p:spPr>
            <a:xfrm>
              <a:off x="4632588" y="3988025"/>
              <a:ext cx="2078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lt1"/>
                  </a:solidFill>
                  <a:latin typeface="Roboto"/>
                  <a:ea typeface="Roboto"/>
                  <a:cs typeface="Roboto"/>
                  <a:sym typeface="Roboto"/>
                </a:rPr>
                <a:t>0.2370</a:t>
              </a:r>
              <a:endParaRPr sz="692">
                <a:solidFill>
                  <a:schemeClr val="lt1"/>
                </a:solidFill>
                <a:latin typeface="Roboto"/>
                <a:ea typeface="Roboto"/>
                <a:cs typeface="Roboto"/>
                <a:sym typeface="Roboto"/>
              </a:endParaRPr>
            </a:p>
          </p:txBody>
        </p:sp>
        <p:sp>
          <p:nvSpPr>
            <p:cNvPr id="404" name="Google Shape;404;p53"/>
            <p:cNvSpPr txBox="1"/>
            <p:nvPr/>
          </p:nvSpPr>
          <p:spPr>
            <a:xfrm>
              <a:off x="6832538" y="3988025"/>
              <a:ext cx="2078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lt1"/>
                  </a:solidFill>
                  <a:latin typeface="Roboto"/>
                  <a:ea typeface="Roboto"/>
                  <a:cs typeface="Roboto"/>
                  <a:sym typeface="Roboto"/>
                </a:rPr>
                <a:t>1.9153</a:t>
              </a:r>
              <a:endParaRPr sz="692">
                <a:solidFill>
                  <a:schemeClr val="lt1"/>
                </a:solidFill>
                <a:latin typeface="Roboto"/>
                <a:ea typeface="Roboto"/>
                <a:cs typeface="Roboto"/>
                <a:sym typeface="Roboto"/>
              </a:endParaRPr>
            </a:p>
          </p:txBody>
        </p:sp>
        <p:cxnSp>
          <p:nvCxnSpPr>
            <p:cNvPr id="405" name="Google Shape;405;p53"/>
            <p:cNvCxnSpPr/>
            <p:nvPr/>
          </p:nvCxnSpPr>
          <p:spPr>
            <a:xfrm>
              <a:off x="232688" y="4554400"/>
              <a:ext cx="8678400" cy="0"/>
            </a:xfrm>
            <a:prstGeom prst="straightConnector1">
              <a:avLst/>
            </a:prstGeom>
            <a:noFill/>
            <a:ln cap="flat" cmpd="sng" w="9525">
              <a:solidFill>
                <a:schemeClr val="accent2"/>
              </a:solidFill>
              <a:prstDash val="solid"/>
              <a:round/>
              <a:headEnd len="med" w="med" type="none"/>
              <a:tailEnd len="med" w="med" type="none"/>
            </a:ln>
          </p:spPr>
        </p:cxnSp>
        <p:sp>
          <p:nvSpPr>
            <p:cNvPr id="406" name="Google Shape;406;p53"/>
            <p:cNvSpPr txBox="1"/>
            <p:nvPr/>
          </p:nvSpPr>
          <p:spPr>
            <a:xfrm>
              <a:off x="232688" y="4345956"/>
              <a:ext cx="1979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accent2"/>
                  </a:solidFill>
                  <a:latin typeface="Space Grotesk"/>
                  <a:ea typeface="Space Grotesk"/>
                  <a:cs typeface="Space Grotesk"/>
                  <a:sym typeface="Space Grotesk"/>
                </a:rPr>
                <a:t>Birmingham, AL</a:t>
              </a:r>
              <a:endParaRPr sz="692">
                <a:solidFill>
                  <a:schemeClr val="accent2"/>
                </a:solidFill>
                <a:latin typeface="Space Grotesk"/>
                <a:ea typeface="Space Grotesk"/>
                <a:cs typeface="Space Grotesk"/>
                <a:sym typeface="Space Grotesk"/>
              </a:endParaRPr>
            </a:p>
          </p:txBody>
        </p:sp>
        <p:sp>
          <p:nvSpPr>
            <p:cNvPr id="407" name="Google Shape;407;p53"/>
            <p:cNvSpPr txBox="1"/>
            <p:nvPr/>
          </p:nvSpPr>
          <p:spPr>
            <a:xfrm>
              <a:off x="2432638" y="4345950"/>
              <a:ext cx="2078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lt1"/>
                  </a:solidFill>
                  <a:latin typeface="Roboto"/>
                  <a:ea typeface="Roboto"/>
                  <a:cs typeface="Roboto"/>
                  <a:sym typeface="Roboto"/>
                </a:rPr>
                <a:t>11170</a:t>
              </a:r>
              <a:endParaRPr sz="692">
                <a:solidFill>
                  <a:schemeClr val="lt1"/>
                </a:solidFill>
                <a:latin typeface="Roboto"/>
                <a:ea typeface="Roboto"/>
                <a:cs typeface="Roboto"/>
                <a:sym typeface="Roboto"/>
              </a:endParaRPr>
            </a:p>
          </p:txBody>
        </p:sp>
        <p:sp>
          <p:nvSpPr>
            <p:cNvPr id="408" name="Google Shape;408;p53"/>
            <p:cNvSpPr txBox="1"/>
            <p:nvPr/>
          </p:nvSpPr>
          <p:spPr>
            <a:xfrm>
              <a:off x="4632588" y="4345950"/>
              <a:ext cx="2078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lt1"/>
                  </a:solidFill>
                  <a:latin typeface="Roboto"/>
                  <a:ea typeface="Roboto"/>
                  <a:cs typeface="Roboto"/>
                  <a:sym typeface="Roboto"/>
                </a:rPr>
                <a:t>0.2221</a:t>
              </a:r>
              <a:endParaRPr sz="692">
                <a:solidFill>
                  <a:schemeClr val="lt1"/>
                </a:solidFill>
                <a:latin typeface="Roboto"/>
                <a:ea typeface="Roboto"/>
                <a:cs typeface="Roboto"/>
                <a:sym typeface="Roboto"/>
              </a:endParaRPr>
            </a:p>
          </p:txBody>
        </p:sp>
        <p:sp>
          <p:nvSpPr>
            <p:cNvPr id="409" name="Google Shape;409;p53"/>
            <p:cNvSpPr txBox="1"/>
            <p:nvPr/>
          </p:nvSpPr>
          <p:spPr>
            <a:xfrm>
              <a:off x="6832538" y="4345950"/>
              <a:ext cx="2078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lt1"/>
                  </a:solidFill>
                  <a:latin typeface="Roboto"/>
                  <a:ea typeface="Roboto"/>
                  <a:cs typeface="Roboto"/>
                  <a:sym typeface="Roboto"/>
                </a:rPr>
                <a:t>1.8740</a:t>
              </a:r>
              <a:endParaRPr sz="692">
                <a:solidFill>
                  <a:schemeClr val="lt1"/>
                </a:solidFill>
                <a:latin typeface="Roboto"/>
                <a:ea typeface="Roboto"/>
                <a:cs typeface="Roboto"/>
                <a:sym typeface="Roboto"/>
              </a:endParaRPr>
            </a:p>
          </p:txBody>
        </p:sp>
        <p:cxnSp>
          <p:nvCxnSpPr>
            <p:cNvPr id="410" name="Google Shape;410;p53"/>
            <p:cNvCxnSpPr/>
            <p:nvPr/>
          </p:nvCxnSpPr>
          <p:spPr>
            <a:xfrm>
              <a:off x="232688" y="4912325"/>
              <a:ext cx="8678400" cy="0"/>
            </a:xfrm>
            <a:prstGeom prst="straightConnector1">
              <a:avLst/>
            </a:prstGeom>
            <a:noFill/>
            <a:ln cap="flat" cmpd="sng" w="9525">
              <a:solidFill>
                <a:schemeClr val="accent2"/>
              </a:solidFill>
              <a:prstDash val="solid"/>
              <a:round/>
              <a:headEnd len="med" w="med" type="none"/>
              <a:tailEnd len="med" w="med" type="none"/>
            </a:ln>
          </p:spPr>
        </p:cxnSp>
        <p:sp>
          <p:nvSpPr>
            <p:cNvPr id="411" name="Google Shape;411;p53"/>
            <p:cNvSpPr txBox="1"/>
            <p:nvPr/>
          </p:nvSpPr>
          <p:spPr>
            <a:xfrm>
              <a:off x="232688" y="4703883"/>
              <a:ext cx="1979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accent2"/>
                  </a:solidFill>
                  <a:latin typeface="Space Grotesk"/>
                  <a:ea typeface="Space Grotesk"/>
                  <a:cs typeface="Space Grotesk"/>
                  <a:sym typeface="Space Grotesk"/>
                </a:rPr>
                <a:t>Johnson City, TN</a:t>
              </a:r>
              <a:endParaRPr sz="692">
                <a:solidFill>
                  <a:schemeClr val="accent2"/>
                </a:solidFill>
                <a:latin typeface="Space Grotesk"/>
                <a:ea typeface="Space Grotesk"/>
                <a:cs typeface="Space Grotesk"/>
                <a:sym typeface="Space Grotesk"/>
              </a:endParaRPr>
            </a:p>
          </p:txBody>
        </p:sp>
        <p:sp>
          <p:nvSpPr>
            <p:cNvPr id="412" name="Google Shape;412;p53"/>
            <p:cNvSpPr txBox="1"/>
            <p:nvPr/>
          </p:nvSpPr>
          <p:spPr>
            <a:xfrm>
              <a:off x="2432638" y="4703875"/>
              <a:ext cx="2078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lt1"/>
                  </a:solidFill>
                  <a:latin typeface="Roboto"/>
                  <a:ea typeface="Roboto"/>
                  <a:cs typeface="Roboto"/>
                  <a:sym typeface="Roboto"/>
                </a:rPr>
                <a:t>9210</a:t>
              </a:r>
              <a:endParaRPr sz="692">
                <a:solidFill>
                  <a:schemeClr val="lt1"/>
                </a:solidFill>
                <a:latin typeface="Roboto"/>
                <a:ea typeface="Roboto"/>
                <a:cs typeface="Roboto"/>
                <a:sym typeface="Roboto"/>
              </a:endParaRPr>
            </a:p>
          </p:txBody>
        </p:sp>
        <p:sp>
          <p:nvSpPr>
            <p:cNvPr id="413" name="Google Shape;413;p53"/>
            <p:cNvSpPr txBox="1"/>
            <p:nvPr/>
          </p:nvSpPr>
          <p:spPr>
            <a:xfrm>
              <a:off x="4632588" y="4703875"/>
              <a:ext cx="2078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lt1"/>
                  </a:solidFill>
                  <a:latin typeface="Roboto"/>
                  <a:ea typeface="Roboto"/>
                  <a:cs typeface="Roboto"/>
                  <a:sym typeface="Roboto"/>
                </a:rPr>
                <a:t>0.0809</a:t>
              </a:r>
              <a:endParaRPr sz="692">
                <a:solidFill>
                  <a:schemeClr val="lt1"/>
                </a:solidFill>
                <a:latin typeface="Roboto"/>
                <a:ea typeface="Roboto"/>
                <a:cs typeface="Roboto"/>
                <a:sym typeface="Roboto"/>
              </a:endParaRPr>
            </a:p>
          </p:txBody>
        </p:sp>
        <p:sp>
          <p:nvSpPr>
            <p:cNvPr id="414" name="Google Shape;414;p53"/>
            <p:cNvSpPr txBox="1"/>
            <p:nvPr/>
          </p:nvSpPr>
          <p:spPr>
            <a:xfrm>
              <a:off x="6832538" y="4703875"/>
              <a:ext cx="2078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lt1"/>
                  </a:solidFill>
                  <a:latin typeface="Roboto"/>
                  <a:ea typeface="Roboto"/>
                  <a:cs typeface="Roboto"/>
                  <a:sym typeface="Roboto"/>
                </a:rPr>
                <a:t>0.4927</a:t>
              </a:r>
              <a:endParaRPr sz="692">
                <a:solidFill>
                  <a:schemeClr val="lt1"/>
                </a:solidFill>
                <a:latin typeface="Roboto"/>
                <a:ea typeface="Roboto"/>
                <a:cs typeface="Roboto"/>
                <a:sym typeface="Roboto"/>
              </a:endParaRPr>
            </a:p>
          </p:txBody>
        </p:sp>
      </p:grpSp>
      <p:pic>
        <p:nvPicPr>
          <p:cNvPr id="415" name="Google Shape;415;p53"/>
          <p:cNvPicPr preferRelativeResize="0"/>
          <p:nvPr/>
        </p:nvPicPr>
        <p:blipFill>
          <a:blip r:embed="rId3">
            <a:alphaModFix/>
          </a:blip>
          <a:stretch>
            <a:fillRect/>
          </a:stretch>
        </p:blipFill>
        <p:spPr>
          <a:xfrm>
            <a:off x="653463" y="3066875"/>
            <a:ext cx="2881974" cy="1968500"/>
          </a:xfrm>
          <a:prstGeom prst="rect">
            <a:avLst/>
          </a:prstGeom>
          <a:noFill/>
          <a:ln>
            <a:noFill/>
          </a:ln>
        </p:spPr>
      </p:pic>
      <p:pic>
        <p:nvPicPr>
          <p:cNvPr id="416" name="Google Shape;416;p53"/>
          <p:cNvPicPr preferRelativeResize="0"/>
          <p:nvPr/>
        </p:nvPicPr>
        <p:blipFill>
          <a:blip r:embed="rId4">
            <a:alphaModFix/>
          </a:blip>
          <a:stretch>
            <a:fillRect/>
          </a:stretch>
        </p:blipFill>
        <p:spPr>
          <a:xfrm>
            <a:off x="1793363" y="3066875"/>
            <a:ext cx="1754074" cy="172034"/>
          </a:xfrm>
          <a:prstGeom prst="rect">
            <a:avLst/>
          </a:prstGeom>
          <a:noFill/>
          <a:ln>
            <a:noFill/>
          </a:ln>
        </p:spPr>
      </p:pic>
      <p:pic>
        <p:nvPicPr>
          <p:cNvPr id="417" name="Google Shape;417;p53"/>
          <p:cNvPicPr preferRelativeResize="0"/>
          <p:nvPr/>
        </p:nvPicPr>
        <p:blipFill>
          <a:blip r:embed="rId5">
            <a:alphaModFix/>
          </a:blip>
          <a:stretch>
            <a:fillRect/>
          </a:stretch>
        </p:blipFill>
        <p:spPr>
          <a:xfrm>
            <a:off x="5388332" y="3055839"/>
            <a:ext cx="2881950" cy="1990561"/>
          </a:xfrm>
          <a:prstGeom prst="rect">
            <a:avLst/>
          </a:prstGeom>
          <a:noFill/>
          <a:ln>
            <a:noFill/>
          </a:ln>
        </p:spPr>
      </p:pic>
      <p:pic>
        <p:nvPicPr>
          <p:cNvPr id="418" name="Google Shape;418;p53"/>
          <p:cNvPicPr preferRelativeResize="0"/>
          <p:nvPr/>
        </p:nvPicPr>
        <p:blipFill>
          <a:blip r:embed="rId4">
            <a:alphaModFix/>
          </a:blip>
          <a:stretch>
            <a:fillRect/>
          </a:stretch>
        </p:blipFill>
        <p:spPr>
          <a:xfrm>
            <a:off x="6516213" y="3066875"/>
            <a:ext cx="1754074" cy="17203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54"/>
          <p:cNvSpPr txBox="1"/>
          <p:nvPr>
            <p:ph type="title"/>
          </p:nvPr>
        </p:nvSpPr>
        <p:spPr>
          <a:xfrm>
            <a:off x="212450" y="177900"/>
            <a:ext cx="6446700" cy="415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solidFill>
                  <a:schemeClr val="accent2"/>
                </a:solidFill>
              </a:rPr>
              <a:t>A*</a:t>
            </a:r>
            <a:r>
              <a:rPr lang="en"/>
              <a:t> Algorithm</a:t>
            </a:r>
            <a:endParaRPr>
              <a:solidFill>
                <a:schemeClr val="accent2"/>
              </a:solidFill>
            </a:endParaRPr>
          </a:p>
        </p:txBody>
      </p:sp>
      <p:sp>
        <p:nvSpPr>
          <p:cNvPr id="424" name="Google Shape;424;p54"/>
          <p:cNvSpPr txBox="1"/>
          <p:nvPr/>
        </p:nvSpPr>
        <p:spPr>
          <a:xfrm>
            <a:off x="212450" y="1010175"/>
            <a:ext cx="4359600" cy="26373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lt1"/>
              </a:buClr>
              <a:buSzPts val="1400"/>
              <a:buFont typeface="Roboto"/>
              <a:buChar char="●"/>
            </a:pPr>
            <a:r>
              <a:rPr lang="en">
                <a:solidFill>
                  <a:schemeClr val="lt1"/>
                </a:solidFill>
                <a:latin typeface="Roboto"/>
                <a:ea typeface="Roboto"/>
                <a:cs typeface="Roboto"/>
                <a:sym typeface="Roboto"/>
              </a:rPr>
              <a:t>Pronounced “A-Star”</a:t>
            </a:r>
            <a:endParaRPr>
              <a:solidFill>
                <a:schemeClr val="lt1"/>
              </a:solidFill>
              <a:latin typeface="Roboto"/>
              <a:ea typeface="Roboto"/>
              <a:cs typeface="Roboto"/>
              <a:sym typeface="Roboto"/>
            </a:endParaRPr>
          </a:p>
          <a:p>
            <a:pPr indent="-317500" lvl="0" marL="457200" rtl="0" algn="l">
              <a:spcBef>
                <a:spcPts val="0"/>
              </a:spcBef>
              <a:spcAft>
                <a:spcPts val="0"/>
              </a:spcAft>
              <a:buClr>
                <a:schemeClr val="lt1"/>
              </a:buClr>
              <a:buSzPts val="1400"/>
              <a:buFont typeface="Roboto"/>
              <a:buChar char="●"/>
            </a:pPr>
            <a:r>
              <a:rPr lang="en">
                <a:solidFill>
                  <a:schemeClr val="lt1"/>
                </a:solidFill>
                <a:latin typeface="Roboto"/>
                <a:ea typeface="Roboto"/>
                <a:cs typeface="Roboto"/>
                <a:sym typeface="Roboto"/>
              </a:rPr>
              <a:t>Published as an extension of Dijkstra’s algorithm in 1968</a:t>
            </a:r>
            <a:endParaRPr>
              <a:solidFill>
                <a:schemeClr val="lt1"/>
              </a:solidFill>
              <a:latin typeface="Roboto"/>
              <a:ea typeface="Roboto"/>
              <a:cs typeface="Roboto"/>
              <a:sym typeface="Roboto"/>
            </a:endParaRPr>
          </a:p>
          <a:p>
            <a:pPr indent="-317500" lvl="0" marL="457200" rtl="0" algn="l">
              <a:spcBef>
                <a:spcPts val="0"/>
              </a:spcBef>
              <a:spcAft>
                <a:spcPts val="0"/>
              </a:spcAft>
              <a:buClr>
                <a:schemeClr val="lt1"/>
              </a:buClr>
              <a:buSzPts val="1400"/>
              <a:buFont typeface="Roboto"/>
              <a:buChar char="●"/>
            </a:pPr>
            <a:r>
              <a:rPr lang="en">
                <a:solidFill>
                  <a:schemeClr val="lt1"/>
                </a:solidFill>
                <a:latin typeface="Roboto"/>
                <a:ea typeface="Roboto"/>
                <a:cs typeface="Roboto"/>
                <a:sym typeface="Roboto"/>
              </a:rPr>
              <a:t>Takes a weighted graph, source node, and goal node, then finds the shortest path</a:t>
            </a:r>
            <a:endParaRPr>
              <a:solidFill>
                <a:schemeClr val="lt1"/>
              </a:solidFill>
              <a:latin typeface="Roboto"/>
              <a:ea typeface="Roboto"/>
              <a:cs typeface="Roboto"/>
              <a:sym typeface="Roboto"/>
            </a:endParaRPr>
          </a:p>
          <a:p>
            <a:pPr indent="-317500" lvl="0" marL="457200" rtl="0" algn="l">
              <a:spcBef>
                <a:spcPts val="0"/>
              </a:spcBef>
              <a:spcAft>
                <a:spcPts val="0"/>
              </a:spcAft>
              <a:buClr>
                <a:schemeClr val="lt1"/>
              </a:buClr>
              <a:buSzPts val="1400"/>
              <a:buFont typeface="Roboto"/>
              <a:buChar char="●"/>
            </a:pPr>
            <a:r>
              <a:rPr lang="en">
                <a:solidFill>
                  <a:schemeClr val="lt1"/>
                </a:solidFill>
                <a:latin typeface="Roboto"/>
                <a:ea typeface="Roboto"/>
                <a:cs typeface="Roboto"/>
                <a:sym typeface="Roboto"/>
              </a:rPr>
              <a:t>Used in many fields of computer science due to its completeness, optimality, and optimal efficiency</a:t>
            </a:r>
            <a:endParaRPr>
              <a:solidFill>
                <a:schemeClr val="lt1"/>
              </a:solidFill>
              <a:latin typeface="Roboto"/>
              <a:ea typeface="Roboto"/>
              <a:cs typeface="Roboto"/>
              <a:sym typeface="Roboto"/>
            </a:endParaRPr>
          </a:p>
          <a:p>
            <a:pPr indent="-317500" lvl="0" marL="457200" rtl="0" algn="l">
              <a:spcBef>
                <a:spcPts val="0"/>
              </a:spcBef>
              <a:spcAft>
                <a:spcPts val="0"/>
              </a:spcAft>
              <a:buClr>
                <a:schemeClr val="lt1"/>
              </a:buClr>
              <a:buSzPts val="1400"/>
              <a:buFont typeface="Roboto"/>
              <a:buChar char="●"/>
            </a:pPr>
            <a:r>
              <a:rPr lang="en">
                <a:solidFill>
                  <a:schemeClr val="lt1"/>
                </a:solidFill>
                <a:latin typeface="Roboto"/>
                <a:ea typeface="Roboto"/>
                <a:cs typeface="Roboto"/>
                <a:sym typeface="Roboto"/>
              </a:rPr>
              <a:t>Worst Case: O(|E| log|V|)</a:t>
            </a:r>
            <a:endParaRPr>
              <a:solidFill>
                <a:schemeClr val="lt1"/>
              </a:solidFill>
              <a:latin typeface="Roboto"/>
              <a:ea typeface="Roboto"/>
              <a:cs typeface="Roboto"/>
              <a:sym typeface="Roboto"/>
            </a:endParaRPr>
          </a:p>
        </p:txBody>
      </p:sp>
      <p:pic>
        <p:nvPicPr>
          <p:cNvPr id="425" name="Google Shape;425;p54" title="AstarExampleEn.gif"/>
          <p:cNvPicPr preferRelativeResize="0"/>
          <p:nvPr/>
        </p:nvPicPr>
        <p:blipFill>
          <a:blip r:embed="rId3">
            <a:alphaModFix/>
          </a:blip>
          <a:stretch>
            <a:fillRect/>
          </a:stretch>
        </p:blipFill>
        <p:spPr>
          <a:xfrm>
            <a:off x="5015892" y="1010175"/>
            <a:ext cx="3727633" cy="26373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55"/>
          <p:cNvSpPr/>
          <p:nvPr/>
        </p:nvSpPr>
        <p:spPr>
          <a:xfrm>
            <a:off x="5163850" y="2958525"/>
            <a:ext cx="3330900" cy="2185200"/>
          </a:xfrm>
          <a:prstGeom prst="round2DiagRect">
            <a:avLst>
              <a:gd fmla="val 16667" name="adj1"/>
              <a:gd fmla="val 0" name="adj2"/>
            </a:avLst>
          </a:prstGeom>
          <a:solidFill>
            <a:srgbClr val="FCFDF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31" name="Google Shape;431;p55"/>
          <p:cNvSpPr/>
          <p:nvPr/>
        </p:nvSpPr>
        <p:spPr>
          <a:xfrm>
            <a:off x="446475" y="2970250"/>
            <a:ext cx="3330900" cy="2185200"/>
          </a:xfrm>
          <a:prstGeom prst="round2DiagRect">
            <a:avLst>
              <a:gd fmla="val 16667" name="adj1"/>
              <a:gd fmla="val 0" name="adj2"/>
            </a:avLst>
          </a:prstGeom>
          <a:solidFill>
            <a:srgbClr val="FCFDF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32" name="Google Shape;432;p55"/>
          <p:cNvSpPr txBox="1"/>
          <p:nvPr>
            <p:ph type="title"/>
          </p:nvPr>
        </p:nvSpPr>
        <p:spPr>
          <a:xfrm>
            <a:off x="212450" y="177900"/>
            <a:ext cx="5789400" cy="415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solidFill>
                  <a:schemeClr val="accent2"/>
                </a:solidFill>
              </a:rPr>
              <a:t>A* </a:t>
            </a:r>
            <a:r>
              <a:rPr lang="en"/>
              <a:t>Data</a:t>
            </a:r>
            <a:endParaRPr>
              <a:solidFill>
                <a:schemeClr val="accent2"/>
              </a:solidFill>
            </a:endParaRPr>
          </a:p>
        </p:txBody>
      </p:sp>
      <p:sp>
        <p:nvSpPr>
          <p:cNvPr id="433" name="Google Shape;433;p55"/>
          <p:cNvSpPr txBox="1"/>
          <p:nvPr>
            <p:ph idx="1" type="body"/>
          </p:nvPr>
        </p:nvSpPr>
        <p:spPr>
          <a:xfrm>
            <a:off x="228600" y="933738"/>
            <a:ext cx="3755700" cy="1792800"/>
          </a:xfrm>
          <a:prstGeom prst="rect">
            <a:avLst/>
          </a:prstGeom>
        </p:spPr>
        <p:txBody>
          <a:bodyPr anchorCtr="0" anchor="t" bIns="0" lIns="0" spcFirstLastPara="1" rIns="0" wrap="square" tIns="0">
            <a:noAutofit/>
          </a:bodyPr>
          <a:lstStyle/>
          <a:p>
            <a:pPr indent="0" lvl="0" marL="0" rtl="0" algn="l">
              <a:spcBef>
                <a:spcPts val="1200"/>
              </a:spcBef>
              <a:spcAft>
                <a:spcPts val="0"/>
              </a:spcAft>
              <a:buNone/>
            </a:pPr>
            <a:r>
              <a:rPr lang="en" sz="1200"/>
              <a:t> A* calculates routes by focusing the search toward the destination using both current travel time and an estimated remaining distance. This allows it to follow more direct paths across the map while still producing an optimal route. The result is a faster and more targeted route calculation.</a:t>
            </a:r>
            <a:endParaRPr sz="1200"/>
          </a:p>
          <a:p>
            <a:pPr indent="0" lvl="0" marL="0" rtl="0" algn="l">
              <a:spcBef>
                <a:spcPts val="1200"/>
              </a:spcBef>
              <a:spcAft>
                <a:spcPts val="800"/>
              </a:spcAft>
              <a:buNone/>
            </a:pPr>
            <a:r>
              <a:t/>
            </a:r>
            <a:endParaRPr sz="1200"/>
          </a:p>
        </p:txBody>
      </p:sp>
      <p:grpSp>
        <p:nvGrpSpPr>
          <p:cNvPr id="434" name="Google Shape;434;p55"/>
          <p:cNvGrpSpPr/>
          <p:nvPr/>
        </p:nvGrpSpPr>
        <p:grpSpPr>
          <a:xfrm>
            <a:off x="4571987" y="879537"/>
            <a:ext cx="4514621" cy="1792848"/>
            <a:chOff x="232688" y="3272175"/>
            <a:chExt cx="8678625" cy="1640150"/>
          </a:xfrm>
        </p:grpSpPr>
        <p:cxnSp>
          <p:nvCxnSpPr>
            <p:cNvPr id="435" name="Google Shape;435;p55"/>
            <p:cNvCxnSpPr/>
            <p:nvPr/>
          </p:nvCxnSpPr>
          <p:spPr>
            <a:xfrm>
              <a:off x="232763" y="3480625"/>
              <a:ext cx="8678400" cy="0"/>
            </a:xfrm>
            <a:prstGeom prst="straightConnector1">
              <a:avLst/>
            </a:prstGeom>
            <a:noFill/>
            <a:ln cap="flat" cmpd="sng" w="9525">
              <a:solidFill>
                <a:schemeClr val="accent2"/>
              </a:solidFill>
              <a:prstDash val="solid"/>
              <a:round/>
              <a:headEnd len="med" w="med" type="none"/>
              <a:tailEnd len="med" w="med" type="none"/>
            </a:ln>
          </p:spPr>
        </p:cxnSp>
        <p:sp>
          <p:nvSpPr>
            <p:cNvPr id="436" name="Google Shape;436;p55"/>
            <p:cNvSpPr txBox="1"/>
            <p:nvPr/>
          </p:nvSpPr>
          <p:spPr>
            <a:xfrm>
              <a:off x="232763" y="3272175"/>
              <a:ext cx="2078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accent2"/>
                  </a:solidFill>
                  <a:latin typeface="Space Grotesk"/>
                  <a:ea typeface="Space Grotesk"/>
                  <a:cs typeface="Space Grotesk"/>
                  <a:sym typeface="Space Grotesk"/>
                </a:rPr>
                <a:t>Route</a:t>
              </a:r>
              <a:endParaRPr sz="692">
                <a:solidFill>
                  <a:schemeClr val="accent2"/>
                </a:solidFill>
                <a:latin typeface="Space Grotesk"/>
                <a:ea typeface="Space Grotesk"/>
                <a:cs typeface="Space Grotesk"/>
                <a:sym typeface="Space Grotesk"/>
              </a:endParaRPr>
            </a:p>
          </p:txBody>
        </p:sp>
        <p:sp>
          <p:nvSpPr>
            <p:cNvPr id="437" name="Google Shape;437;p55"/>
            <p:cNvSpPr txBox="1"/>
            <p:nvPr/>
          </p:nvSpPr>
          <p:spPr>
            <a:xfrm>
              <a:off x="2432713" y="3272175"/>
              <a:ext cx="2078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accent2"/>
                  </a:solidFill>
                  <a:latin typeface="Space Grotesk"/>
                  <a:ea typeface="Space Grotesk"/>
                  <a:cs typeface="Space Grotesk"/>
                  <a:sym typeface="Space Grotesk"/>
                </a:rPr>
                <a:t>Input Size(n)</a:t>
              </a:r>
              <a:endParaRPr sz="692">
                <a:solidFill>
                  <a:schemeClr val="accent2"/>
                </a:solidFill>
                <a:latin typeface="Space Grotesk"/>
                <a:ea typeface="Space Grotesk"/>
                <a:cs typeface="Space Grotesk"/>
                <a:sym typeface="Space Grotesk"/>
              </a:endParaRPr>
            </a:p>
          </p:txBody>
        </p:sp>
        <p:sp>
          <p:nvSpPr>
            <p:cNvPr id="438" name="Google Shape;438;p55"/>
            <p:cNvSpPr txBox="1"/>
            <p:nvPr/>
          </p:nvSpPr>
          <p:spPr>
            <a:xfrm>
              <a:off x="4632663" y="3272175"/>
              <a:ext cx="2078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accent2"/>
                  </a:solidFill>
                  <a:latin typeface="Space Grotesk"/>
                  <a:ea typeface="Space Grotesk"/>
                  <a:cs typeface="Space Grotesk"/>
                  <a:sym typeface="Space Grotesk"/>
                </a:rPr>
                <a:t>Runtime (seconds)</a:t>
              </a:r>
              <a:endParaRPr sz="692">
                <a:solidFill>
                  <a:schemeClr val="accent2"/>
                </a:solidFill>
                <a:latin typeface="Space Grotesk"/>
                <a:ea typeface="Space Grotesk"/>
                <a:cs typeface="Space Grotesk"/>
                <a:sym typeface="Space Grotesk"/>
              </a:endParaRPr>
            </a:p>
          </p:txBody>
        </p:sp>
        <p:sp>
          <p:nvSpPr>
            <p:cNvPr id="439" name="Google Shape;439;p55"/>
            <p:cNvSpPr txBox="1"/>
            <p:nvPr/>
          </p:nvSpPr>
          <p:spPr>
            <a:xfrm>
              <a:off x="6832613" y="3272175"/>
              <a:ext cx="2078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accent2"/>
                  </a:solidFill>
                  <a:latin typeface="Space Grotesk"/>
                  <a:ea typeface="Space Grotesk"/>
                  <a:cs typeface="Space Grotesk"/>
                  <a:sym typeface="Space Grotesk"/>
                </a:rPr>
                <a:t>Memory Usage (Megabytes)</a:t>
              </a:r>
              <a:endParaRPr sz="692">
                <a:solidFill>
                  <a:schemeClr val="accent2"/>
                </a:solidFill>
                <a:latin typeface="Space Grotesk"/>
                <a:ea typeface="Space Grotesk"/>
                <a:cs typeface="Space Grotesk"/>
                <a:sym typeface="Space Grotesk"/>
              </a:endParaRPr>
            </a:p>
          </p:txBody>
        </p:sp>
        <p:cxnSp>
          <p:nvCxnSpPr>
            <p:cNvPr id="440" name="Google Shape;440;p55"/>
            <p:cNvCxnSpPr/>
            <p:nvPr/>
          </p:nvCxnSpPr>
          <p:spPr>
            <a:xfrm>
              <a:off x="232688" y="3838550"/>
              <a:ext cx="8678400" cy="0"/>
            </a:xfrm>
            <a:prstGeom prst="straightConnector1">
              <a:avLst/>
            </a:prstGeom>
            <a:noFill/>
            <a:ln cap="flat" cmpd="sng" w="9525">
              <a:solidFill>
                <a:schemeClr val="accent2"/>
              </a:solidFill>
              <a:prstDash val="solid"/>
              <a:round/>
              <a:headEnd len="med" w="med" type="none"/>
              <a:tailEnd len="med" w="med" type="none"/>
            </a:ln>
          </p:spPr>
        </p:cxnSp>
        <p:sp>
          <p:nvSpPr>
            <p:cNvPr id="441" name="Google Shape;441;p55"/>
            <p:cNvSpPr txBox="1"/>
            <p:nvPr/>
          </p:nvSpPr>
          <p:spPr>
            <a:xfrm>
              <a:off x="232688" y="3630102"/>
              <a:ext cx="1979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accent2"/>
                  </a:solidFill>
                  <a:latin typeface="Space Grotesk"/>
                  <a:ea typeface="Space Grotesk"/>
                  <a:cs typeface="Space Grotesk"/>
                  <a:sym typeface="Space Grotesk"/>
                </a:rPr>
                <a:t>Asheville, NC</a:t>
              </a:r>
              <a:endParaRPr sz="692">
                <a:solidFill>
                  <a:schemeClr val="accent2"/>
                </a:solidFill>
                <a:latin typeface="Space Grotesk"/>
                <a:ea typeface="Space Grotesk"/>
                <a:cs typeface="Space Grotesk"/>
                <a:sym typeface="Space Grotesk"/>
              </a:endParaRPr>
            </a:p>
          </p:txBody>
        </p:sp>
        <p:sp>
          <p:nvSpPr>
            <p:cNvPr id="442" name="Google Shape;442;p55"/>
            <p:cNvSpPr txBox="1"/>
            <p:nvPr/>
          </p:nvSpPr>
          <p:spPr>
            <a:xfrm>
              <a:off x="4632588" y="3630100"/>
              <a:ext cx="2078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lt1"/>
                  </a:solidFill>
                  <a:latin typeface="Roboto"/>
                  <a:ea typeface="Roboto"/>
                  <a:cs typeface="Roboto"/>
                  <a:sym typeface="Roboto"/>
                </a:rPr>
                <a:t>0.0623</a:t>
              </a:r>
              <a:endParaRPr sz="692">
                <a:solidFill>
                  <a:schemeClr val="lt1"/>
                </a:solidFill>
                <a:latin typeface="Roboto"/>
                <a:ea typeface="Roboto"/>
                <a:cs typeface="Roboto"/>
                <a:sym typeface="Roboto"/>
              </a:endParaRPr>
            </a:p>
          </p:txBody>
        </p:sp>
        <p:sp>
          <p:nvSpPr>
            <p:cNvPr id="443" name="Google Shape;443;p55"/>
            <p:cNvSpPr txBox="1"/>
            <p:nvPr/>
          </p:nvSpPr>
          <p:spPr>
            <a:xfrm>
              <a:off x="6832538" y="3630100"/>
              <a:ext cx="2078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lt1"/>
                  </a:solidFill>
                  <a:latin typeface="Roboto"/>
                  <a:ea typeface="Roboto"/>
                  <a:cs typeface="Roboto"/>
                  <a:sym typeface="Roboto"/>
                </a:rPr>
                <a:t>0.6614</a:t>
              </a:r>
              <a:endParaRPr sz="692">
                <a:solidFill>
                  <a:schemeClr val="lt1"/>
                </a:solidFill>
                <a:latin typeface="Roboto"/>
                <a:ea typeface="Roboto"/>
                <a:cs typeface="Roboto"/>
                <a:sym typeface="Roboto"/>
              </a:endParaRPr>
            </a:p>
          </p:txBody>
        </p:sp>
        <p:cxnSp>
          <p:nvCxnSpPr>
            <p:cNvPr id="444" name="Google Shape;444;p55"/>
            <p:cNvCxnSpPr/>
            <p:nvPr/>
          </p:nvCxnSpPr>
          <p:spPr>
            <a:xfrm>
              <a:off x="232688" y="4196475"/>
              <a:ext cx="8678400" cy="0"/>
            </a:xfrm>
            <a:prstGeom prst="straightConnector1">
              <a:avLst/>
            </a:prstGeom>
            <a:noFill/>
            <a:ln cap="flat" cmpd="sng" w="9525">
              <a:solidFill>
                <a:schemeClr val="accent2"/>
              </a:solidFill>
              <a:prstDash val="solid"/>
              <a:round/>
              <a:headEnd len="med" w="med" type="none"/>
              <a:tailEnd len="med" w="med" type="none"/>
            </a:ln>
          </p:spPr>
        </p:cxnSp>
        <p:sp>
          <p:nvSpPr>
            <p:cNvPr id="445" name="Google Shape;445;p55"/>
            <p:cNvSpPr txBox="1"/>
            <p:nvPr/>
          </p:nvSpPr>
          <p:spPr>
            <a:xfrm>
              <a:off x="232688" y="3988029"/>
              <a:ext cx="1979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accent2"/>
                  </a:solidFill>
                  <a:latin typeface="Space Grotesk"/>
                  <a:ea typeface="Space Grotesk"/>
                  <a:cs typeface="Space Grotesk"/>
                  <a:sym typeface="Space Grotesk"/>
                </a:rPr>
                <a:t>Atlanta, GA</a:t>
              </a:r>
              <a:endParaRPr sz="692">
                <a:solidFill>
                  <a:schemeClr val="accent2"/>
                </a:solidFill>
                <a:latin typeface="Space Grotesk"/>
                <a:ea typeface="Space Grotesk"/>
                <a:cs typeface="Space Grotesk"/>
                <a:sym typeface="Space Grotesk"/>
              </a:endParaRPr>
            </a:p>
          </p:txBody>
        </p:sp>
        <p:sp>
          <p:nvSpPr>
            <p:cNvPr id="446" name="Google Shape;446;p55"/>
            <p:cNvSpPr txBox="1"/>
            <p:nvPr/>
          </p:nvSpPr>
          <p:spPr>
            <a:xfrm>
              <a:off x="4632588" y="3988025"/>
              <a:ext cx="2078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lt1"/>
                  </a:solidFill>
                  <a:latin typeface="Roboto"/>
                  <a:ea typeface="Roboto"/>
                  <a:cs typeface="Roboto"/>
                  <a:sym typeface="Roboto"/>
                </a:rPr>
                <a:t>0.0670</a:t>
              </a:r>
              <a:endParaRPr sz="692">
                <a:solidFill>
                  <a:schemeClr val="lt1"/>
                </a:solidFill>
                <a:latin typeface="Roboto"/>
                <a:ea typeface="Roboto"/>
                <a:cs typeface="Roboto"/>
                <a:sym typeface="Roboto"/>
              </a:endParaRPr>
            </a:p>
          </p:txBody>
        </p:sp>
        <p:sp>
          <p:nvSpPr>
            <p:cNvPr id="447" name="Google Shape;447;p55"/>
            <p:cNvSpPr txBox="1"/>
            <p:nvPr/>
          </p:nvSpPr>
          <p:spPr>
            <a:xfrm>
              <a:off x="6832538" y="3988025"/>
              <a:ext cx="2078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lt1"/>
                  </a:solidFill>
                  <a:latin typeface="Roboto"/>
                  <a:ea typeface="Roboto"/>
                  <a:cs typeface="Roboto"/>
                  <a:sym typeface="Roboto"/>
                </a:rPr>
                <a:t>1.9694</a:t>
              </a:r>
              <a:endParaRPr sz="692">
                <a:solidFill>
                  <a:schemeClr val="lt1"/>
                </a:solidFill>
                <a:latin typeface="Roboto"/>
                <a:ea typeface="Roboto"/>
                <a:cs typeface="Roboto"/>
                <a:sym typeface="Roboto"/>
              </a:endParaRPr>
            </a:p>
          </p:txBody>
        </p:sp>
        <p:cxnSp>
          <p:nvCxnSpPr>
            <p:cNvPr id="448" name="Google Shape;448;p55"/>
            <p:cNvCxnSpPr/>
            <p:nvPr/>
          </p:nvCxnSpPr>
          <p:spPr>
            <a:xfrm>
              <a:off x="232688" y="4554400"/>
              <a:ext cx="8678400" cy="0"/>
            </a:xfrm>
            <a:prstGeom prst="straightConnector1">
              <a:avLst/>
            </a:prstGeom>
            <a:noFill/>
            <a:ln cap="flat" cmpd="sng" w="9525">
              <a:solidFill>
                <a:schemeClr val="accent2"/>
              </a:solidFill>
              <a:prstDash val="solid"/>
              <a:round/>
              <a:headEnd len="med" w="med" type="none"/>
              <a:tailEnd len="med" w="med" type="none"/>
            </a:ln>
          </p:spPr>
        </p:cxnSp>
        <p:sp>
          <p:nvSpPr>
            <p:cNvPr id="449" name="Google Shape;449;p55"/>
            <p:cNvSpPr txBox="1"/>
            <p:nvPr/>
          </p:nvSpPr>
          <p:spPr>
            <a:xfrm>
              <a:off x="232688" y="4345956"/>
              <a:ext cx="1979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accent2"/>
                  </a:solidFill>
                  <a:latin typeface="Space Grotesk"/>
                  <a:ea typeface="Space Grotesk"/>
                  <a:cs typeface="Space Grotesk"/>
                  <a:sym typeface="Space Grotesk"/>
                </a:rPr>
                <a:t>Birmingham, AL</a:t>
              </a:r>
              <a:endParaRPr sz="692">
                <a:solidFill>
                  <a:schemeClr val="accent2"/>
                </a:solidFill>
                <a:latin typeface="Space Grotesk"/>
                <a:ea typeface="Space Grotesk"/>
                <a:cs typeface="Space Grotesk"/>
                <a:sym typeface="Space Grotesk"/>
              </a:endParaRPr>
            </a:p>
          </p:txBody>
        </p:sp>
        <p:sp>
          <p:nvSpPr>
            <p:cNvPr id="450" name="Google Shape;450;p55"/>
            <p:cNvSpPr txBox="1"/>
            <p:nvPr/>
          </p:nvSpPr>
          <p:spPr>
            <a:xfrm>
              <a:off x="4632588" y="4345950"/>
              <a:ext cx="2078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lt1"/>
                  </a:solidFill>
                  <a:latin typeface="Roboto"/>
                  <a:ea typeface="Roboto"/>
                  <a:cs typeface="Roboto"/>
                  <a:sym typeface="Roboto"/>
                </a:rPr>
                <a:t>0.1989</a:t>
              </a:r>
              <a:endParaRPr sz="692">
                <a:solidFill>
                  <a:schemeClr val="lt1"/>
                </a:solidFill>
                <a:latin typeface="Roboto"/>
                <a:ea typeface="Roboto"/>
                <a:cs typeface="Roboto"/>
                <a:sym typeface="Roboto"/>
              </a:endParaRPr>
            </a:p>
          </p:txBody>
        </p:sp>
        <p:sp>
          <p:nvSpPr>
            <p:cNvPr id="451" name="Google Shape;451;p55"/>
            <p:cNvSpPr txBox="1"/>
            <p:nvPr/>
          </p:nvSpPr>
          <p:spPr>
            <a:xfrm>
              <a:off x="6832538" y="4345950"/>
              <a:ext cx="2078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lt1"/>
                  </a:solidFill>
                  <a:latin typeface="Roboto"/>
                  <a:ea typeface="Roboto"/>
                  <a:cs typeface="Roboto"/>
                  <a:sym typeface="Roboto"/>
                </a:rPr>
                <a:t>2.5426</a:t>
              </a:r>
              <a:endParaRPr sz="692">
                <a:solidFill>
                  <a:schemeClr val="lt1"/>
                </a:solidFill>
                <a:latin typeface="Roboto"/>
                <a:ea typeface="Roboto"/>
                <a:cs typeface="Roboto"/>
                <a:sym typeface="Roboto"/>
              </a:endParaRPr>
            </a:p>
          </p:txBody>
        </p:sp>
        <p:cxnSp>
          <p:nvCxnSpPr>
            <p:cNvPr id="452" name="Google Shape;452;p55"/>
            <p:cNvCxnSpPr/>
            <p:nvPr/>
          </p:nvCxnSpPr>
          <p:spPr>
            <a:xfrm>
              <a:off x="232688" y="4912325"/>
              <a:ext cx="8678400" cy="0"/>
            </a:xfrm>
            <a:prstGeom prst="straightConnector1">
              <a:avLst/>
            </a:prstGeom>
            <a:noFill/>
            <a:ln cap="flat" cmpd="sng" w="9525">
              <a:solidFill>
                <a:schemeClr val="accent2"/>
              </a:solidFill>
              <a:prstDash val="solid"/>
              <a:round/>
              <a:headEnd len="med" w="med" type="none"/>
              <a:tailEnd len="med" w="med" type="none"/>
            </a:ln>
          </p:spPr>
        </p:cxnSp>
        <p:sp>
          <p:nvSpPr>
            <p:cNvPr id="453" name="Google Shape;453;p55"/>
            <p:cNvSpPr txBox="1"/>
            <p:nvPr/>
          </p:nvSpPr>
          <p:spPr>
            <a:xfrm>
              <a:off x="232688" y="4703883"/>
              <a:ext cx="1979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accent2"/>
                  </a:solidFill>
                  <a:latin typeface="Space Grotesk"/>
                  <a:ea typeface="Space Grotesk"/>
                  <a:cs typeface="Space Grotesk"/>
                  <a:sym typeface="Space Grotesk"/>
                </a:rPr>
                <a:t>Johnson City, </a:t>
              </a:r>
              <a:r>
                <a:rPr lang="en" sz="692">
                  <a:solidFill>
                    <a:schemeClr val="accent2"/>
                  </a:solidFill>
                  <a:latin typeface="Space Grotesk"/>
                  <a:ea typeface="Space Grotesk"/>
                  <a:cs typeface="Space Grotesk"/>
                  <a:sym typeface="Space Grotesk"/>
                </a:rPr>
                <a:t> TN</a:t>
              </a:r>
              <a:endParaRPr sz="692">
                <a:solidFill>
                  <a:schemeClr val="accent2"/>
                </a:solidFill>
                <a:latin typeface="Space Grotesk"/>
                <a:ea typeface="Space Grotesk"/>
                <a:cs typeface="Space Grotesk"/>
                <a:sym typeface="Space Grotesk"/>
              </a:endParaRPr>
            </a:p>
          </p:txBody>
        </p:sp>
        <p:sp>
          <p:nvSpPr>
            <p:cNvPr id="454" name="Google Shape;454;p55"/>
            <p:cNvSpPr txBox="1"/>
            <p:nvPr/>
          </p:nvSpPr>
          <p:spPr>
            <a:xfrm>
              <a:off x="4632588" y="4703875"/>
              <a:ext cx="2078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lt1"/>
                  </a:solidFill>
                  <a:latin typeface="Roboto"/>
                  <a:ea typeface="Roboto"/>
                  <a:cs typeface="Roboto"/>
                  <a:sym typeface="Roboto"/>
                </a:rPr>
                <a:t>0.0320</a:t>
              </a:r>
              <a:endParaRPr sz="692">
                <a:solidFill>
                  <a:schemeClr val="lt1"/>
                </a:solidFill>
                <a:latin typeface="Roboto"/>
                <a:ea typeface="Roboto"/>
                <a:cs typeface="Roboto"/>
                <a:sym typeface="Roboto"/>
              </a:endParaRPr>
            </a:p>
          </p:txBody>
        </p:sp>
        <p:sp>
          <p:nvSpPr>
            <p:cNvPr id="455" name="Google Shape;455;p55"/>
            <p:cNvSpPr txBox="1"/>
            <p:nvPr/>
          </p:nvSpPr>
          <p:spPr>
            <a:xfrm>
              <a:off x="6832538" y="4703875"/>
              <a:ext cx="2078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lt1"/>
                  </a:solidFill>
                  <a:latin typeface="Roboto"/>
                  <a:ea typeface="Roboto"/>
                  <a:cs typeface="Roboto"/>
                  <a:sym typeface="Roboto"/>
                </a:rPr>
                <a:t>0.5089</a:t>
              </a:r>
              <a:endParaRPr sz="692">
                <a:solidFill>
                  <a:schemeClr val="lt1"/>
                </a:solidFill>
                <a:latin typeface="Roboto"/>
                <a:ea typeface="Roboto"/>
                <a:cs typeface="Roboto"/>
                <a:sym typeface="Roboto"/>
              </a:endParaRPr>
            </a:p>
          </p:txBody>
        </p:sp>
      </p:grpSp>
      <p:pic>
        <p:nvPicPr>
          <p:cNvPr id="456" name="Google Shape;456;p55"/>
          <p:cNvPicPr preferRelativeResize="0"/>
          <p:nvPr/>
        </p:nvPicPr>
        <p:blipFill>
          <a:blip r:embed="rId3">
            <a:alphaModFix/>
          </a:blip>
          <a:stretch>
            <a:fillRect/>
          </a:stretch>
        </p:blipFill>
        <p:spPr>
          <a:xfrm>
            <a:off x="665463" y="3066875"/>
            <a:ext cx="2881974" cy="1968500"/>
          </a:xfrm>
          <a:prstGeom prst="rect">
            <a:avLst/>
          </a:prstGeom>
          <a:noFill/>
          <a:ln>
            <a:noFill/>
          </a:ln>
        </p:spPr>
      </p:pic>
      <p:pic>
        <p:nvPicPr>
          <p:cNvPr id="457" name="Google Shape;457;p55"/>
          <p:cNvPicPr preferRelativeResize="0"/>
          <p:nvPr/>
        </p:nvPicPr>
        <p:blipFill>
          <a:blip r:embed="rId4">
            <a:alphaModFix/>
          </a:blip>
          <a:stretch>
            <a:fillRect/>
          </a:stretch>
        </p:blipFill>
        <p:spPr>
          <a:xfrm>
            <a:off x="1793363" y="3066875"/>
            <a:ext cx="1754074" cy="172034"/>
          </a:xfrm>
          <a:prstGeom prst="rect">
            <a:avLst/>
          </a:prstGeom>
          <a:noFill/>
          <a:ln>
            <a:noFill/>
          </a:ln>
        </p:spPr>
      </p:pic>
      <p:pic>
        <p:nvPicPr>
          <p:cNvPr id="458" name="Google Shape;458;p55"/>
          <p:cNvPicPr preferRelativeResize="0"/>
          <p:nvPr/>
        </p:nvPicPr>
        <p:blipFill>
          <a:blip r:embed="rId5">
            <a:alphaModFix/>
          </a:blip>
          <a:stretch>
            <a:fillRect/>
          </a:stretch>
        </p:blipFill>
        <p:spPr>
          <a:xfrm>
            <a:off x="5388332" y="3055839"/>
            <a:ext cx="2881950" cy="1990561"/>
          </a:xfrm>
          <a:prstGeom prst="rect">
            <a:avLst/>
          </a:prstGeom>
          <a:noFill/>
          <a:ln>
            <a:noFill/>
          </a:ln>
        </p:spPr>
      </p:pic>
      <p:pic>
        <p:nvPicPr>
          <p:cNvPr id="459" name="Google Shape;459;p55"/>
          <p:cNvPicPr preferRelativeResize="0"/>
          <p:nvPr/>
        </p:nvPicPr>
        <p:blipFill>
          <a:blip r:embed="rId4">
            <a:alphaModFix/>
          </a:blip>
          <a:stretch>
            <a:fillRect/>
          </a:stretch>
        </p:blipFill>
        <p:spPr>
          <a:xfrm>
            <a:off x="6516213" y="3066875"/>
            <a:ext cx="1754074" cy="172034"/>
          </a:xfrm>
          <a:prstGeom prst="rect">
            <a:avLst/>
          </a:prstGeom>
          <a:noFill/>
          <a:ln>
            <a:noFill/>
          </a:ln>
        </p:spPr>
      </p:pic>
      <p:grpSp>
        <p:nvGrpSpPr>
          <p:cNvPr id="460" name="Google Shape;460;p55"/>
          <p:cNvGrpSpPr/>
          <p:nvPr/>
        </p:nvGrpSpPr>
        <p:grpSpPr>
          <a:xfrm>
            <a:off x="5716401" y="1270785"/>
            <a:ext cx="1081340" cy="1325247"/>
            <a:chOff x="2432638" y="3630100"/>
            <a:chExt cx="2078700" cy="1212375"/>
          </a:xfrm>
        </p:grpSpPr>
        <p:sp>
          <p:nvSpPr>
            <p:cNvPr id="461" name="Google Shape;461;p55"/>
            <p:cNvSpPr txBox="1"/>
            <p:nvPr/>
          </p:nvSpPr>
          <p:spPr>
            <a:xfrm>
              <a:off x="2432638" y="3630100"/>
              <a:ext cx="2078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lt1"/>
                  </a:solidFill>
                  <a:latin typeface="Roboto"/>
                  <a:ea typeface="Roboto"/>
                  <a:cs typeface="Roboto"/>
                  <a:sym typeface="Roboto"/>
                </a:rPr>
                <a:t>3902</a:t>
              </a:r>
              <a:endParaRPr sz="692">
                <a:solidFill>
                  <a:schemeClr val="lt1"/>
                </a:solidFill>
                <a:latin typeface="Roboto"/>
                <a:ea typeface="Roboto"/>
                <a:cs typeface="Roboto"/>
                <a:sym typeface="Roboto"/>
              </a:endParaRPr>
            </a:p>
          </p:txBody>
        </p:sp>
        <p:sp>
          <p:nvSpPr>
            <p:cNvPr id="462" name="Google Shape;462;p55"/>
            <p:cNvSpPr txBox="1"/>
            <p:nvPr/>
          </p:nvSpPr>
          <p:spPr>
            <a:xfrm>
              <a:off x="2432638" y="3988025"/>
              <a:ext cx="2078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lt1"/>
                  </a:solidFill>
                  <a:latin typeface="Roboto"/>
                  <a:ea typeface="Roboto"/>
                  <a:cs typeface="Roboto"/>
                  <a:sym typeface="Roboto"/>
                </a:rPr>
                <a:t>12919</a:t>
              </a:r>
              <a:endParaRPr sz="692">
                <a:solidFill>
                  <a:schemeClr val="lt1"/>
                </a:solidFill>
                <a:latin typeface="Roboto"/>
                <a:ea typeface="Roboto"/>
                <a:cs typeface="Roboto"/>
                <a:sym typeface="Roboto"/>
              </a:endParaRPr>
            </a:p>
          </p:txBody>
        </p:sp>
        <p:sp>
          <p:nvSpPr>
            <p:cNvPr id="463" name="Google Shape;463;p55"/>
            <p:cNvSpPr txBox="1"/>
            <p:nvPr/>
          </p:nvSpPr>
          <p:spPr>
            <a:xfrm>
              <a:off x="2432638" y="4345950"/>
              <a:ext cx="2078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lt1"/>
                  </a:solidFill>
                  <a:latin typeface="Roboto"/>
                  <a:ea typeface="Roboto"/>
                  <a:cs typeface="Roboto"/>
                  <a:sym typeface="Roboto"/>
                </a:rPr>
                <a:t>11170</a:t>
              </a:r>
              <a:endParaRPr sz="692">
                <a:solidFill>
                  <a:schemeClr val="lt1"/>
                </a:solidFill>
                <a:latin typeface="Roboto"/>
                <a:ea typeface="Roboto"/>
                <a:cs typeface="Roboto"/>
                <a:sym typeface="Roboto"/>
              </a:endParaRPr>
            </a:p>
          </p:txBody>
        </p:sp>
        <p:sp>
          <p:nvSpPr>
            <p:cNvPr id="464" name="Google Shape;464;p55"/>
            <p:cNvSpPr txBox="1"/>
            <p:nvPr/>
          </p:nvSpPr>
          <p:spPr>
            <a:xfrm>
              <a:off x="2432638" y="4703875"/>
              <a:ext cx="2078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lt1"/>
                  </a:solidFill>
                  <a:latin typeface="Roboto"/>
                  <a:ea typeface="Roboto"/>
                  <a:cs typeface="Roboto"/>
                  <a:sym typeface="Roboto"/>
                </a:rPr>
                <a:t>9210</a:t>
              </a:r>
              <a:endParaRPr sz="692">
                <a:solidFill>
                  <a:schemeClr val="lt1"/>
                </a:solidFill>
                <a:latin typeface="Roboto"/>
                <a:ea typeface="Roboto"/>
                <a:cs typeface="Roboto"/>
                <a:sym typeface="Roboto"/>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56"/>
          <p:cNvSpPr txBox="1"/>
          <p:nvPr>
            <p:ph type="title"/>
          </p:nvPr>
        </p:nvSpPr>
        <p:spPr>
          <a:xfrm>
            <a:off x="212450" y="177900"/>
            <a:ext cx="6446700" cy="415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solidFill>
                  <a:schemeClr val="accent2"/>
                </a:solidFill>
              </a:rPr>
              <a:t>Bellman-Ford</a:t>
            </a:r>
            <a:r>
              <a:rPr lang="en"/>
              <a:t> Algorithm</a:t>
            </a:r>
            <a:endParaRPr>
              <a:solidFill>
                <a:schemeClr val="accent2"/>
              </a:solidFill>
            </a:endParaRPr>
          </a:p>
        </p:txBody>
      </p:sp>
      <p:sp>
        <p:nvSpPr>
          <p:cNvPr id="470" name="Google Shape;470;p56"/>
          <p:cNvSpPr txBox="1"/>
          <p:nvPr/>
        </p:nvSpPr>
        <p:spPr>
          <a:xfrm>
            <a:off x="212450" y="1010175"/>
            <a:ext cx="4359600" cy="26373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lt1"/>
              </a:buClr>
              <a:buSzPts val="1400"/>
              <a:buFont typeface="Roboto"/>
              <a:buChar char="●"/>
            </a:pPr>
            <a:r>
              <a:rPr lang="en">
                <a:solidFill>
                  <a:schemeClr val="lt1"/>
                </a:solidFill>
                <a:latin typeface="Roboto"/>
                <a:ea typeface="Roboto"/>
                <a:cs typeface="Roboto"/>
                <a:sym typeface="Roboto"/>
              </a:rPr>
              <a:t>Computes shortest paths from a single source vertex to all of the other vertices in a weighted digraph</a:t>
            </a:r>
            <a:endParaRPr>
              <a:solidFill>
                <a:schemeClr val="lt1"/>
              </a:solidFill>
              <a:latin typeface="Roboto"/>
              <a:ea typeface="Roboto"/>
              <a:cs typeface="Roboto"/>
              <a:sym typeface="Roboto"/>
            </a:endParaRPr>
          </a:p>
          <a:p>
            <a:pPr indent="-317500" lvl="0" marL="457200" rtl="0" algn="l">
              <a:spcBef>
                <a:spcPts val="0"/>
              </a:spcBef>
              <a:spcAft>
                <a:spcPts val="0"/>
              </a:spcAft>
              <a:buClr>
                <a:schemeClr val="lt1"/>
              </a:buClr>
              <a:buSzPts val="1400"/>
              <a:buFont typeface="Roboto"/>
              <a:buChar char="●"/>
            </a:pPr>
            <a:r>
              <a:rPr lang="en">
                <a:solidFill>
                  <a:schemeClr val="lt1"/>
                </a:solidFill>
                <a:latin typeface="Roboto"/>
                <a:ea typeface="Roboto"/>
                <a:cs typeface="Roboto"/>
                <a:sym typeface="Roboto"/>
              </a:rPr>
              <a:t>Named after Richard Bellman and Lester Ford Jr.</a:t>
            </a:r>
            <a:endParaRPr>
              <a:solidFill>
                <a:schemeClr val="lt1"/>
              </a:solidFill>
              <a:latin typeface="Roboto"/>
              <a:ea typeface="Roboto"/>
              <a:cs typeface="Roboto"/>
              <a:sym typeface="Roboto"/>
            </a:endParaRPr>
          </a:p>
          <a:p>
            <a:pPr indent="-317500" lvl="0" marL="457200" rtl="0" algn="l">
              <a:spcBef>
                <a:spcPts val="0"/>
              </a:spcBef>
              <a:spcAft>
                <a:spcPts val="0"/>
              </a:spcAft>
              <a:buClr>
                <a:schemeClr val="lt1"/>
              </a:buClr>
              <a:buSzPts val="1400"/>
              <a:buFont typeface="Roboto"/>
              <a:buChar char="●"/>
            </a:pPr>
            <a:r>
              <a:rPr lang="en">
                <a:solidFill>
                  <a:schemeClr val="lt1"/>
                </a:solidFill>
                <a:latin typeface="Roboto"/>
                <a:ea typeface="Roboto"/>
                <a:cs typeface="Roboto"/>
                <a:sym typeface="Roboto"/>
              </a:rPr>
              <a:t>Slower than Dijkstra's algorithm, but it can handle negative weights</a:t>
            </a:r>
            <a:endParaRPr>
              <a:solidFill>
                <a:schemeClr val="lt1"/>
              </a:solidFill>
              <a:latin typeface="Roboto"/>
              <a:ea typeface="Roboto"/>
              <a:cs typeface="Roboto"/>
              <a:sym typeface="Roboto"/>
            </a:endParaRPr>
          </a:p>
          <a:p>
            <a:pPr indent="-317500" lvl="0" marL="457200" rtl="0" algn="l">
              <a:spcBef>
                <a:spcPts val="0"/>
              </a:spcBef>
              <a:spcAft>
                <a:spcPts val="0"/>
              </a:spcAft>
              <a:buClr>
                <a:schemeClr val="lt1"/>
              </a:buClr>
              <a:buSzPts val="1400"/>
              <a:buFont typeface="Roboto"/>
              <a:buChar char="●"/>
            </a:pPr>
            <a:r>
              <a:rPr lang="en">
                <a:solidFill>
                  <a:schemeClr val="lt1"/>
                </a:solidFill>
                <a:latin typeface="Roboto"/>
                <a:ea typeface="Roboto"/>
                <a:cs typeface="Roboto"/>
                <a:sym typeface="Roboto"/>
              </a:rPr>
              <a:t>Worst Case: Θ(|V||E||)</a:t>
            </a:r>
            <a:endParaRPr>
              <a:solidFill>
                <a:schemeClr val="lt1"/>
              </a:solidFill>
              <a:latin typeface="Roboto"/>
              <a:ea typeface="Roboto"/>
              <a:cs typeface="Roboto"/>
              <a:sym typeface="Roboto"/>
            </a:endParaRPr>
          </a:p>
        </p:txBody>
      </p:sp>
      <p:sp>
        <p:nvSpPr>
          <p:cNvPr id="471" name="Google Shape;471;p56"/>
          <p:cNvSpPr/>
          <p:nvPr/>
        </p:nvSpPr>
        <p:spPr>
          <a:xfrm>
            <a:off x="4727650" y="755025"/>
            <a:ext cx="4286400" cy="3078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pic>
        <p:nvPicPr>
          <p:cNvPr id="472" name="Google Shape;472;p56" title="Bellman–Ford_algorithm_example.gif"/>
          <p:cNvPicPr preferRelativeResize="0"/>
          <p:nvPr/>
        </p:nvPicPr>
        <p:blipFill>
          <a:blip r:embed="rId3">
            <a:alphaModFix/>
          </a:blip>
          <a:stretch>
            <a:fillRect/>
          </a:stretch>
        </p:blipFill>
        <p:spPr>
          <a:xfrm>
            <a:off x="4724437" y="745800"/>
            <a:ext cx="4267162" cy="30830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57"/>
          <p:cNvSpPr/>
          <p:nvPr/>
        </p:nvSpPr>
        <p:spPr>
          <a:xfrm>
            <a:off x="5163863" y="2970250"/>
            <a:ext cx="3330900" cy="2185200"/>
          </a:xfrm>
          <a:prstGeom prst="round2DiagRect">
            <a:avLst>
              <a:gd fmla="val 16667" name="adj1"/>
              <a:gd fmla="val 0" name="adj2"/>
            </a:avLst>
          </a:prstGeom>
          <a:solidFill>
            <a:srgbClr val="FCFDF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78" name="Google Shape;478;p57"/>
          <p:cNvSpPr/>
          <p:nvPr/>
        </p:nvSpPr>
        <p:spPr>
          <a:xfrm>
            <a:off x="446475" y="2970250"/>
            <a:ext cx="3330900" cy="2185200"/>
          </a:xfrm>
          <a:prstGeom prst="round2DiagRect">
            <a:avLst>
              <a:gd fmla="val 16667" name="adj1"/>
              <a:gd fmla="val 0" name="adj2"/>
            </a:avLst>
          </a:prstGeom>
          <a:solidFill>
            <a:srgbClr val="FCFDF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79" name="Google Shape;479;p57"/>
          <p:cNvSpPr txBox="1"/>
          <p:nvPr>
            <p:ph type="title"/>
          </p:nvPr>
        </p:nvSpPr>
        <p:spPr>
          <a:xfrm>
            <a:off x="212450" y="177900"/>
            <a:ext cx="5789400" cy="415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solidFill>
                  <a:schemeClr val="accent2"/>
                </a:solidFill>
              </a:rPr>
              <a:t>Bellman-Ford </a:t>
            </a:r>
            <a:r>
              <a:rPr lang="en"/>
              <a:t>Data</a:t>
            </a:r>
            <a:endParaRPr>
              <a:solidFill>
                <a:schemeClr val="accent2"/>
              </a:solidFill>
            </a:endParaRPr>
          </a:p>
        </p:txBody>
      </p:sp>
      <p:sp>
        <p:nvSpPr>
          <p:cNvPr id="480" name="Google Shape;480;p57"/>
          <p:cNvSpPr txBox="1"/>
          <p:nvPr>
            <p:ph idx="1" type="body"/>
          </p:nvPr>
        </p:nvSpPr>
        <p:spPr>
          <a:xfrm>
            <a:off x="228600" y="933738"/>
            <a:ext cx="3755700" cy="1792800"/>
          </a:xfrm>
          <a:prstGeom prst="rect">
            <a:avLst/>
          </a:prstGeom>
        </p:spPr>
        <p:txBody>
          <a:bodyPr anchorCtr="0" anchor="t" bIns="0" lIns="0" spcFirstLastPara="1" rIns="0" wrap="square" tIns="0">
            <a:noAutofit/>
          </a:bodyPr>
          <a:lstStyle/>
          <a:p>
            <a:pPr indent="0" lvl="0" marL="0" rtl="0" algn="l">
              <a:spcBef>
                <a:spcPts val="1200"/>
              </a:spcBef>
              <a:spcAft>
                <a:spcPts val="0"/>
              </a:spcAft>
              <a:buNone/>
            </a:pPr>
            <a:r>
              <a:rPr lang="en" sz="1200"/>
              <a:t>Bellman-Ford determines the route by repeatedly updating travel times across the entire network. It reevaluates all connections multiple times to ensure the final path is correct. This produces accurate results, but requires more computation to reach the final route.</a:t>
            </a:r>
            <a:endParaRPr sz="1200"/>
          </a:p>
          <a:p>
            <a:pPr indent="0" lvl="0" marL="0" rtl="0" algn="l">
              <a:spcBef>
                <a:spcPts val="1200"/>
              </a:spcBef>
              <a:spcAft>
                <a:spcPts val="800"/>
              </a:spcAft>
              <a:buNone/>
            </a:pPr>
            <a:r>
              <a:t/>
            </a:r>
            <a:endParaRPr/>
          </a:p>
        </p:txBody>
      </p:sp>
      <p:pic>
        <p:nvPicPr>
          <p:cNvPr id="481" name="Google Shape;481;p57"/>
          <p:cNvPicPr preferRelativeResize="0"/>
          <p:nvPr/>
        </p:nvPicPr>
        <p:blipFill>
          <a:blip r:embed="rId3">
            <a:alphaModFix/>
          </a:blip>
          <a:stretch>
            <a:fillRect/>
          </a:stretch>
        </p:blipFill>
        <p:spPr>
          <a:xfrm>
            <a:off x="665463" y="3066875"/>
            <a:ext cx="2881974" cy="1968500"/>
          </a:xfrm>
          <a:prstGeom prst="rect">
            <a:avLst/>
          </a:prstGeom>
          <a:noFill/>
          <a:ln>
            <a:noFill/>
          </a:ln>
        </p:spPr>
      </p:pic>
      <p:pic>
        <p:nvPicPr>
          <p:cNvPr id="482" name="Google Shape;482;p57"/>
          <p:cNvPicPr preferRelativeResize="0"/>
          <p:nvPr/>
        </p:nvPicPr>
        <p:blipFill>
          <a:blip r:embed="rId4">
            <a:alphaModFix/>
          </a:blip>
          <a:stretch>
            <a:fillRect/>
          </a:stretch>
        </p:blipFill>
        <p:spPr>
          <a:xfrm>
            <a:off x="1793363" y="3066875"/>
            <a:ext cx="1754074" cy="172034"/>
          </a:xfrm>
          <a:prstGeom prst="rect">
            <a:avLst/>
          </a:prstGeom>
          <a:noFill/>
          <a:ln>
            <a:noFill/>
          </a:ln>
        </p:spPr>
      </p:pic>
      <p:pic>
        <p:nvPicPr>
          <p:cNvPr id="483" name="Google Shape;483;p57"/>
          <p:cNvPicPr preferRelativeResize="0"/>
          <p:nvPr/>
        </p:nvPicPr>
        <p:blipFill>
          <a:blip r:embed="rId5">
            <a:alphaModFix/>
          </a:blip>
          <a:stretch>
            <a:fillRect/>
          </a:stretch>
        </p:blipFill>
        <p:spPr>
          <a:xfrm>
            <a:off x="5388332" y="3055839"/>
            <a:ext cx="2881950" cy="1990561"/>
          </a:xfrm>
          <a:prstGeom prst="rect">
            <a:avLst/>
          </a:prstGeom>
          <a:noFill/>
          <a:ln>
            <a:noFill/>
          </a:ln>
        </p:spPr>
      </p:pic>
      <p:pic>
        <p:nvPicPr>
          <p:cNvPr id="484" name="Google Shape;484;p57"/>
          <p:cNvPicPr preferRelativeResize="0"/>
          <p:nvPr/>
        </p:nvPicPr>
        <p:blipFill>
          <a:blip r:embed="rId4">
            <a:alphaModFix/>
          </a:blip>
          <a:stretch>
            <a:fillRect/>
          </a:stretch>
        </p:blipFill>
        <p:spPr>
          <a:xfrm>
            <a:off x="6516213" y="3066875"/>
            <a:ext cx="1754074" cy="172034"/>
          </a:xfrm>
          <a:prstGeom prst="rect">
            <a:avLst/>
          </a:prstGeom>
          <a:noFill/>
          <a:ln>
            <a:noFill/>
          </a:ln>
        </p:spPr>
      </p:pic>
      <p:grpSp>
        <p:nvGrpSpPr>
          <p:cNvPr id="485" name="Google Shape;485;p57"/>
          <p:cNvGrpSpPr/>
          <p:nvPr/>
        </p:nvGrpSpPr>
        <p:grpSpPr>
          <a:xfrm>
            <a:off x="4572012" y="885400"/>
            <a:ext cx="4514621" cy="1792848"/>
            <a:chOff x="232688" y="3272175"/>
            <a:chExt cx="8678625" cy="1640150"/>
          </a:xfrm>
        </p:grpSpPr>
        <p:cxnSp>
          <p:nvCxnSpPr>
            <p:cNvPr id="486" name="Google Shape;486;p57"/>
            <p:cNvCxnSpPr/>
            <p:nvPr/>
          </p:nvCxnSpPr>
          <p:spPr>
            <a:xfrm>
              <a:off x="232763" y="3480625"/>
              <a:ext cx="8678400" cy="0"/>
            </a:xfrm>
            <a:prstGeom prst="straightConnector1">
              <a:avLst/>
            </a:prstGeom>
            <a:noFill/>
            <a:ln cap="flat" cmpd="sng" w="9525">
              <a:solidFill>
                <a:schemeClr val="accent2"/>
              </a:solidFill>
              <a:prstDash val="solid"/>
              <a:round/>
              <a:headEnd len="med" w="med" type="none"/>
              <a:tailEnd len="med" w="med" type="none"/>
            </a:ln>
          </p:spPr>
        </p:cxnSp>
        <p:sp>
          <p:nvSpPr>
            <p:cNvPr id="487" name="Google Shape;487;p57"/>
            <p:cNvSpPr txBox="1"/>
            <p:nvPr/>
          </p:nvSpPr>
          <p:spPr>
            <a:xfrm>
              <a:off x="232763" y="3272175"/>
              <a:ext cx="2078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accent2"/>
                  </a:solidFill>
                  <a:latin typeface="Space Grotesk"/>
                  <a:ea typeface="Space Grotesk"/>
                  <a:cs typeface="Space Grotesk"/>
                  <a:sym typeface="Space Grotesk"/>
                </a:rPr>
                <a:t>Route</a:t>
              </a:r>
              <a:endParaRPr sz="692">
                <a:solidFill>
                  <a:schemeClr val="accent2"/>
                </a:solidFill>
                <a:latin typeface="Space Grotesk"/>
                <a:ea typeface="Space Grotesk"/>
                <a:cs typeface="Space Grotesk"/>
                <a:sym typeface="Space Grotesk"/>
              </a:endParaRPr>
            </a:p>
          </p:txBody>
        </p:sp>
        <p:sp>
          <p:nvSpPr>
            <p:cNvPr id="488" name="Google Shape;488;p57"/>
            <p:cNvSpPr txBox="1"/>
            <p:nvPr/>
          </p:nvSpPr>
          <p:spPr>
            <a:xfrm>
              <a:off x="2432713" y="3272175"/>
              <a:ext cx="2078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accent2"/>
                  </a:solidFill>
                  <a:latin typeface="Space Grotesk"/>
                  <a:ea typeface="Space Grotesk"/>
                  <a:cs typeface="Space Grotesk"/>
                  <a:sym typeface="Space Grotesk"/>
                </a:rPr>
                <a:t>Input Size(n)</a:t>
              </a:r>
              <a:endParaRPr sz="692">
                <a:solidFill>
                  <a:schemeClr val="accent2"/>
                </a:solidFill>
                <a:latin typeface="Space Grotesk"/>
                <a:ea typeface="Space Grotesk"/>
                <a:cs typeface="Space Grotesk"/>
                <a:sym typeface="Space Grotesk"/>
              </a:endParaRPr>
            </a:p>
          </p:txBody>
        </p:sp>
        <p:sp>
          <p:nvSpPr>
            <p:cNvPr id="489" name="Google Shape;489;p57"/>
            <p:cNvSpPr txBox="1"/>
            <p:nvPr/>
          </p:nvSpPr>
          <p:spPr>
            <a:xfrm>
              <a:off x="4632663" y="3272175"/>
              <a:ext cx="2078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accent2"/>
                  </a:solidFill>
                  <a:latin typeface="Space Grotesk"/>
                  <a:ea typeface="Space Grotesk"/>
                  <a:cs typeface="Space Grotesk"/>
                  <a:sym typeface="Space Grotesk"/>
                </a:rPr>
                <a:t>Runtime (seconds)</a:t>
              </a:r>
              <a:endParaRPr sz="692">
                <a:solidFill>
                  <a:schemeClr val="accent2"/>
                </a:solidFill>
                <a:latin typeface="Space Grotesk"/>
                <a:ea typeface="Space Grotesk"/>
                <a:cs typeface="Space Grotesk"/>
                <a:sym typeface="Space Grotesk"/>
              </a:endParaRPr>
            </a:p>
          </p:txBody>
        </p:sp>
        <p:sp>
          <p:nvSpPr>
            <p:cNvPr id="490" name="Google Shape;490;p57"/>
            <p:cNvSpPr txBox="1"/>
            <p:nvPr/>
          </p:nvSpPr>
          <p:spPr>
            <a:xfrm>
              <a:off x="6832613" y="3272175"/>
              <a:ext cx="2078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accent2"/>
                  </a:solidFill>
                  <a:latin typeface="Space Grotesk"/>
                  <a:ea typeface="Space Grotesk"/>
                  <a:cs typeface="Space Grotesk"/>
                  <a:sym typeface="Space Grotesk"/>
                </a:rPr>
                <a:t>Memory Usage (Megabytes)</a:t>
              </a:r>
              <a:endParaRPr sz="692">
                <a:solidFill>
                  <a:schemeClr val="accent2"/>
                </a:solidFill>
                <a:latin typeface="Space Grotesk"/>
                <a:ea typeface="Space Grotesk"/>
                <a:cs typeface="Space Grotesk"/>
                <a:sym typeface="Space Grotesk"/>
              </a:endParaRPr>
            </a:p>
          </p:txBody>
        </p:sp>
        <p:cxnSp>
          <p:nvCxnSpPr>
            <p:cNvPr id="491" name="Google Shape;491;p57"/>
            <p:cNvCxnSpPr/>
            <p:nvPr/>
          </p:nvCxnSpPr>
          <p:spPr>
            <a:xfrm>
              <a:off x="232688" y="3838550"/>
              <a:ext cx="8678400" cy="0"/>
            </a:xfrm>
            <a:prstGeom prst="straightConnector1">
              <a:avLst/>
            </a:prstGeom>
            <a:noFill/>
            <a:ln cap="flat" cmpd="sng" w="9525">
              <a:solidFill>
                <a:schemeClr val="accent2"/>
              </a:solidFill>
              <a:prstDash val="solid"/>
              <a:round/>
              <a:headEnd len="med" w="med" type="none"/>
              <a:tailEnd len="med" w="med" type="none"/>
            </a:ln>
          </p:spPr>
        </p:cxnSp>
        <p:sp>
          <p:nvSpPr>
            <p:cNvPr id="492" name="Google Shape;492;p57"/>
            <p:cNvSpPr txBox="1"/>
            <p:nvPr/>
          </p:nvSpPr>
          <p:spPr>
            <a:xfrm>
              <a:off x="232688" y="3630102"/>
              <a:ext cx="1979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accent2"/>
                  </a:solidFill>
                  <a:latin typeface="Space Grotesk"/>
                  <a:ea typeface="Space Grotesk"/>
                  <a:cs typeface="Space Grotesk"/>
                  <a:sym typeface="Space Grotesk"/>
                </a:rPr>
                <a:t>Asheville, NC</a:t>
              </a:r>
              <a:endParaRPr sz="692">
                <a:solidFill>
                  <a:schemeClr val="accent2"/>
                </a:solidFill>
                <a:latin typeface="Space Grotesk"/>
                <a:ea typeface="Space Grotesk"/>
                <a:cs typeface="Space Grotesk"/>
                <a:sym typeface="Space Grotesk"/>
              </a:endParaRPr>
            </a:p>
          </p:txBody>
        </p:sp>
        <p:sp>
          <p:nvSpPr>
            <p:cNvPr id="493" name="Google Shape;493;p57"/>
            <p:cNvSpPr txBox="1"/>
            <p:nvPr/>
          </p:nvSpPr>
          <p:spPr>
            <a:xfrm>
              <a:off x="4632588" y="3630100"/>
              <a:ext cx="2078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lt1"/>
                  </a:solidFill>
                  <a:latin typeface="Roboto"/>
                  <a:ea typeface="Roboto"/>
                  <a:cs typeface="Roboto"/>
                  <a:sym typeface="Roboto"/>
                </a:rPr>
                <a:t>0.3413</a:t>
              </a:r>
              <a:endParaRPr sz="692">
                <a:solidFill>
                  <a:schemeClr val="lt1"/>
                </a:solidFill>
                <a:latin typeface="Roboto"/>
                <a:ea typeface="Roboto"/>
                <a:cs typeface="Roboto"/>
                <a:sym typeface="Roboto"/>
              </a:endParaRPr>
            </a:p>
          </p:txBody>
        </p:sp>
        <p:sp>
          <p:nvSpPr>
            <p:cNvPr id="494" name="Google Shape;494;p57"/>
            <p:cNvSpPr txBox="1"/>
            <p:nvPr/>
          </p:nvSpPr>
          <p:spPr>
            <a:xfrm>
              <a:off x="6832538" y="3630100"/>
              <a:ext cx="2078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lt1"/>
                  </a:solidFill>
                  <a:latin typeface="Roboto"/>
                  <a:ea typeface="Roboto"/>
                  <a:cs typeface="Roboto"/>
                  <a:sym typeface="Roboto"/>
                </a:rPr>
                <a:t>2.2947</a:t>
              </a:r>
              <a:endParaRPr sz="692">
                <a:solidFill>
                  <a:schemeClr val="lt1"/>
                </a:solidFill>
                <a:latin typeface="Roboto"/>
                <a:ea typeface="Roboto"/>
                <a:cs typeface="Roboto"/>
                <a:sym typeface="Roboto"/>
              </a:endParaRPr>
            </a:p>
          </p:txBody>
        </p:sp>
        <p:cxnSp>
          <p:nvCxnSpPr>
            <p:cNvPr id="495" name="Google Shape;495;p57"/>
            <p:cNvCxnSpPr/>
            <p:nvPr/>
          </p:nvCxnSpPr>
          <p:spPr>
            <a:xfrm>
              <a:off x="232688" y="4196475"/>
              <a:ext cx="8678400" cy="0"/>
            </a:xfrm>
            <a:prstGeom prst="straightConnector1">
              <a:avLst/>
            </a:prstGeom>
            <a:noFill/>
            <a:ln cap="flat" cmpd="sng" w="9525">
              <a:solidFill>
                <a:schemeClr val="accent2"/>
              </a:solidFill>
              <a:prstDash val="solid"/>
              <a:round/>
              <a:headEnd len="med" w="med" type="none"/>
              <a:tailEnd len="med" w="med" type="none"/>
            </a:ln>
          </p:spPr>
        </p:cxnSp>
        <p:sp>
          <p:nvSpPr>
            <p:cNvPr id="496" name="Google Shape;496;p57"/>
            <p:cNvSpPr txBox="1"/>
            <p:nvPr/>
          </p:nvSpPr>
          <p:spPr>
            <a:xfrm>
              <a:off x="232688" y="3988029"/>
              <a:ext cx="1979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accent2"/>
                  </a:solidFill>
                  <a:latin typeface="Space Grotesk"/>
                  <a:ea typeface="Space Grotesk"/>
                  <a:cs typeface="Space Grotesk"/>
                  <a:sym typeface="Space Grotesk"/>
                </a:rPr>
                <a:t>Atlanta, GA</a:t>
              </a:r>
              <a:endParaRPr sz="692">
                <a:solidFill>
                  <a:schemeClr val="accent2"/>
                </a:solidFill>
                <a:latin typeface="Space Grotesk"/>
                <a:ea typeface="Space Grotesk"/>
                <a:cs typeface="Space Grotesk"/>
                <a:sym typeface="Space Grotesk"/>
              </a:endParaRPr>
            </a:p>
          </p:txBody>
        </p:sp>
        <p:sp>
          <p:nvSpPr>
            <p:cNvPr id="497" name="Google Shape;497;p57"/>
            <p:cNvSpPr txBox="1"/>
            <p:nvPr/>
          </p:nvSpPr>
          <p:spPr>
            <a:xfrm>
              <a:off x="4632588" y="3988025"/>
              <a:ext cx="2078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lt1"/>
                  </a:solidFill>
                  <a:latin typeface="Roboto"/>
                  <a:ea typeface="Roboto"/>
                  <a:cs typeface="Roboto"/>
                  <a:sym typeface="Roboto"/>
                </a:rPr>
                <a:t>2.4905</a:t>
              </a:r>
              <a:endParaRPr sz="692">
                <a:solidFill>
                  <a:schemeClr val="lt1"/>
                </a:solidFill>
                <a:latin typeface="Roboto"/>
                <a:ea typeface="Roboto"/>
                <a:cs typeface="Roboto"/>
                <a:sym typeface="Roboto"/>
              </a:endParaRPr>
            </a:p>
          </p:txBody>
        </p:sp>
        <p:sp>
          <p:nvSpPr>
            <p:cNvPr id="498" name="Google Shape;498;p57"/>
            <p:cNvSpPr txBox="1"/>
            <p:nvPr/>
          </p:nvSpPr>
          <p:spPr>
            <a:xfrm>
              <a:off x="6832538" y="3988025"/>
              <a:ext cx="2078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lt1"/>
                  </a:solidFill>
                  <a:latin typeface="Roboto"/>
                  <a:ea typeface="Roboto"/>
                  <a:cs typeface="Roboto"/>
                  <a:sym typeface="Roboto"/>
                </a:rPr>
                <a:t>9.0311</a:t>
              </a:r>
              <a:endParaRPr sz="692">
                <a:solidFill>
                  <a:schemeClr val="lt1"/>
                </a:solidFill>
                <a:latin typeface="Roboto"/>
                <a:ea typeface="Roboto"/>
                <a:cs typeface="Roboto"/>
                <a:sym typeface="Roboto"/>
              </a:endParaRPr>
            </a:p>
          </p:txBody>
        </p:sp>
        <p:cxnSp>
          <p:nvCxnSpPr>
            <p:cNvPr id="499" name="Google Shape;499;p57"/>
            <p:cNvCxnSpPr/>
            <p:nvPr/>
          </p:nvCxnSpPr>
          <p:spPr>
            <a:xfrm>
              <a:off x="232688" y="4554400"/>
              <a:ext cx="8678400" cy="0"/>
            </a:xfrm>
            <a:prstGeom prst="straightConnector1">
              <a:avLst/>
            </a:prstGeom>
            <a:noFill/>
            <a:ln cap="flat" cmpd="sng" w="9525">
              <a:solidFill>
                <a:schemeClr val="accent2"/>
              </a:solidFill>
              <a:prstDash val="solid"/>
              <a:round/>
              <a:headEnd len="med" w="med" type="none"/>
              <a:tailEnd len="med" w="med" type="none"/>
            </a:ln>
          </p:spPr>
        </p:cxnSp>
        <p:sp>
          <p:nvSpPr>
            <p:cNvPr id="500" name="Google Shape;500;p57"/>
            <p:cNvSpPr txBox="1"/>
            <p:nvPr/>
          </p:nvSpPr>
          <p:spPr>
            <a:xfrm>
              <a:off x="232688" y="4345956"/>
              <a:ext cx="1979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accent2"/>
                  </a:solidFill>
                  <a:latin typeface="Space Grotesk"/>
                  <a:ea typeface="Space Grotesk"/>
                  <a:cs typeface="Space Grotesk"/>
                  <a:sym typeface="Space Grotesk"/>
                </a:rPr>
                <a:t>Birmingham, AL</a:t>
              </a:r>
              <a:endParaRPr sz="692">
                <a:solidFill>
                  <a:schemeClr val="accent2"/>
                </a:solidFill>
                <a:latin typeface="Space Grotesk"/>
                <a:ea typeface="Space Grotesk"/>
                <a:cs typeface="Space Grotesk"/>
                <a:sym typeface="Space Grotesk"/>
              </a:endParaRPr>
            </a:p>
          </p:txBody>
        </p:sp>
        <p:sp>
          <p:nvSpPr>
            <p:cNvPr id="501" name="Google Shape;501;p57"/>
            <p:cNvSpPr txBox="1"/>
            <p:nvPr/>
          </p:nvSpPr>
          <p:spPr>
            <a:xfrm>
              <a:off x="4632588" y="4345950"/>
              <a:ext cx="2078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lt1"/>
                  </a:solidFill>
                  <a:latin typeface="Roboto"/>
                  <a:ea typeface="Roboto"/>
                  <a:cs typeface="Roboto"/>
                  <a:sym typeface="Roboto"/>
                </a:rPr>
                <a:t>1.8270</a:t>
              </a:r>
              <a:endParaRPr sz="692">
                <a:solidFill>
                  <a:schemeClr val="lt1"/>
                </a:solidFill>
                <a:latin typeface="Roboto"/>
                <a:ea typeface="Roboto"/>
                <a:cs typeface="Roboto"/>
                <a:sym typeface="Roboto"/>
              </a:endParaRPr>
            </a:p>
          </p:txBody>
        </p:sp>
        <p:sp>
          <p:nvSpPr>
            <p:cNvPr id="502" name="Google Shape;502;p57"/>
            <p:cNvSpPr txBox="1"/>
            <p:nvPr/>
          </p:nvSpPr>
          <p:spPr>
            <a:xfrm>
              <a:off x="6832538" y="4345950"/>
              <a:ext cx="2078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lt1"/>
                  </a:solidFill>
                  <a:latin typeface="Roboto"/>
                  <a:ea typeface="Roboto"/>
                  <a:cs typeface="Roboto"/>
                  <a:sym typeface="Roboto"/>
                </a:rPr>
                <a:t>8.3373</a:t>
              </a:r>
              <a:endParaRPr sz="692">
                <a:solidFill>
                  <a:schemeClr val="lt1"/>
                </a:solidFill>
                <a:latin typeface="Roboto"/>
                <a:ea typeface="Roboto"/>
                <a:cs typeface="Roboto"/>
                <a:sym typeface="Roboto"/>
              </a:endParaRPr>
            </a:p>
          </p:txBody>
        </p:sp>
        <p:cxnSp>
          <p:nvCxnSpPr>
            <p:cNvPr id="503" name="Google Shape;503;p57"/>
            <p:cNvCxnSpPr/>
            <p:nvPr/>
          </p:nvCxnSpPr>
          <p:spPr>
            <a:xfrm>
              <a:off x="232688" y="4912325"/>
              <a:ext cx="8678400" cy="0"/>
            </a:xfrm>
            <a:prstGeom prst="straightConnector1">
              <a:avLst/>
            </a:prstGeom>
            <a:noFill/>
            <a:ln cap="flat" cmpd="sng" w="9525">
              <a:solidFill>
                <a:schemeClr val="accent2"/>
              </a:solidFill>
              <a:prstDash val="solid"/>
              <a:round/>
              <a:headEnd len="med" w="med" type="none"/>
              <a:tailEnd len="med" w="med" type="none"/>
            </a:ln>
          </p:spPr>
        </p:cxnSp>
        <p:sp>
          <p:nvSpPr>
            <p:cNvPr id="504" name="Google Shape;504;p57"/>
            <p:cNvSpPr txBox="1"/>
            <p:nvPr/>
          </p:nvSpPr>
          <p:spPr>
            <a:xfrm>
              <a:off x="232688" y="4703883"/>
              <a:ext cx="1979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accent2"/>
                  </a:solidFill>
                  <a:latin typeface="Space Grotesk"/>
                  <a:ea typeface="Space Grotesk"/>
                  <a:cs typeface="Space Grotesk"/>
                  <a:sym typeface="Space Grotesk"/>
                </a:rPr>
                <a:t>Johnson City, TN</a:t>
              </a:r>
              <a:endParaRPr sz="692">
                <a:solidFill>
                  <a:schemeClr val="accent2"/>
                </a:solidFill>
                <a:latin typeface="Space Grotesk"/>
                <a:ea typeface="Space Grotesk"/>
                <a:cs typeface="Space Grotesk"/>
                <a:sym typeface="Space Grotesk"/>
              </a:endParaRPr>
            </a:p>
          </p:txBody>
        </p:sp>
        <p:sp>
          <p:nvSpPr>
            <p:cNvPr id="505" name="Google Shape;505;p57"/>
            <p:cNvSpPr txBox="1"/>
            <p:nvPr/>
          </p:nvSpPr>
          <p:spPr>
            <a:xfrm>
              <a:off x="4632588" y="4703875"/>
              <a:ext cx="2078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lt1"/>
                  </a:solidFill>
                  <a:latin typeface="Roboto"/>
                  <a:ea typeface="Roboto"/>
                  <a:cs typeface="Roboto"/>
                  <a:sym typeface="Roboto"/>
                </a:rPr>
                <a:t>0.4889</a:t>
              </a:r>
              <a:endParaRPr sz="692">
                <a:solidFill>
                  <a:schemeClr val="lt1"/>
                </a:solidFill>
                <a:latin typeface="Roboto"/>
                <a:ea typeface="Roboto"/>
                <a:cs typeface="Roboto"/>
                <a:sym typeface="Roboto"/>
              </a:endParaRPr>
            </a:p>
          </p:txBody>
        </p:sp>
        <p:sp>
          <p:nvSpPr>
            <p:cNvPr id="506" name="Google Shape;506;p57"/>
            <p:cNvSpPr txBox="1"/>
            <p:nvPr/>
          </p:nvSpPr>
          <p:spPr>
            <a:xfrm>
              <a:off x="6832538" y="4703875"/>
              <a:ext cx="2078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lt1"/>
                  </a:solidFill>
                  <a:latin typeface="Roboto"/>
                  <a:ea typeface="Roboto"/>
                  <a:cs typeface="Roboto"/>
                  <a:sym typeface="Roboto"/>
                </a:rPr>
                <a:t>2.3260</a:t>
              </a:r>
              <a:endParaRPr sz="692">
                <a:solidFill>
                  <a:schemeClr val="lt1"/>
                </a:solidFill>
                <a:latin typeface="Roboto"/>
                <a:ea typeface="Roboto"/>
                <a:cs typeface="Roboto"/>
                <a:sym typeface="Roboto"/>
              </a:endParaRPr>
            </a:p>
          </p:txBody>
        </p:sp>
      </p:grpSp>
      <p:grpSp>
        <p:nvGrpSpPr>
          <p:cNvPr id="507" name="Google Shape;507;p57"/>
          <p:cNvGrpSpPr/>
          <p:nvPr/>
        </p:nvGrpSpPr>
        <p:grpSpPr>
          <a:xfrm>
            <a:off x="5716426" y="1276648"/>
            <a:ext cx="1081340" cy="1325247"/>
            <a:chOff x="2432638" y="3630100"/>
            <a:chExt cx="2078700" cy="1212375"/>
          </a:xfrm>
        </p:grpSpPr>
        <p:sp>
          <p:nvSpPr>
            <p:cNvPr id="508" name="Google Shape;508;p57"/>
            <p:cNvSpPr txBox="1"/>
            <p:nvPr/>
          </p:nvSpPr>
          <p:spPr>
            <a:xfrm>
              <a:off x="2432638" y="3630100"/>
              <a:ext cx="2078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lt1"/>
                  </a:solidFill>
                  <a:latin typeface="Roboto"/>
                  <a:ea typeface="Roboto"/>
                  <a:cs typeface="Roboto"/>
                  <a:sym typeface="Roboto"/>
                </a:rPr>
                <a:t>3902</a:t>
              </a:r>
              <a:endParaRPr sz="692">
                <a:solidFill>
                  <a:schemeClr val="lt1"/>
                </a:solidFill>
                <a:latin typeface="Roboto"/>
                <a:ea typeface="Roboto"/>
                <a:cs typeface="Roboto"/>
                <a:sym typeface="Roboto"/>
              </a:endParaRPr>
            </a:p>
          </p:txBody>
        </p:sp>
        <p:sp>
          <p:nvSpPr>
            <p:cNvPr id="509" name="Google Shape;509;p57"/>
            <p:cNvSpPr txBox="1"/>
            <p:nvPr/>
          </p:nvSpPr>
          <p:spPr>
            <a:xfrm>
              <a:off x="2432638" y="3988025"/>
              <a:ext cx="2078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lt1"/>
                  </a:solidFill>
                  <a:latin typeface="Roboto"/>
                  <a:ea typeface="Roboto"/>
                  <a:cs typeface="Roboto"/>
                  <a:sym typeface="Roboto"/>
                </a:rPr>
                <a:t>12919</a:t>
              </a:r>
              <a:endParaRPr sz="692">
                <a:solidFill>
                  <a:schemeClr val="lt1"/>
                </a:solidFill>
                <a:latin typeface="Roboto"/>
                <a:ea typeface="Roboto"/>
                <a:cs typeface="Roboto"/>
                <a:sym typeface="Roboto"/>
              </a:endParaRPr>
            </a:p>
          </p:txBody>
        </p:sp>
        <p:sp>
          <p:nvSpPr>
            <p:cNvPr id="510" name="Google Shape;510;p57"/>
            <p:cNvSpPr txBox="1"/>
            <p:nvPr/>
          </p:nvSpPr>
          <p:spPr>
            <a:xfrm>
              <a:off x="2432638" y="4345950"/>
              <a:ext cx="2078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lt1"/>
                  </a:solidFill>
                  <a:latin typeface="Roboto"/>
                  <a:ea typeface="Roboto"/>
                  <a:cs typeface="Roboto"/>
                  <a:sym typeface="Roboto"/>
                </a:rPr>
                <a:t>11170</a:t>
              </a:r>
              <a:endParaRPr sz="692">
                <a:solidFill>
                  <a:schemeClr val="lt1"/>
                </a:solidFill>
                <a:latin typeface="Roboto"/>
                <a:ea typeface="Roboto"/>
                <a:cs typeface="Roboto"/>
                <a:sym typeface="Roboto"/>
              </a:endParaRPr>
            </a:p>
          </p:txBody>
        </p:sp>
        <p:sp>
          <p:nvSpPr>
            <p:cNvPr id="511" name="Google Shape;511;p57"/>
            <p:cNvSpPr txBox="1"/>
            <p:nvPr/>
          </p:nvSpPr>
          <p:spPr>
            <a:xfrm>
              <a:off x="2432638" y="4703875"/>
              <a:ext cx="2078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lt1"/>
                  </a:solidFill>
                  <a:latin typeface="Roboto"/>
                  <a:ea typeface="Roboto"/>
                  <a:cs typeface="Roboto"/>
                  <a:sym typeface="Roboto"/>
                </a:rPr>
                <a:t>9210</a:t>
              </a:r>
              <a:endParaRPr sz="692">
                <a:solidFill>
                  <a:schemeClr val="lt1"/>
                </a:solidFill>
                <a:latin typeface="Roboto"/>
                <a:ea typeface="Roboto"/>
                <a:cs typeface="Roboto"/>
                <a:sym typeface="Roboto"/>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58"/>
          <p:cNvSpPr txBox="1"/>
          <p:nvPr>
            <p:ph type="title"/>
          </p:nvPr>
        </p:nvSpPr>
        <p:spPr>
          <a:xfrm>
            <a:off x="212450" y="177900"/>
            <a:ext cx="6446700" cy="415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solidFill>
                  <a:schemeClr val="accent2"/>
                </a:solidFill>
              </a:rPr>
              <a:t>Ant Colony Optimization</a:t>
            </a:r>
            <a:r>
              <a:rPr lang="en"/>
              <a:t> Algorithm</a:t>
            </a:r>
            <a:endParaRPr>
              <a:solidFill>
                <a:schemeClr val="accent2"/>
              </a:solidFill>
            </a:endParaRPr>
          </a:p>
        </p:txBody>
      </p:sp>
      <p:sp>
        <p:nvSpPr>
          <p:cNvPr id="517" name="Google Shape;517;p58"/>
          <p:cNvSpPr txBox="1"/>
          <p:nvPr/>
        </p:nvSpPr>
        <p:spPr>
          <a:xfrm>
            <a:off x="212450" y="1010175"/>
            <a:ext cx="4359600" cy="26373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lt1"/>
              </a:buClr>
              <a:buSzPts val="1400"/>
              <a:buFont typeface="Roboto"/>
              <a:buChar char="●"/>
            </a:pPr>
            <a:r>
              <a:rPr lang="en">
                <a:solidFill>
                  <a:schemeClr val="lt1"/>
                </a:solidFill>
                <a:latin typeface="Roboto"/>
                <a:ea typeface="Roboto"/>
                <a:cs typeface="Roboto"/>
                <a:sym typeface="Roboto"/>
              </a:rPr>
              <a:t>A probabilistic technique for solving computational problems that can be reduced to finding good paths through graphs.</a:t>
            </a:r>
            <a:endParaRPr>
              <a:solidFill>
                <a:schemeClr val="lt1"/>
              </a:solidFill>
              <a:latin typeface="Roboto"/>
              <a:ea typeface="Roboto"/>
              <a:cs typeface="Roboto"/>
              <a:sym typeface="Roboto"/>
            </a:endParaRPr>
          </a:p>
          <a:p>
            <a:pPr indent="-317500" lvl="0" marL="457200" rtl="0" algn="l">
              <a:spcBef>
                <a:spcPts val="0"/>
              </a:spcBef>
              <a:spcAft>
                <a:spcPts val="0"/>
              </a:spcAft>
              <a:buClr>
                <a:schemeClr val="lt1"/>
              </a:buClr>
              <a:buSzPts val="1400"/>
              <a:buFont typeface="Roboto"/>
              <a:buChar char="●"/>
            </a:pPr>
            <a:r>
              <a:rPr lang="en">
                <a:solidFill>
                  <a:schemeClr val="lt1"/>
                </a:solidFill>
                <a:latin typeface="Roboto"/>
                <a:ea typeface="Roboto"/>
                <a:cs typeface="Roboto"/>
                <a:sym typeface="Roboto"/>
              </a:rPr>
              <a:t>Inspired by the pheromone-based communication of real ants.</a:t>
            </a:r>
            <a:endParaRPr>
              <a:solidFill>
                <a:schemeClr val="lt1"/>
              </a:solidFill>
              <a:latin typeface="Roboto"/>
              <a:ea typeface="Roboto"/>
              <a:cs typeface="Roboto"/>
              <a:sym typeface="Roboto"/>
            </a:endParaRPr>
          </a:p>
          <a:p>
            <a:pPr indent="-317500" lvl="0" marL="457200" rtl="0" algn="l">
              <a:spcBef>
                <a:spcPts val="0"/>
              </a:spcBef>
              <a:spcAft>
                <a:spcPts val="0"/>
              </a:spcAft>
              <a:buClr>
                <a:schemeClr val="lt1"/>
              </a:buClr>
              <a:buSzPts val="1400"/>
              <a:buFont typeface="Roboto"/>
              <a:buChar char="●"/>
            </a:pPr>
            <a:r>
              <a:rPr lang="en">
                <a:solidFill>
                  <a:schemeClr val="lt1"/>
                </a:solidFill>
                <a:latin typeface="Roboto"/>
                <a:ea typeface="Roboto"/>
                <a:cs typeface="Roboto"/>
                <a:sym typeface="Roboto"/>
              </a:rPr>
              <a:t>Artificial ants are used to represent multi-agent methods.</a:t>
            </a:r>
            <a:endParaRPr>
              <a:solidFill>
                <a:schemeClr val="lt1"/>
              </a:solidFill>
              <a:latin typeface="Roboto"/>
              <a:ea typeface="Roboto"/>
              <a:cs typeface="Roboto"/>
              <a:sym typeface="Roboto"/>
            </a:endParaRPr>
          </a:p>
          <a:p>
            <a:pPr indent="-317500" lvl="0" marL="457200" rtl="0" algn="l">
              <a:spcBef>
                <a:spcPts val="0"/>
              </a:spcBef>
              <a:spcAft>
                <a:spcPts val="0"/>
              </a:spcAft>
              <a:buClr>
                <a:schemeClr val="lt1"/>
              </a:buClr>
              <a:buSzPts val="1400"/>
              <a:buFont typeface="Roboto"/>
              <a:buChar char="●"/>
            </a:pPr>
            <a:r>
              <a:rPr lang="en">
                <a:solidFill>
                  <a:schemeClr val="lt1"/>
                </a:solidFill>
                <a:latin typeface="Roboto"/>
                <a:ea typeface="Roboto"/>
                <a:cs typeface="Roboto"/>
                <a:sym typeface="Roboto"/>
              </a:rPr>
              <a:t>Usually combined with local search algorithms</a:t>
            </a:r>
            <a:endParaRPr>
              <a:solidFill>
                <a:schemeClr val="lt1"/>
              </a:solidFill>
              <a:latin typeface="Roboto"/>
              <a:ea typeface="Roboto"/>
              <a:cs typeface="Roboto"/>
              <a:sym typeface="Roboto"/>
            </a:endParaRPr>
          </a:p>
        </p:txBody>
      </p:sp>
      <p:pic>
        <p:nvPicPr>
          <p:cNvPr id="518" name="Google Shape;518;p58" title="QCLYO8.gif"/>
          <p:cNvPicPr preferRelativeResize="0"/>
          <p:nvPr/>
        </p:nvPicPr>
        <p:blipFill>
          <a:blip r:embed="rId3">
            <a:alphaModFix/>
          </a:blip>
          <a:stretch>
            <a:fillRect/>
          </a:stretch>
        </p:blipFill>
        <p:spPr>
          <a:xfrm>
            <a:off x="5665325" y="1010175"/>
            <a:ext cx="3048000" cy="2286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59"/>
          <p:cNvSpPr/>
          <p:nvPr/>
        </p:nvSpPr>
        <p:spPr>
          <a:xfrm>
            <a:off x="5163850" y="2970250"/>
            <a:ext cx="3330900" cy="2185200"/>
          </a:xfrm>
          <a:prstGeom prst="round2DiagRect">
            <a:avLst>
              <a:gd fmla="val 16667" name="adj1"/>
              <a:gd fmla="val 0" name="adj2"/>
            </a:avLst>
          </a:prstGeom>
          <a:solidFill>
            <a:srgbClr val="FCFDF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24" name="Google Shape;524;p59"/>
          <p:cNvSpPr/>
          <p:nvPr/>
        </p:nvSpPr>
        <p:spPr>
          <a:xfrm>
            <a:off x="446475" y="2970250"/>
            <a:ext cx="3330900" cy="2185200"/>
          </a:xfrm>
          <a:prstGeom prst="round2DiagRect">
            <a:avLst>
              <a:gd fmla="val 16667" name="adj1"/>
              <a:gd fmla="val 0" name="adj2"/>
            </a:avLst>
          </a:prstGeom>
          <a:solidFill>
            <a:srgbClr val="FCFDF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25" name="Google Shape;525;p59"/>
          <p:cNvSpPr txBox="1"/>
          <p:nvPr>
            <p:ph type="title"/>
          </p:nvPr>
        </p:nvSpPr>
        <p:spPr>
          <a:xfrm>
            <a:off x="212450" y="177900"/>
            <a:ext cx="5789400" cy="415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solidFill>
                  <a:schemeClr val="accent2"/>
                </a:solidFill>
              </a:rPr>
              <a:t>ACO</a:t>
            </a:r>
            <a:r>
              <a:rPr lang="en"/>
              <a:t> Data</a:t>
            </a:r>
            <a:endParaRPr>
              <a:solidFill>
                <a:schemeClr val="accent2"/>
              </a:solidFill>
            </a:endParaRPr>
          </a:p>
        </p:txBody>
      </p:sp>
      <p:sp>
        <p:nvSpPr>
          <p:cNvPr id="526" name="Google Shape;526;p59"/>
          <p:cNvSpPr txBox="1"/>
          <p:nvPr>
            <p:ph idx="1" type="body"/>
          </p:nvPr>
        </p:nvSpPr>
        <p:spPr>
          <a:xfrm>
            <a:off x="228600" y="933738"/>
            <a:ext cx="3755700" cy="1792800"/>
          </a:xfrm>
          <a:prstGeom prst="rect">
            <a:avLst/>
          </a:prstGeom>
        </p:spPr>
        <p:txBody>
          <a:bodyPr anchorCtr="0" anchor="t" bIns="0" lIns="0" spcFirstLastPara="1" rIns="0" wrap="square" tIns="0">
            <a:noAutofit/>
          </a:bodyPr>
          <a:lstStyle/>
          <a:p>
            <a:pPr indent="0" lvl="0" marL="0" rtl="0" algn="l">
              <a:spcBef>
                <a:spcPts val="0"/>
              </a:spcBef>
              <a:spcAft>
                <a:spcPts val="800"/>
              </a:spcAft>
              <a:buNone/>
            </a:pPr>
            <a:r>
              <a:rPr lang="en" sz="1100"/>
              <a:t>ACO models routing based on how ants find paths using pheromones. Multiple ants explore different routes between the start and destination, and paths that perform better are reinforced over time with higher pheromone values. As this process continues, stronger paths become more likely to be chosen, allowing a route to gradually emerge. In a GPS context, this means the route is built through repeated exploration and learning rather than being calculated directly in a single step.</a:t>
            </a:r>
            <a:endParaRPr sz="1100"/>
          </a:p>
        </p:txBody>
      </p:sp>
      <p:pic>
        <p:nvPicPr>
          <p:cNvPr id="527" name="Google Shape;527;p59"/>
          <p:cNvPicPr preferRelativeResize="0"/>
          <p:nvPr/>
        </p:nvPicPr>
        <p:blipFill>
          <a:blip r:embed="rId3">
            <a:alphaModFix/>
          </a:blip>
          <a:stretch>
            <a:fillRect/>
          </a:stretch>
        </p:blipFill>
        <p:spPr>
          <a:xfrm>
            <a:off x="665463" y="3066875"/>
            <a:ext cx="2881974" cy="1968500"/>
          </a:xfrm>
          <a:prstGeom prst="rect">
            <a:avLst/>
          </a:prstGeom>
          <a:noFill/>
          <a:ln>
            <a:noFill/>
          </a:ln>
        </p:spPr>
      </p:pic>
      <p:pic>
        <p:nvPicPr>
          <p:cNvPr id="528" name="Google Shape;528;p59"/>
          <p:cNvPicPr preferRelativeResize="0"/>
          <p:nvPr/>
        </p:nvPicPr>
        <p:blipFill>
          <a:blip r:embed="rId4">
            <a:alphaModFix/>
          </a:blip>
          <a:stretch>
            <a:fillRect/>
          </a:stretch>
        </p:blipFill>
        <p:spPr>
          <a:xfrm>
            <a:off x="1793363" y="3066875"/>
            <a:ext cx="1754074" cy="172034"/>
          </a:xfrm>
          <a:prstGeom prst="rect">
            <a:avLst/>
          </a:prstGeom>
          <a:noFill/>
          <a:ln>
            <a:noFill/>
          </a:ln>
        </p:spPr>
      </p:pic>
      <p:pic>
        <p:nvPicPr>
          <p:cNvPr id="529" name="Google Shape;529;p59"/>
          <p:cNvPicPr preferRelativeResize="0"/>
          <p:nvPr/>
        </p:nvPicPr>
        <p:blipFill>
          <a:blip r:embed="rId5">
            <a:alphaModFix/>
          </a:blip>
          <a:stretch>
            <a:fillRect/>
          </a:stretch>
        </p:blipFill>
        <p:spPr>
          <a:xfrm>
            <a:off x="5388332" y="3055839"/>
            <a:ext cx="2881950" cy="1990561"/>
          </a:xfrm>
          <a:prstGeom prst="rect">
            <a:avLst/>
          </a:prstGeom>
          <a:noFill/>
          <a:ln>
            <a:noFill/>
          </a:ln>
        </p:spPr>
      </p:pic>
      <p:pic>
        <p:nvPicPr>
          <p:cNvPr id="530" name="Google Shape;530;p59"/>
          <p:cNvPicPr preferRelativeResize="0"/>
          <p:nvPr/>
        </p:nvPicPr>
        <p:blipFill>
          <a:blip r:embed="rId4">
            <a:alphaModFix/>
          </a:blip>
          <a:stretch>
            <a:fillRect/>
          </a:stretch>
        </p:blipFill>
        <p:spPr>
          <a:xfrm>
            <a:off x="6516213" y="3066875"/>
            <a:ext cx="1754074" cy="172034"/>
          </a:xfrm>
          <a:prstGeom prst="rect">
            <a:avLst/>
          </a:prstGeom>
          <a:noFill/>
          <a:ln>
            <a:noFill/>
          </a:ln>
        </p:spPr>
      </p:pic>
      <p:grpSp>
        <p:nvGrpSpPr>
          <p:cNvPr id="531" name="Google Shape;531;p59"/>
          <p:cNvGrpSpPr/>
          <p:nvPr/>
        </p:nvGrpSpPr>
        <p:grpSpPr>
          <a:xfrm>
            <a:off x="4571987" y="885400"/>
            <a:ext cx="4514621" cy="1792848"/>
            <a:chOff x="232688" y="3272175"/>
            <a:chExt cx="8678625" cy="1640150"/>
          </a:xfrm>
        </p:grpSpPr>
        <p:cxnSp>
          <p:nvCxnSpPr>
            <p:cNvPr id="532" name="Google Shape;532;p59"/>
            <p:cNvCxnSpPr/>
            <p:nvPr/>
          </p:nvCxnSpPr>
          <p:spPr>
            <a:xfrm>
              <a:off x="232763" y="3480625"/>
              <a:ext cx="8678400" cy="0"/>
            </a:xfrm>
            <a:prstGeom prst="straightConnector1">
              <a:avLst/>
            </a:prstGeom>
            <a:noFill/>
            <a:ln cap="flat" cmpd="sng" w="9525">
              <a:solidFill>
                <a:schemeClr val="accent2"/>
              </a:solidFill>
              <a:prstDash val="solid"/>
              <a:round/>
              <a:headEnd len="med" w="med" type="none"/>
              <a:tailEnd len="med" w="med" type="none"/>
            </a:ln>
          </p:spPr>
        </p:cxnSp>
        <p:sp>
          <p:nvSpPr>
            <p:cNvPr id="533" name="Google Shape;533;p59"/>
            <p:cNvSpPr txBox="1"/>
            <p:nvPr/>
          </p:nvSpPr>
          <p:spPr>
            <a:xfrm>
              <a:off x="232763" y="3272175"/>
              <a:ext cx="2078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accent2"/>
                  </a:solidFill>
                  <a:latin typeface="Space Grotesk"/>
                  <a:ea typeface="Space Grotesk"/>
                  <a:cs typeface="Space Grotesk"/>
                  <a:sym typeface="Space Grotesk"/>
                </a:rPr>
                <a:t>Route</a:t>
              </a:r>
              <a:endParaRPr sz="692">
                <a:solidFill>
                  <a:schemeClr val="accent2"/>
                </a:solidFill>
                <a:latin typeface="Space Grotesk"/>
                <a:ea typeface="Space Grotesk"/>
                <a:cs typeface="Space Grotesk"/>
                <a:sym typeface="Space Grotesk"/>
              </a:endParaRPr>
            </a:p>
          </p:txBody>
        </p:sp>
        <p:sp>
          <p:nvSpPr>
            <p:cNvPr id="534" name="Google Shape;534;p59"/>
            <p:cNvSpPr txBox="1"/>
            <p:nvPr/>
          </p:nvSpPr>
          <p:spPr>
            <a:xfrm>
              <a:off x="2432713" y="3272175"/>
              <a:ext cx="2078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accent2"/>
                  </a:solidFill>
                  <a:latin typeface="Space Grotesk"/>
                  <a:ea typeface="Space Grotesk"/>
                  <a:cs typeface="Space Grotesk"/>
                  <a:sym typeface="Space Grotesk"/>
                </a:rPr>
                <a:t>Input Size(n)</a:t>
              </a:r>
              <a:endParaRPr sz="692">
                <a:solidFill>
                  <a:schemeClr val="accent2"/>
                </a:solidFill>
                <a:latin typeface="Space Grotesk"/>
                <a:ea typeface="Space Grotesk"/>
                <a:cs typeface="Space Grotesk"/>
                <a:sym typeface="Space Grotesk"/>
              </a:endParaRPr>
            </a:p>
          </p:txBody>
        </p:sp>
        <p:sp>
          <p:nvSpPr>
            <p:cNvPr id="535" name="Google Shape;535;p59"/>
            <p:cNvSpPr txBox="1"/>
            <p:nvPr/>
          </p:nvSpPr>
          <p:spPr>
            <a:xfrm>
              <a:off x="4632663" y="3272175"/>
              <a:ext cx="2078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accent2"/>
                  </a:solidFill>
                  <a:latin typeface="Space Grotesk"/>
                  <a:ea typeface="Space Grotesk"/>
                  <a:cs typeface="Space Grotesk"/>
                  <a:sym typeface="Space Grotesk"/>
                </a:rPr>
                <a:t>Runtime (seconds)</a:t>
              </a:r>
              <a:endParaRPr sz="692">
                <a:solidFill>
                  <a:schemeClr val="accent2"/>
                </a:solidFill>
                <a:latin typeface="Space Grotesk"/>
                <a:ea typeface="Space Grotesk"/>
                <a:cs typeface="Space Grotesk"/>
                <a:sym typeface="Space Grotesk"/>
              </a:endParaRPr>
            </a:p>
          </p:txBody>
        </p:sp>
        <p:sp>
          <p:nvSpPr>
            <p:cNvPr id="536" name="Google Shape;536;p59"/>
            <p:cNvSpPr txBox="1"/>
            <p:nvPr/>
          </p:nvSpPr>
          <p:spPr>
            <a:xfrm>
              <a:off x="6832613" y="3272175"/>
              <a:ext cx="2078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accent2"/>
                  </a:solidFill>
                  <a:latin typeface="Space Grotesk"/>
                  <a:ea typeface="Space Grotesk"/>
                  <a:cs typeface="Space Grotesk"/>
                  <a:sym typeface="Space Grotesk"/>
                </a:rPr>
                <a:t>Memory Usage (Megabytes)</a:t>
              </a:r>
              <a:endParaRPr sz="692">
                <a:solidFill>
                  <a:schemeClr val="accent2"/>
                </a:solidFill>
                <a:latin typeface="Space Grotesk"/>
                <a:ea typeface="Space Grotesk"/>
                <a:cs typeface="Space Grotesk"/>
                <a:sym typeface="Space Grotesk"/>
              </a:endParaRPr>
            </a:p>
          </p:txBody>
        </p:sp>
        <p:cxnSp>
          <p:nvCxnSpPr>
            <p:cNvPr id="537" name="Google Shape;537;p59"/>
            <p:cNvCxnSpPr/>
            <p:nvPr/>
          </p:nvCxnSpPr>
          <p:spPr>
            <a:xfrm>
              <a:off x="232688" y="3838550"/>
              <a:ext cx="8678400" cy="0"/>
            </a:xfrm>
            <a:prstGeom prst="straightConnector1">
              <a:avLst/>
            </a:prstGeom>
            <a:noFill/>
            <a:ln cap="flat" cmpd="sng" w="9525">
              <a:solidFill>
                <a:schemeClr val="accent2"/>
              </a:solidFill>
              <a:prstDash val="solid"/>
              <a:round/>
              <a:headEnd len="med" w="med" type="none"/>
              <a:tailEnd len="med" w="med" type="none"/>
            </a:ln>
          </p:spPr>
        </p:cxnSp>
        <p:sp>
          <p:nvSpPr>
            <p:cNvPr id="538" name="Google Shape;538;p59"/>
            <p:cNvSpPr txBox="1"/>
            <p:nvPr/>
          </p:nvSpPr>
          <p:spPr>
            <a:xfrm>
              <a:off x="232688" y="3630102"/>
              <a:ext cx="1979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accent2"/>
                  </a:solidFill>
                  <a:latin typeface="Space Grotesk"/>
                  <a:ea typeface="Space Grotesk"/>
                  <a:cs typeface="Space Grotesk"/>
                  <a:sym typeface="Space Grotesk"/>
                </a:rPr>
                <a:t>Asheville, NC</a:t>
              </a:r>
              <a:endParaRPr sz="692">
                <a:solidFill>
                  <a:schemeClr val="accent2"/>
                </a:solidFill>
                <a:latin typeface="Space Grotesk"/>
                <a:ea typeface="Space Grotesk"/>
                <a:cs typeface="Space Grotesk"/>
                <a:sym typeface="Space Grotesk"/>
              </a:endParaRPr>
            </a:p>
          </p:txBody>
        </p:sp>
        <p:sp>
          <p:nvSpPr>
            <p:cNvPr id="539" name="Google Shape;539;p59"/>
            <p:cNvSpPr txBox="1"/>
            <p:nvPr/>
          </p:nvSpPr>
          <p:spPr>
            <a:xfrm>
              <a:off x="4632588" y="3630100"/>
              <a:ext cx="2078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lt1"/>
                  </a:solidFill>
                  <a:latin typeface="Roboto"/>
                  <a:ea typeface="Roboto"/>
                  <a:cs typeface="Roboto"/>
                  <a:sym typeface="Roboto"/>
                </a:rPr>
                <a:t>302.1908</a:t>
              </a:r>
              <a:endParaRPr sz="692">
                <a:solidFill>
                  <a:schemeClr val="lt1"/>
                </a:solidFill>
                <a:latin typeface="Roboto"/>
                <a:ea typeface="Roboto"/>
                <a:cs typeface="Roboto"/>
                <a:sym typeface="Roboto"/>
              </a:endParaRPr>
            </a:p>
          </p:txBody>
        </p:sp>
        <p:sp>
          <p:nvSpPr>
            <p:cNvPr id="540" name="Google Shape;540;p59"/>
            <p:cNvSpPr txBox="1"/>
            <p:nvPr/>
          </p:nvSpPr>
          <p:spPr>
            <a:xfrm>
              <a:off x="6832538" y="3630100"/>
              <a:ext cx="2078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lt1"/>
                  </a:solidFill>
                  <a:latin typeface="Roboto"/>
                  <a:ea typeface="Roboto"/>
                  <a:cs typeface="Roboto"/>
                  <a:sym typeface="Roboto"/>
                </a:rPr>
                <a:t>13.5856</a:t>
              </a:r>
              <a:endParaRPr sz="692">
                <a:solidFill>
                  <a:schemeClr val="lt1"/>
                </a:solidFill>
                <a:latin typeface="Roboto"/>
                <a:ea typeface="Roboto"/>
                <a:cs typeface="Roboto"/>
                <a:sym typeface="Roboto"/>
              </a:endParaRPr>
            </a:p>
          </p:txBody>
        </p:sp>
        <p:cxnSp>
          <p:nvCxnSpPr>
            <p:cNvPr id="541" name="Google Shape;541;p59"/>
            <p:cNvCxnSpPr/>
            <p:nvPr/>
          </p:nvCxnSpPr>
          <p:spPr>
            <a:xfrm>
              <a:off x="232688" y="4196475"/>
              <a:ext cx="8678400" cy="0"/>
            </a:xfrm>
            <a:prstGeom prst="straightConnector1">
              <a:avLst/>
            </a:prstGeom>
            <a:noFill/>
            <a:ln cap="flat" cmpd="sng" w="9525">
              <a:solidFill>
                <a:schemeClr val="accent2"/>
              </a:solidFill>
              <a:prstDash val="solid"/>
              <a:round/>
              <a:headEnd len="med" w="med" type="none"/>
              <a:tailEnd len="med" w="med" type="none"/>
            </a:ln>
          </p:spPr>
        </p:cxnSp>
        <p:sp>
          <p:nvSpPr>
            <p:cNvPr id="542" name="Google Shape;542;p59"/>
            <p:cNvSpPr txBox="1"/>
            <p:nvPr/>
          </p:nvSpPr>
          <p:spPr>
            <a:xfrm>
              <a:off x="232688" y="3988029"/>
              <a:ext cx="1979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accent2"/>
                  </a:solidFill>
                  <a:latin typeface="Space Grotesk"/>
                  <a:ea typeface="Space Grotesk"/>
                  <a:cs typeface="Space Grotesk"/>
                  <a:sym typeface="Space Grotesk"/>
                </a:rPr>
                <a:t>Atlanta, GA</a:t>
              </a:r>
              <a:endParaRPr sz="692">
                <a:solidFill>
                  <a:schemeClr val="accent2"/>
                </a:solidFill>
                <a:latin typeface="Space Grotesk"/>
                <a:ea typeface="Space Grotesk"/>
                <a:cs typeface="Space Grotesk"/>
                <a:sym typeface="Space Grotesk"/>
              </a:endParaRPr>
            </a:p>
          </p:txBody>
        </p:sp>
        <p:sp>
          <p:nvSpPr>
            <p:cNvPr id="543" name="Google Shape;543;p59"/>
            <p:cNvSpPr txBox="1"/>
            <p:nvPr/>
          </p:nvSpPr>
          <p:spPr>
            <a:xfrm>
              <a:off x="4632588" y="3988025"/>
              <a:ext cx="2078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lt1"/>
                  </a:solidFill>
                  <a:latin typeface="Roboto"/>
                  <a:ea typeface="Roboto"/>
                  <a:cs typeface="Roboto"/>
                  <a:sym typeface="Roboto"/>
                </a:rPr>
                <a:t>N/A</a:t>
              </a:r>
              <a:endParaRPr sz="692">
                <a:solidFill>
                  <a:schemeClr val="lt1"/>
                </a:solidFill>
                <a:latin typeface="Roboto"/>
                <a:ea typeface="Roboto"/>
                <a:cs typeface="Roboto"/>
                <a:sym typeface="Roboto"/>
              </a:endParaRPr>
            </a:p>
          </p:txBody>
        </p:sp>
        <p:sp>
          <p:nvSpPr>
            <p:cNvPr id="544" name="Google Shape;544;p59"/>
            <p:cNvSpPr txBox="1"/>
            <p:nvPr/>
          </p:nvSpPr>
          <p:spPr>
            <a:xfrm>
              <a:off x="6832538" y="3988025"/>
              <a:ext cx="2078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lt1"/>
                  </a:solidFill>
                  <a:latin typeface="Roboto"/>
                  <a:ea typeface="Roboto"/>
                  <a:cs typeface="Roboto"/>
                  <a:sym typeface="Roboto"/>
                </a:rPr>
                <a:t>N/A</a:t>
              </a:r>
              <a:endParaRPr sz="692">
                <a:solidFill>
                  <a:schemeClr val="lt1"/>
                </a:solidFill>
                <a:latin typeface="Roboto"/>
                <a:ea typeface="Roboto"/>
                <a:cs typeface="Roboto"/>
                <a:sym typeface="Roboto"/>
              </a:endParaRPr>
            </a:p>
          </p:txBody>
        </p:sp>
        <p:cxnSp>
          <p:nvCxnSpPr>
            <p:cNvPr id="545" name="Google Shape;545;p59"/>
            <p:cNvCxnSpPr/>
            <p:nvPr/>
          </p:nvCxnSpPr>
          <p:spPr>
            <a:xfrm>
              <a:off x="232688" y="4554400"/>
              <a:ext cx="8678400" cy="0"/>
            </a:xfrm>
            <a:prstGeom prst="straightConnector1">
              <a:avLst/>
            </a:prstGeom>
            <a:noFill/>
            <a:ln cap="flat" cmpd="sng" w="9525">
              <a:solidFill>
                <a:schemeClr val="accent2"/>
              </a:solidFill>
              <a:prstDash val="solid"/>
              <a:round/>
              <a:headEnd len="med" w="med" type="none"/>
              <a:tailEnd len="med" w="med" type="none"/>
            </a:ln>
          </p:spPr>
        </p:cxnSp>
        <p:sp>
          <p:nvSpPr>
            <p:cNvPr id="546" name="Google Shape;546;p59"/>
            <p:cNvSpPr txBox="1"/>
            <p:nvPr/>
          </p:nvSpPr>
          <p:spPr>
            <a:xfrm>
              <a:off x="232688" y="4345956"/>
              <a:ext cx="1979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accent2"/>
                  </a:solidFill>
                  <a:latin typeface="Space Grotesk"/>
                  <a:ea typeface="Space Grotesk"/>
                  <a:cs typeface="Space Grotesk"/>
                  <a:sym typeface="Space Grotesk"/>
                </a:rPr>
                <a:t>Birmingham, AL</a:t>
              </a:r>
              <a:endParaRPr sz="692">
                <a:solidFill>
                  <a:schemeClr val="accent2"/>
                </a:solidFill>
                <a:latin typeface="Space Grotesk"/>
                <a:ea typeface="Space Grotesk"/>
                <a:cs typeface="Space Grotesk"/>
                <a:sym typeface="Space Grotesk"/>
              </a:endParaRPr>
            </a:p>
          </p:txBody>
        </p:sp>
        <p:sp>
          <p:nvSpPr>
            <p:cNvPr id="547" name="Google Shape;547;p59"/>
            <p:cNvSpPr txBox="1"/>
            <p:nvPr/>
          </p:nvSpPr>
          <p:spPr>
            <a:xfrm>
              <a:off x="4632588" y="4345950"/>
              <a:ext cx="2078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lt1"/>
                  </a:solidFill>
                  <a:latin typeface="Roboto"/>
                  <a:ea typeface="Roboto"/>
                  <a:cs typeface="Roboto"/>
                  <a:sym typeface="Roboto"/>
                </a:rPr>
                <a:t>N/A</a:t>
              </a:r>
              <a:endParaRPr sz="692">
                <a:solidFill>
                  <a:schemeClr val="lt1"/>
                </a:solidFill>
                <a:latin typeface="Roboto"/>
                <a:ea typeface="Roboto"/>
                <a:cs typeface="Roboto"/>
                <a:sym typeface="Roboto"/>
              </a:endParaRPr>
            </a:p>
          </p:txBody>
        </p:sp>
        <p:sp>
          <p:nvSpPr>
            <p:cNvPr id="548" name="Google Shape;548;p59"/>
            <p:cNvSpPr txBox="1"/>
            <p:nvPr/>
          </p:nvSpPr>
          <p:spPr>
            <a:xfrm>
              <a:off x="6832538" y="4345950"/>
              <a:ext cx="2078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lt1"/>
                  </a:solidFill>
                  <a:latin typeface="Roboto"/>
                  <a:ea typeface="Roboto"/>
                  <a:cs typeface="Roboto"/>
                  <a:sym typeface="Roboto"/>
                </a:rPr>
                <a:t>N/A</a:t>
              </a:r>
              <a:endParaRPr sz="692">
                <a:solidFill>
                  <a:schemeClr val="lt1"/>
                </a:solidFill>
                <a:latin typeface="Roboto"/>
                <a:ea typeface="Roboto"/>
                <a:cs typeface="Roboto"/>
                <a:sym typeface="Roboto"/>
              </a:endParaRPr>
            </a:p>
          </p:txBody>
        </p:sp>
        <p:cxnSp>
          <p:nvCxnSpPr>
            <p:cNvPr id="549" name="Google Shape;549;p59"/>
            <p:cNvCxnSpPr/>
            <p:nvPr/>
          </p:nvCxnSpPr>
          <p:spPr>
            <a:xfrm>
              <a:off x="232688" y="4912325"/>
              <a:ext cx="8678400" cy="0"/>
            </a:xfrm>
            <a:prstGeom prst="straightConnector1">
              <a:avLst/>
            </a:prstGeom>
            <a:noFill/>
            <a:ln cap="flat" cmpd="sng" w="9525">
              <a:solidFill>
                <a:schemeClr val="accent2"/>
              </a:solidFill>
              <a:prstDash val="solid"/>
              <a:round/>
              <a:headEnd len="med" w="med" type="none"/>
              <a:tailEnd len="med" w="med" type="none"/>
            </a:ln>
          </p:spPr>
        </p:cxnSp>
        <p:sp>
          <p:nvSpPr>
            <p:cNvPr id="550" name="Google Shape;550;p59"/>
            <p:cNvSpPr txBox="1"/>
            <p:nvPr/>
          </p:nvSpPr>
          <p:spPr>
            <a:xfrm>
              <a:off x="232688" y="4703883"/>
              <a:ext cx="1979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accent2"/>
                  </a:solidFill>
                  <a:latin typeface="Space Grotesk"/>
                  <a:ea typeface="Space Grotesk"/>
                  <a:cs typeface="Space Grotesk"/>
                  <a:sym typeface="Space Grotesk"/>
                </a:rPr>
                <a:t>Johnson City, TN</a:t>
              </a:r>
              <a:endParaRPr sz="692">
                <a:solidFill>
                  <a:schemeClr val="accent2"/>
                </a:solidFill>
                <a:latin typeface="Space Grotesk"/>
                <a:ea typeface="Space Grotesk"/>
                <a:cs typeface="Space Grotesk"/>
                <a:sym typeface="Space Grotesk"/>
              </a:endParaRPr>
            </a:p>
          </p:txBody>
        </p:sp>
        <p:sp>
          <p:nvSpPr>
            <p:cNvPr id="551" name="Google Shape;551;p59"/>
            <p:cNvSpPr txBox="1"/>
            <p:nvPr/>
          </p:nvSpPr>
          <p:spPr>
            <a:xfrm>
              <a:off x="4632588" y="4703875"/>
              <a:ext cx="2078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lt1"/>
                  </a:solidFill>
                  <a:latin typeface="Roboto"/>
                  <a:ea typeface="Roboto"/>
                  <a:cs typeface="Roboto"/>
                  <a:sym typeface="Roboto"/>
                </a:rPr>
                <a:t>231.6754</a:t>
              </a:r>
              <a:endParaRPr sz="692">
                <a:solidFill>
                  <a:schemeClr val="lt1"/>
                </a:solidFill>
                <a:latin typeface="Roboto"/>
                <a:ea typeface="Roboto"/>
                <a:cs typeface="Roboto"/>
                <a:sym typeface="Roboto"/>
              </a:endParaRPr>
            </a:p>
          </p:txBody>
        </p:sp>
        <p:sp>
          <p:nvSpPr>
            <p:cNvPr id="552" name="Google Shape;552;p59"/>
            <p:cNvSpPr txBox="1"/>
            <p:nvPr/>
          </p:nvSpPr>
          <p:spPr>
            <a:xfrm>
              <a:off x="6832538" y="4703875"/>
              <a:ext cx="2078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lt1"/>
                  </a:solidFill>
                  <a:latin typeface="Roboto"/>
                  <a:ea typeface="Roboto"/>
                  <a:cs typeface="Roboto"/>
                  <a:sym typeface="Roboto"/>
                </a:rPr>
                <a:t>13.6710</a:t>
              </a:r>
              <a:endParaRPr sz="692">
                <a:solidFill>
                  <a:schemeClr val="lt1"/>
                </a:solidFill>
                <a:latin typeface="Roboto"/>
                <a:ea typeface="Roboto"/>
                <a:cs typeface="Roboto"/>
                <a:sym typeface="Roboto"/>
              </a:endParaRPr>
            </a:p>
          </p:txBody>
        </p:sp>
      </p:grpSp>
      <p:grpSp>
        <p:nvGrpSpPr>
          <p:cNvPr id="553" name="Google Shape;553;p59"/>
          <p:cNvGrpSpPr/>
          <p:nvPr/>
        </p:nvGrpSpPr>
        <p:grpSpPr>
          <a:xfrm>
            <a:off x="5716401" y="1276648"/>
            <a:ext cx="1081340" cy="1325247"/>
            <a:chOff x="2432638" y="3630100"/>
            <a:chExt cx="2078700" cy="1212375"/>
          </a:xfrm>
        </p:grpSpPr>
        <p:sp>
          <p:nvSpPr>
            <p:cNvPr id="554" name="Google Shape;554;p59"/>
            <p:cNvSpPr txBox="1"/>
            <p:nvPr/>
          </p:nvSpPr>
          <p:spPr>
            <a:xfrm>
              <a:off x="2432638" y="3630100"/>
              <a:ext cx="2078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lt1"/>
                  </a:solidFill>
                  <a:latin typeface="Roboto"/>
                  <a:ea typeface="Roboto"/>
                  <a:cs typeface="Roboto"/>
                  <a:sym typeface="Roboto"/>
                </a:rPr>
                <a:t>3902</a:t>
              </a:r>
              <a:endParaRPr sz="692">
                <a:solidFill>
                  <a:schemeClr val="lt1"/>
                </a:solidFill>
                <a:latin typeface="Roboto"/>
                <a:ea typeface="Roboto"/>
                <a:cs typeface="Roboto"/>
                <a:sym typeface="Roboto"/>
              </a:endParaRPr>
            </a:p>
          </p:txBody>
        </p:sp>
        <p:sp>
          <p:nvSpPr>
            <p:cNvPr id="555" name="Google Shape;555;p59"/>
            <p:cNvSpPr txBox="1"/>
            <p:nvPr/>
          </p:nvSpPr>
          <p:spPr>
            <a:xfrm>
              <a:off x="2432638" y="3988025"/>
              <a:ext cx="2078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lt1"/>
                  </a:solidFill>
                  <a:latin typeface="Roboto"/>
                  <a:ea typeface="Roboto"/>
                  <a:cs typeface="Roboto"/>
                  <a:sym typeface="Roboto"/>
                </a:rPr>
                <a:t>12919</a:t>
              </a:r>
              <a:endParaRPr sz="692">
                <a:solidFill>
                  <a:schemeClr val="lt1"/>
                </a:solidFill>
                <a:latin typeface="Roboto"/>
                <a:ea typeface="Roboto"/>
                <a:cs typeface="Roboto"/>
                <a:sym typeface="Roboto"/>
              </a:endParaRPr>
            </a:p>
          </p:txBody>
        </p:sp>
        <p:sp>
          <p:nvSpPr>
            <p:cNvPr id="556" name="Google Shape;556;p59"/>
            <p:cNvSpPr txBox="1"/>
            <p:nvPr/>
          </p:nvSpPr>
          <p:spPr>
            <a:xfrm>
              <a:off x="2432638" y="4345950"/>
              <a:ext cx="2078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lt1"/>
                  </a:solidFill>
                  <a:latin typeface="Roboto"/>
                  <a:ea typeface="Roboto"/>
                  <a:cs typeface="Roboto"/>
                  <a:sym typeface="Roboto"/>
                </a:rPr>
                <a:t>11170</a:t>
              </a:r>
              <a:endParaRPr sz="692">
                <a:solidFill>
                  <a:schemeClr val="lt1"/>
                </a:solidFill>
                <a:latin typeface="Roboto"/>
                <a:ea typeface="Roboto"/>
                <a:cs typeface="Roboto"/>
                <a:sym typeface="Roboto"/>
              </a:endParaRPr>
            </a:p>
          </p:txBody>
        </p:sp>
        <p:sp>
          <p:nvSpPr>
            <p:cNvPr id="557" name="Google Shape;557;p59"/>
            <p:cNvSpPr txBox="1"/>
            <p:nvPr/>
          </p:nvSpPr>
          <p:spPr>
            <a:xfrm>
              <a:off x="2432638" y="4703875"/>
              <a:ext cx="2078700" cy="1386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692">
                  <a:solidFill>
                    <a:schemeClr val="lt1"/>
                  </a:solidFill>
                  <a:latin typeface="Roboto"/>
                  <a:ea typeface="Roboto"/>
                  <a:cs typeface="Roboto"/>
                  <a:sym typeface="Roboto"/>
                </a:rPr>
                <a:t>9210</a:t>
              </a:r>
              <a:endParaRPr sz="692">
                <a:solidFill>
                  <a:schemeClr val="lt1"/>
                </a:solidFill>
                <a:latin typeface="Roboto"/>
                <a:ea typeface="Roboto"/>
                <a:cs typeface="Roboto"/>
                <a:sym typeface="Roboto"/>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60"/>
          <p:cNvSpPr/>
          <p:nvPr/>
        </p:nvSpPr>
        <p:spPr>
          <a:xfrm rot="10800000">
            <a:off x="4274400" y="3595500"/>
            <a:ext cx="595200" cy="1548000"/>
          </a:xfrm>
          <a:prstGeom prst="round1Rect">
            <a:avLst>
              <a:gd fmla="val 16667" name="adj"/>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63" name="Google Shape;563;p60"/>
          <p:cNvSpPr/>
          <p:nvPr/>
        </p:nvSpPr>
        <p:spPr>
          <a:xfrm rot="10800000">
            <a:off x="1794925" y="2276875"/>
            <a:ext cx="595200" cy="1548000"/>
          </a:xfrm>
          <a:prstGeom prst="round1Rect">
            <a:avLst>
              <a:gd fmla="val 16667" name="adj"/>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64" name="Google Shape;564;p60"/>
          <p:cNvSpPr/>
          <p:nvPr/>
        </p:nvSpPr>
        <p:spPr>
          <a:xfrm>
            <a:off x="6560400" y="2336400"/>
            <a:ext cx="595200" cy="1592700"/>
          </a:xfrm>
          <a:prstGeom prst="round1Rect">
            <a:avLst>
              <a:gd fmla="val 16667" name="adj"/>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65" name="Google Shape;565;p60"/>
          <p:cNvSpPr/>
          <p:nvPr/>
        </p:nvSpPr>
        <p:spPr>
          <a:xfrm>
            <a:off x="4274400" y="1010375"/>
            <a:ext cx="595200" cy="1400700"/>
          </a:xfrm>
          <a:prstGeom prst="round1Rect">
            <a:avLst>
              <a:gd fmla="val 16667" name="adj"/>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66" name="Google Shape;566;p60"/>
          <p:cNvSpPr txBox="1"/>
          <p:nvPr>
            <p:ph type="title"/>
          </p:nvPr>
        </p:nvSpPr>
        <p:spPr>
          <a:xfrm>
            <a:off x="212450" y="177900"/>
            <a:ext cx="5789400" cy="415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Algorithm Comparison</a:t>
            </a:r>
            <a:endParaRPr/>
          </a:p>
        </p:txBody>
      </p:sp>
      <p:pic>
        <p:nvPicPr>
          <p:cNvPr id="567" name="Google Shape;567;p60" title="graph_001_Kansas_1000n.png"/>
          <p:cNvPicPr preferRelativeResize="0"/>
          <p:nvPr/>
        </p:nvPicPr>
        <p:blipFill>
          <a:blip r:embed="rId3">
            <a:alphaModFix/>
          </a:blip>
          <a:stretch>
            <a:fillRect/>
          </a:stretch>
        </p:blipFill>
        <p:spPr>
          <a:xfrm>
            <a:off x="0" y="1010348"/>
            <a:ext cx="4610760" cy="1326050"/>
          </a:xfrm>
          <a:prstGeom prst="rect">
            <a:avLst/>
          </a:prstGeom>
          <a:noFill/>
          <a:ln>
            <a:noFill/>
          </a:ln>
        </p:spPr>
      </p:pic>
      <p:pic>
        <p:nvPicPr>
          <p:cNvPr id="568" name="Google Shape;568;p60" title="graph_002_Kansas_8439n.png"/>
          <p:cNvPicPr preferRelativeResize="0"/>
          <p:nvPr/>
        </p:nvPicPr>
        <p:blipFill>
          <a:blip r:embed="rId4">
            <a:alphaModFix/>
          </a:blip>
          <a:stretch>
            <a:fillRect/>
          </a:stretch>
        </p:blipFill>
        <p:spPr>
          <a:xfrm>
            <a:off x="2113998" y="2336400"/>
            <a:ext cx="4916014" cy="1481050"/>
          </a:xfrm>
          <a:prstGeom prst="rect">
            <a:avLst/>
          </a:prstGeom>
          <a:noFill/>
          <a:ln>
            <a:noFill/>
          </a:ln>
        </p:spPr>
      </p:pic>
      <p:pic>
        <p:nvPicPr>
          <p:cNvPr id="569" name="Google Shape;569;p60" title="graph_003_Kansas_15787n.png"/>
          <p:cNvPicPr preferRelativeResize="0"/>
          <p:nvPr/>
        </p:nvPicPr>
        <p:blipFill>
          <a:blip r:embed="rId5">
            <a:alphaModFix/>
          </a:blip>
          <a:stretch>
            <a:fillRect/>
          </a:stretch>
        </p:blipFill>
        <p:spPr>
          <a:xfrm>
            <a:off x="4572000" y="3817446"/>
            <a:ext cx="4572001" cy="13260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61"/>
          <p:cNvSpPr/>
          <p:nvPr/>
        </p:nvSpPr>
        <p:spPr>
          <a:xfrm>
            <a:off x="104150" y="2959175"/>
            <a:ext cx="8959500" cy="2185200"/>
          </a:xfrm>
          <a:prstGeom prst="round2DiagRect">
            <a:avLst>
              <a:gd fmla="val 16667" name="adj1"/>
              <a:gd fmla="val 0" name="adj2"/>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75" name="Google Shape;575;p61"/>
          <p:cNvSpPr txBox="1"/>
          <p:nvPr>
            <p:ph type="title"/>
          </p:nvPr>
        </p:nvSpPr>
        <p:spPr>
          <a:xfrm>
            <a:off x="212450" y="177900"/>
            <a:ext cx="5789400" cy="415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Algorithm Runtime Scalability</a:t>
            </a:r>
            <a:endParaRPr/>
          </a:p>
        </p:txBody>
      </p:sp>
      <p:pic>
        <p:nvPicPr>
          <p:cNvPr id="576" name="Google Shape;576;p61"/>
          <p:cNvPicPr preferRelativeResize="0"/>
          <p:nvPr/>
        </p:nvPicPr>
        <p:blipFill>
          <a:blip r:embed="rId3">
            <a:alphaModFix/>
          </a:blip>
          <a:stretch>
            <a:fillRect/>
          </a:stretch>
        </p:blipFill>
        <p:spPr>
          <a:xfrm>
            <a:off x="189125" y="3226825"/>
            <a:ext cx="8765752" cy="1797675"/>
          </a:xfrm>
          <a:prstGeom prst="rect">
            <a:avLst/>
          </a:prstGeom>
          <a:noFill/>
          <a:ln>
            <a:noFill/>
          </a:ln>
        </p:spPr>
      </p:pic>
      <p:sp>
        <p:nvSpPr>
          <p:cNvPr id="577" name="Google Shape;577;p61"/>
          <p:cNvSpPr txBox="1"/>
          <p:nvPr/>
        </p:nvSpPr>
        <p:spPr>
          <a:xfrm>
            <a:off x="331300" y="869675"/>
            <a:ext cx="7992600" cy="20895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lt1"/>
              </a:buClr>
              <a:buSzPts val="1400"/>
              <a:buFont typeface="Roboto"/>
              <a:buChar char="●"/>
            </a:pPr>
            <a:r>
              <a:rPr lang="en">
                <a:solidFill>
                  <a:schemeClr val="lt1"/>
                </a:solidFill>
                <a:latin typeface="Roboto"/>
                <a:ea typeface="Roboto"/>
                <a:cs typeface="Roboto"/>
                <a:sym typeface="Roboto"/>
              </a:rPr>
              <a:t>ACO and Bellman-Ford do not scale well at all.</a:t>
            </a:r>
            <a:endParaRPr>
              <a:solidFill>
                <a:schemeClr val="lt1"/>
              </a:solidFill>
              <a:latin typeface="Roboto"/>
              <a:ea typeface="Roboto"/>
              <a:cs typeface="Roboto"/>
              <a:sym typeface="Roboto"/>
            </a:endParaRPr>
          </a:p>
          <a:p>
            <a:pPr indent="-317500" lvl="0" marL="457200" rtl="0" algn="l">
              <a:spcBef>
                <a:spcPts val="0"/>
              </a:spcBef>
              <a:spcAft>
                <a:spcPts val="0"/>
              </a:spcAft>
              <a:buClr>
                <a:schemeClr val="lt1"/>
              </a:buClr>
              <a:buSzPts val="1400"/>
              <a:buFont typeface="Roboto"/>
              <a:buChar char="●"/>
            </a:pPr>
            <a:r>
              <a:rPr lang="en">
                <a:solidFill>
                  <a:schemeClr val="lt1"/>
                </a:solidFill>
                <a:latin typeface="Roboto"/>
                <a:ea typeface="Roboto"/>
                <a:cs typeface="Roboto"/>
                <a:sym typeface="Roboto"/>
              </a:rPr>
              <a:t>A* and Dijkstra both scale well as graph size increases but if you are looking to have the most optimal runtime A* would work best.</a:t>
            </a:r>
            <a:endParaRPr>
              <a:solidFill>
                <a:schemeClr val="lt1"/>
              </a:solidFill>
              <a:latin typeface="Roboto"/>
              <a:ea typeface="Roboto"/>
              <a:cs typeface="Roboto"/>
              <a:sym typeface="Roboto"/>
            </a:endParaRPr>
          </a:p>
          <a:p>
            <a:pPr indent="-317500" lvl="0" marL="457200" rtl="0" algn="l">
              <a:spcBef>
                <a:spcPts val="0"/>
              </a:spcBef>
              <a:spcAft>
                <a:spcPts val="0"/>
              </a:spcAft>
              <a:buClr>
                <a:schemeClr val="lt1"/>
              </a:buClr>
              <a:buSzPts val="1400"/>
              <a:buFont typeface="Roboto"/>
              <a:buChar char="●"/>
            </a:pPr>
            <a:r>
              <a:rPr lang="en">
                <a:solidFill>
                  <a:schemeClr val="lt1"/>
                </a:solidFill>
                <a:latin typeface="Roboto"/>
                <a:ea typeface="Roboto"/>
                <a:cs typeface="Roboto"/>
                <a:sym typeface="Roboto"/>
              </a:rPr>
              <a:t>If you are looking to have the most optimal path regardless of runtime, D</a:t>
            </a:r>
            <a:r>
              <a:rPr lang="en">
                <a:solidFill>
                  <a:schemeClr val="lt1"/>
                </a:solidFill>
                <a:latin typeface="Roboto"/>
                <a:ea typeface="Roboto"/>
                <a:cs typeface="Roboto"/>
                <a:sym typeface="Roboto"/>
              </a:rPr>
              <a:t>ijkstra's</a:t>
            </a:r>
            <a:r>
              <a:rPr lang="en">
                <a:solidFill>
                  <a:schemeClr val="lt1"/>
                </a:solidFill>
                <a:latin typeface="Roboto"/>
                <a:ea typeface="Roboto"/>
                <a:cs typeface="Roboto"/>
                <a:sym typeface="Roboto"/>
              </a:rPr>
              <a:t> the optimal algorithm.</a:t>
            </a:r>
            <a:endParaRPr>
              <a:solidFill>
                <a:schemeClr val="lt1"/>
              </a:solidFill>
              <a:latin typeface="Roboto"/>
              <a:ea typeface="Roboto"/>
              <a:cs typeface="Roboto"/>
              <a:sym typeface="Roboto"/>
            </a:endParaRPr>
          </a:p>
        </p:txBody>
      </p:sp>
      <p:pic>
        <p:nvPicPr>
          <p:cNvPr id="578" name="Google Shape;578;p61"/>
          <p:cNvPicPr preferRelativeResize="0"/>
          <p:nvPr/>
        </p:nvPicPr>
        <p:blipFill>
          <a:blip r:embed="rId4">
            <a:alphaModFix/>
          </a:blip>
          <a:stretch>
            <a:fillRect/>
          </a:stretch>
        </p:blipFill>
        <p:spPr>
          <a:xfrm>
            <a:off x="1501650" y="3235443"/>
            <a:ext cx="2717850" cy="2156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62"/>
          <p:cNvSpPr/>
          <p:nvPr/>
        </p:nvSpPr>
        <p:spPr>
          <a:xfrm>
            <a:off x="4914700" y="2078100"/>
            <a:ext cx="5789400" cy="3065400"/>
          </a:xfrm>
          <a:prstGeom prst="round2DiagRect">
            <a:avLst>
              <a:gd fmla="val 16667" name="adj1"/>
              <a:gd fmla="val 0" name="adj2"/>
            </a:avLst>
          </a:prstGeom>
          <a:solidFill>
            <a:srgbClr val="FCFDF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84" name="Google Shape;584;p62"/>
          <p:cNvSpPr txBox="1"/>
          <p:nvPr>
            <p:ph type="title"/>
          </p:nvPr>
        </p:nvSpPr>
        <p:spPr>
          <a:xfrm>
            <a:off x="212450" y="177900"/>
            <a:ext cx="5789400" cy="415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Algorithm Memory Scalability</a:t>
            </a:r>
            <a:endParaRPr/>
          </a:p>
        </p:txBody>
      </p:sp>
      <p:pic>
        <p:nvPicPr>
          <p:cNvPr id="585" name="Google Shape;585;p62"/>
          <p:cNvPicPr preferRelativeResize="0"/>
          <p:nvPr/>
        </p:nvPicPr>
        <p:blipFill>
          <a:blip r:embed="rId3">
            <a:alphaModFix/>
          </a:blip>
          <a:stretch>
            <a:fillRect/>
          </a:stretch>
        </p:blipFill>
        <p:spPr>
          <a:xfrm>
            <a:off x="5084675" y="2261875"/>
            <a:ext cx="4029575" cy="2811775"/>
          </a:xfrm>
          <a:prstGeom prst="rect">
            <a:avLst/>
          </a:prstGeom>
          <a:noFill/>
          <a:ln>
            <a:noFill/>
          </a:ln>
        </p:spPr>
      </p:pic>
      <p:pic>
        <p:nvPicPr>
          <p:cNvPr id="586" name="Google Shape;586;p62"/>
          <p:cNvPicPr preferRelativeResize="0"/>
          <p:nvPr/>
        </p:nvPicPr>
        <p:blipFill>
          <a:blip r:embed="rId4">
            <a:alphaModFix/>
          </a:blip>
          <a:stretch>
            <a:fillRect/>
          </a:stretch>
        </p:blipFill>
        <p:spPr>
          <a:xfrm>
            <a:off x="6757450" y="2261875"/>
            <a:ext cx="2356800" cy="187046"/>
          </a:xfrm>
          <a:prstGeom prst="rect">
            <a:avLst/>
          </a:prstGeom>
          <a:noFill/>
          <a:ln>
            <a:noFill/>
          </a:ln>
        </p:spPr>
      </p:pic>
      <p:sp>
        <p:nvSpPr>
          <p:cNvPr id="587" name="Google Shape;587;p62"/>
          <p:cNvSpPr txBox="1"/>
          <p:nvPr/>
        </p:nvSpPr>
        <p:spPr>
          <a:xfrm>
            <a:off x="331300" y="869675"/>
            <a:ext cx="4334700" cy="24297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lt1"/>
              </a:buClr>
              <a:buSzPts val="1400"/>
              <a:buFont typeface="Roboto"/>
              <a:buChar char="●"/>
            </a:pPr>
            <a:r>
              <a:rPr lang="en">
                <a:solidFill>
                  <a:schemeClr val="lt1"/>
                </a:solidFill>
                <a:latin typeface="Roboto"/>
                <a:ea typeface="Roboto"/>
                <a:cs typeface="Roboto"/>
                <a:sym typeface="Roboto"/>
              </a:rPr>
              <a:t>ACO and Bellman-Ford do not scale well at all.</a:t>
            </a:r>
            <a:endParaRPr>
              <a:solidFill>
                <a:schemeClr val="lt1"/>
              </a:solidFill>
              <a:latin typeface="Roboto"/>
              <a:ea typeface="Roboto"/>
              <a:cs typeface="Roboto"/>
              <a:sym typeface="Roboto"/>
            </a:endParaRPr>
          </a:p>
          <a:p>
            <a:pPr indent="-317500" lvl="0" marL="457200" rtl="0" algn="l">
              <a:spcBef>
                <a:spcPts val="0"/>
              </a:spcBef>
              <a:spcAft>
                <a:spcPts val="0"/>
              </a:spcAft>
              <a:buClr>
                <a:schemeClr val="lt1"/>
              </a:buClr>
              <a:buSzPts val="1400"/>
              <a:buFont typeface="Roboto"/>
              <a:buChar char="●"/>
            </a:pPr>
            <a:r>
              <a:rPr lang="en">
                <a:solidFill>
                  <a:schemeClr val="lt1"/>
                </a:solidFill>
                <a:latin typeface="Roboto"/>
                <a:ea typeface="Roboto"/>
                <a:cs typeface="Roboto"/>
                <a:sym typeface="Roboto"/>
              </a:rPr>
              <a:t>A* and Dijkstra both scale well as node size increases but overtime Dijkstra is shown to not be as </a:t>
            </a:r>
            <a:r>
              <a:rPr lang="en">
                <a:solidFill>
                  <a:schemeClr val="lt1"/>
                </a:solidFill>
                <a:latin typeface="Roboto"/>
                <a:ea typeface="Roboto"/>
                <a:cs typeface="Roboto"/>
                <a:sym typeface="Roboto"/>
              </a:rPr>
              <a:t>memory efficient as A*.</a:t>
            </a:r>
            <a:endParaRPr>
              <a:solidFill>
                <a:schemeClr val="lt1"/>
              </a:solidFill>
              <a:latin typeface="Roboto"/>
              <a:ea typeface="Roboto"/>
              <a:cs typeface="Roboto"/>
              <a:sym typeface="Roboto"/>
            </a:endParaRPr>
          </a:p>
          <a:p>
            <a:pPr indent="0" lvl="0" marL="0" rtl="0" algn="l">
              <a:spcBef>
                <a:spcPts val="0"/>
              </a:spcBef>
              <a:spcAft>
                <a:spcPts val="0"/>
              </a:spcAft>
              <a:buNone/>
            </a:pPr>
            <a:r>
              <a:t/>
            </a:r>
            <a:endParaRPr>
              <a:solidFill>
                <a:schemeClr val="lt1"/>
              </a:solidFill>
              <a:latin typeface="Roboto"/>
              <a:ea typeface="Roboto"/>
              <a:cs typeface="Roboto"/>
              <a:sym typeface="Roboto"/>
            </a:endParaRPr>
          </a:p>
          <a:p>
            <a:pPr indent="-317500" lvl="0" marL="457200" rtl="0" algn="l">
              <a:spcBef>
                <a:spcPts val="0"/>
              </a:spcBef>
              <a:spcAft>
                <a:spcPts val="0"/>
              </a:spcAft>
              <a:buClr>
                <a:schemeClr val="lt1"/>
              </a:buClr>
              <a:buSzPts val="1400"/>
              <a:buFont typeface="Roboto"/>
              <a:buChar char="●"/>
            </a:pPr>
            <a:r>
              <a:rPr lang="en">
                <a:solidFill>
                  <a:schemeClr val="lt1"/>
                </a:solidFill>
                <a:latin typeface="Roboto"/>
                <a:ea typeface="Roboto"/>
                <a:cs typeface="Roboto"/>
                <a:sym typeface="Roboto"/>
              </a:rPr>
              <a:t>When optimizing shortest pathfinding memory usage A* would be ideal. Otherwise Dijkstra’s would be ideal for its guaranteed shortest path.</a:t>
            </a:r>
            <a:endParaRPr>
              <a:solidFill>
                <a:schemeClr val="lt1"/>
              </a:solidFill>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63"/>
          <p:cNvSpPr/>
          <p:nvPr/>
        </p:nvSpPr>
        <p:spPr>
          <a:xfrm>
            <a:off x="3155150" y="1994300"/>
            <a:ext cx="6221100" cy="3318900"/>
          </a:xfrm>
          <a:prstGeom prst="round2DiagRect">
            <a:avLst>
              <a:gd fmla="val 16667" name="adj1"/>
              <a:gd fmla="val 0" name="adj2"/>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93" name="Google Shape;593;p63"/>
          <p:cNvSpPr txBox="1"/>
          <p:nvPr>
            <p:ph type="title"/>
          </p:nvPr>
        </p:nvSpPr>
        <p:spPr>
          <a:xfrm>
            <a:off x="212450" y="177900"/>
            <a:ext cx="5789400" cy="415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Optimizing Pathfinding</a:t>
            </a:r>
            <a:endParaRPr/>
          </a:p>
        </p:txBody>
      </p:sp>
      <p:pic>
        <p:nvPicPr>
          <p:cNvPr id="594" name="Google Shape;594;p63"/>
          <p:cNvPicPr preferRelativeResize="0"/>
          <p:nvPr/>
        </p:nvPicPr>
        <p:blipFill>
          <a:blip r:embed="rId3">
            <a:alphaModFix/>
          </a:blip>
          <a:stretch>
            <a:fillRect/>
          </a:stretch>
        </p:blipFill>
        <p:spPr>
          <a:xfrm>
            <a:off x="3354600" y="2845264"/>
            <a:ext cx="5789399" cy="2298235"/>
          </a:xfrm>
          <a:prstGeom prst="rect">
            <a:avLst/>
          </a:prstGeom>
          <a:noFill/>
          <a:ln>
            <a:noFill/>
          </a:ln>
        </p:spPr>
      </p:pic>
      <p:sp>
        <p:nvSpPr>
          <p:cNvPr id="595" name="Google Shape;595;p63"/>
          <p:cNvSpPr txBox="1"/>
          <p:nvPr/>
        </p:nvSpPr>
        <p:spPr>
          <a:xfrm>
            <a:off x="386950" y="952500"/>
            <a:ext cx="8498100" cy="12849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lt1"/>
              </a:buClr>
              <a:buSzPts val="1400"/>
              <a:buFont typeface="Roboto"/>
              <a:buChar char="●"/>
            </a:pPr>
            <a:r>
              <a:rPr lang="en">
                <a:solidFill>
                  <a:schemeClr val="lt1"/>
                </a:solidFill>
                <a:latin typeface="Roboto"/>
                <a:ea typeface="Roboto"/>
                <a:cs typeface="Roboto"/>
                <a:sym typeface="Roboto"/>
              </a:rPr>
              <a:t>When only looking for the most optimal path Dijkstra’s Algorithm will always be best.</a:t>
            </a:r>
            <a:endParaRPr>
              <a:solidFill>
                <a:schemeClr val="lt1"/>
              </a:solidFill>
              <a:latin typeface="Roboto"/>
              <a:ea typeface="Roboto"/>
              <a:cs typeface="Roboto"/>
              <a:sym typeface="Roboto"/>
            </a:endParaRPr>
          </a:p>
          <a:p>
            <a:pPr indent="-317500" lvl="0" marL="457200" rtl="0" algn="l">
              <a:spcBef>
                <a:spcPts val="0"/>
              </a:spcBef>
              <a:spcAft>
                <a:spcPts val="0"/>
              </a:spcAft>
              <a:buClr>
                <a:schemeClr val="lt1"/>
              </a:buClr>
              <a:buSzPts val="1400"/>
              <a:buFont typeface="Roboto"/>
              <a:buChar char="●"/>
            </a:pPr>
            <a:r>
              <a:rPr lang="en">
                <a:solidFill>
                  <a:schemeClr val="lt1"/>
                </a:solidFill>
                <a:latin typeface="Roboto"/>
                <a:ea typeface="Roboto"/>
                <a:cs typeface="Roboto"/>
                <a:sym typeface="Roboto"/>
              </a:rPr>
              <a:t>If you are in need to optimize runtime and memory usage this shows that the percent error A* compared to Dijkstra’s only even on larger graph sizes is at most 13.6% which for most use cases is a satisfactory result.</a:t>
            </a:r>
            <a:endParaRPr>
              <a:solidFill>
                <a:schemeClr val="lt1"/>
              </a:solidFill>
              <a:latin typeface="Roboto"/>
              <a:ea typeface="Roboto"/>
              <a:cs typeface="Roboto"/>
              <a:sym typeface="Roboto"/>
            </a:endParaRPr>
          </a:p>
        </p:txBody>
      </p:sp>
      <p:pic>
        <p:nvPicPr>
          <p:cNvPr id="596" name="Google Shape;596;p63"/>
          <p:cNvPicPr preferRelativeResize="0"/>
          <p:nvPr/>
        </p:nvPicPr>
        <p:blipFill>
          <a:blip r:embed="rId4">
            <a:alphaModFix/>
          </a:blip>
          <a:stretch>
            <a:fillRect/>
          </a:stretch>
        </p:blipFill>
        <p:spPr>
          <a:xfrm>
            <a:off x="3354600" y="2182502"/>
            <a:ext cx="5789399" cy="66277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accent4"/>
            </a:gs>
            <a:gs pos="100000">
              <a:schemeClr val="dk1"/>
            </a:gs>
          </a:gsLst>
          <a:lin ang="5400700" scaled="0"/>
        </a:gradFill>
      </p:bgPr>
    </p:bg>
    <p:spTree>
      <p:nvGrpSpPr>
        <p:cNvPr id="600" name="Shape 600"/>
        <p:cNvGrpSpPr/>
        <p:nvPr/>
      </p:nvGrpSpPr>
      <p:grpSpPr>
        <a:xfrm>
          <a:off x="0" y="0"/>
          <a:ext cx="0" cy="0"/>
          <a:chOff x="0" y="0"/>
          <a:chExt cx="0" cy="0"/>
        </a:xfrm>
      </p:grpSpPr>
      <p:sp>
        <p:nvSpPr>
          <p:cNvPr id="601" name="Google Shape;601;p64"/>
          <p:cNvSpPr/>
          <p:nvPr/>
        </p:nvSpPr>
        <p:spPr>
          <a:xfrm rot="-5400000">
            <a:off x="7602600" y="3599525"/>
            <a:ext cx="2601300" cy="24300"/>
          </a:xfrm>
          <a:prstGeom prst="rect">
            <a:avLst/>
          </a:prstGeom>
          <a:gradFill>
            <a:gsLst>
              <a:gs pos="0">
                <a:schemeClr val="lt1"/>
              </a:gs>
              <a:gs pos="100000">
                <a:srgbClr val="FFFFFF">
                  <a:alpha val="0"/>
                </a:srgbClr>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602" name="Google Shape;602;p64"/>
          <p:cNvSpPr txBox="1"/>
          <p:nvPr>
            <p:ph type="title"/>
          </p:nvPr>
        </p:nvSpPr>
        <p:spPr>
          <a:xfrm>
            <a:off x="212450" y="177900"/>
            <a:ext cx="5789400" cy="415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Finding</a:t>
            </a:r>
            <a:r>
              <a:rPr lang="en"/>
              <a:t>s</a:t>
            </a:r>
            <a:endParaRPr/>
          </a:p>
        </p:txBody>
      </p:sp>
      <p:sp>
        <p:nvSpPr>
          <p:cNvPr id="603" name="Google Shape;603;p64"/>
          <p:cNvSpPr txBox="1"/>
          <p:nvPr>
            <p:ph idx="1" type="subTitle"/>
          </p:nvPr>
        </p:nvSpPr>
        <p:spPr>
          <a:xfrm>
            <a:off x="575697" y="987100"/>
            <a:ext cx="2481300" cy="21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Dijkstra’s</a:t>
            </a:r>
            <a:endParaRPr/>
          </a:p>
        </p:txBody>
      </p:sp>
      <p:sp>
        <p:nvSpPr>
          <p:cNvPr id="604" name="Google Shape;604;p64"/>
          <p:cNvSpPr txBox="1"/>
          <p:nvPr>
            <p:ph idx="2" type="subTitle"/>
          </p:nvPr>
        </p:nvSpPr>
        <p:spPr>
          <a:xfrm>
            <a:off x="570950" y="1363525"/>
            <a:ext cx="2481300" cy="1013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Dijkstra’s Algorithm has slightly worse time and memory optimality than A* but has guaranteed shortest path making it very optimal for most use cases unless working in super resource limited environments or ultra large graphs.</a:t>
            </a:r>
            <a:endParaRPr/>
          </a:p>
        </p:txBody>
      </p:sp>
      <p:sp>
        <p:nvSpPr>
          <p:cNvPr id="605" name="Google Shape;605;p64"/>
          <p:cNvSpPr txBox="1"/>
          <p:nvPr>
            <p:ph idx="3" type="subTitle"/>
          </p:nvPr>
        </p:nvSpPr>
        <p:spPr>
          <a:xfrm>
            <a:off x="4975622" y="987100"/>
            <a:ext cx="2481300" cy="21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606" name="Google Shape;606;p64"/>
          <p:cNvSpPr txBox="1"/>
          <p:nvPr>
            <p:ph idx="4" type="subTitle"/>
          </p:nvPr>
        </p:nvSpPr>
        <p:spPr>
          <a:xfrm>
            <a:off x="575697" y="2763950"/>
            <a:ext cx="2481300" cy="21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Bellman-Ford</a:t>
            </a:r>
            <a:endParaRPr/>
          </a:p>
          <a:p>
            <a:pPr indent="0" lvl="0" marL="0" rtl="0" algn="l">
              <a:spcBef>
                <a:spcPts val="0"/>
              </a:spcBef>
              <a:spcAft>
                <a:spcPts val="0"/>
              </a:spcAft>
              <a:buNone/>
            </a:pPr>
            <a:r>
              <a:t/>
            </a:r>
            <a:endParaRPr/>
          </a:p>
        </p:txBody>
      </p:sp>
      <p:sp>
        <p:nvSpPr>
          <p:cNvPr id="607" name="Google Shape;607;p64"/>
          <p:cNvSpPr txBox="1"/>
          <p:nvPr>
            <p:ph idx="5" type="subTitle"/>
          </p:nvPr>
        </p:nvSpPr>
        <p:spPr>
          <a:xfrm>
            <a:off x="570950" y="3140375"/>
            <a:ext cx="2481300" cy="922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Bellman-Ford’s use case is best for graphs with negative edges which are not in OSM datasets that we are using making it not optimal due to its low runtime and exponential memory usage for shortest pathing in OSM road networks.</a:t>
            </a:r>
            <a:endParaRPr/>
          </a:p>
        </p:txBody>
      </p:sp>
      <p:sp>
        <p:nvSpPr>
          <p:cNvPr id="608" name="Google Shape;608;p64"/>
          <p:cNvSpPr txBox="1"/>
          <p:nvPr>
            <p:ph idx="6" type="subTitle"/>
          </p:nvPr>
        </p:nvSpPr>
        <p:spPr>
          <a:xfrm>
            <a:off x="4970875" y="1363525"/>
            <a:ext cx="2481300" cy="630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 has best time and memory optimality but does not guarantee shortest path. It makes it optimal for resource limited environments or large datasets since its path cost gap from dijkstra is minimal.</a:t>
            </a:r>
            <a:endParaRPr/>
          </a:p>
        </p:txBody>
      </p:sp>
      <p:sp>
        <p:nvSpPr>
          <p:cNvPr id="609" name="Google Shape;609;p64"/>
          <p:cNvSpPr txBox="1"/>
          <p:nvPr>
            <p:ph idx="7" type="subTitle"/>
          </p:nvPr>
        </p:nvSpPr>
        <p:spPr>
          <a:xfrm>
            <a:off x="4977997" y="2763950"/>
            <a:ext cx="2481300" cy="21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Ant-Colony Optimization</a:t>
            </a:r>
            <a:endParaRPr/>
          </a:p>
          <a:p>
            <a:pPr indent="0" lvl="0" marL="0" rtl="0" algn="l">
              <a:spcBef>
                <a:spcPts val="0"/>
              </a:spcBef>
              <a:spcAft>
                <a:spcPts val="0"/>
              </a:spcAft>
              <a:buNone/>
            </a:pPr>
            <a:r>
              <a:t/>
            </a:r>
            <a:endParaRPr/>
          </a:p>
        </p:txBody>
      </p:sp>
      <p:sp>
        <p:nvSpPr>
          <p:cNvPr id="610" name="Google Shape;610;p64"/>
          <p:cNvSpPr txBox="1"/>
          <p:nvPr>
            <p:ph idx="8" type="subTitle"/>
          </p:nvPr>
        </p:nvSpPr>
        <p:spPr>
          <a:xfrm>
            <a:off x="4973250" y="3140375"/>
            <a:ext cx="2481300" cy="922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ACO has terrible time and memory optimality. It also does not guarantee a path. It is not optimal whatsoever when working on network routing optimization to find the shortest path in a OSM graph.</a:t>
            </a:r>
            <a:endParaRPr/>
          </a:p>
        </p:txBody>
      </p:sp>
      <p:sp>
        <p:nvSpPr>
          <p:cNvPr id="611" name="Google Shape;611;p64"/>
          <p:cNvSpPr txBox="1"/>
          <p:nvPr/>
        </p:nvSpPr>
        <p:spPr>
          <a:xfrm>
            <a:off x="212450" y="989300"/>
            <a:ext cx="256800" cy="18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200">
                <a:solidFill>
                  <a:schemeClr val="lt1"/>
                </a:solidFill>
                <a:latin typeface="Space Grotesk"/>
                <a:ea typeface="Space Grotesk"/>
                <a:cs typeface="Space Grotesk"/>
                <a:sym typeface="Space Grotesk"/>
              </a:rPr>
              <a:t>1</a:t>
            </a:r>
            <a:endParaRPr sz="1200">
              <a:solidFill>
                <a:schemeClr val="lt1"/>
              </a:solidFill>
              <a:latin typeface="Space Grotesk"/>
              <a:ea typeface="Space Grotesk"/>
              <a:cs typeface="Space Grotesk"/>
              <a:sym typeface="Space Grotesk"/>
            </a:endParaRPr>
          </a:p>
        </p:txBody>
      </p:sp>
      <p:cxnSp>
        <p:nvCxnSpPr>
          <p:cNvPr id="612" name="Google Shape;612;p64"/>
          <p:cNvCxnSpPr/>
          <p:nvPr/>
        </p:nvCxnSpPr>
        <p:spPr>
          <a:xfrm>
            <a:off x="212489" y="1201600"/>
            <a:ext cx="104400" cy="0"/>
          </a:xfrm>
          <a:prstGeom prst="straightConnector1">
            <a:avLst/>
          </a:prstGeom>
          <a:noFill/>
          <a:ln cap="flat" cmpd="sng" w="9525">
            <a:solidFill>
              <a:schemeClr val="lt1"/>
            </a:solidFill>
            <a:prstDash val="solid"/>
            <a:round/>
            <a:headEnd len="med" w="med" type="none"/>
            <a:tailEnd len="med" w="med" type="none"/>
          </a:ln>
        </p:spPr>
      </p:cxnSp>
      <p:sp>
        <p:nvSpPr>
          <p:cNvPr id="613" name="Google Shape;613;p64"/>
          <p:cNvSpPr txBox="1"/>
          <p:nvPr/>
        </p:nvSpPr>
        <p:spPr>
          <a:xfrm>
            <a:off x="212438" y="2763950"/>
            <a:ext cx="256800" cy="18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200">
                <a:solidFill>
                  <a:schemeClr val="lt1"/>
                </a:solidFill>
                <a:latin typeface="Space Grotesk"/>
                <a:ea typeface="Space Grotesk"/>
                <a:cs typeface="Space Grotesk"/>
                <a:sym typeface="Space Grotesk"/>
              </a:rPr>
              <a:t>3</a:t>
            </a:r>
            <a:endParaRPr sz="1200">
              <a:solidFill>
                <a:schemeClr val="lt1"/>
              </a:solidFill>
              <a:latin typeface="Space Grotesk"/>
              <a:ea typeface="Space Grotesk"/>
              <a:cs typeface="Space Grotesk"/>
              <a:sym typeface="Space Grotesk"/>
            </a:endParaRPr>
          </a:p>
        </p:txBody>
      </p:sp>
      <p:cxnSp>
        <p:nvCxnSpPr>
          <p:cNvPr id="614" name="Google Shape;614;p64"/>
          <p:cNvCxnSpPr/>
          <p:nvPr/>
        </p:nvCxnSpPr>
        <p:spPr>
          <a:xfrm>
            <a:off x="212475" y="2976250"/>
            <a:ext cx="109500" cy="0"/>
          </a:xfrm>
          <a:prstGeom prst="straightConnector1">
            <a:avLst/>
          </a:prstGeom>
          <a:noFill/>
          <a:ln cap="flat" cmpd="sng" w="9525">
            <a:solidFill>
              <a:schemeClr val="lt1"/>
            </a:solidFill>
            <a:prstDash val="solid"/>
            <a:round/>
            <a:headEnd len="med" w="med" type="none"/>
            <a:tailEnd len="med" w="med" type="none"/>
          </a:ln>
        </p:spPr>
      </p:cxnSp>
      <p:sp>
        <p:nvSpPr>
          <p:cNvPr id="615" name="Google Shape;615;p64"/>
          <p:cNvSpPr txBox="1"/>
          <p:nvPr/>
        </p:nvSpPr>
        <p:spPr>
          <a:xfrm>
            <a:off x="4609250" y="989300"/>
            <a:ext cx="256800" cy="18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200">
                <a:solidFill>
                  <a:schemeClr val="lt1"/>
                </a:solidFill>
                <a:latin typeface="Space Grotesk"/>
                <a:ea typeface="Space Grotesk"/>
                <a:cs typeface="Space Grotesk"/>
                <a:sym typeface="Space Grotesk"/>
              </a:rPr>
              <a:t>2</a:t>
            </a:r>
            <a:endParaRPr sz="1200">
              <a:solidFill>
                <a:schemeClr val="lt1"/>
              </a:solidFill>
              <a:latin typeface="Space Grotesk"/>
              <a:ea typeface="Space Grotesk"/>
              <a:cs typeface="Space Grotesk"/>
              <a:sym typeface="Space Grotesk"/>
            </a:endParaRPr>
          </a:p>
        </p:txBody>
      </p:sp>
      <p:cxnSp>
        <p:nvCxnSpPr>
          <p:cNvPr id="616" name="Google Shape;616;p64"/>
          <p:cNvCxnSpPr/>
          <p:nvPr/>
        </p:nvCxnSpPr>
        <p:spPr>
          <a:xfrm>
            <a:off x="4609284" y="1201600"/>
            <a:ext cx="127500" cy="0"/>
          </a:xfrm>
          <a:prstGeom prst="straightConnector1">
            <a:avLst/>
          </a:prstGeom>
          <a:noFill/>
          <a:ln cap="flat" cmpd="sng" w="9525">
            <a:solidFill>
              <a:schemeClr val="lt1"/>
            </a:solidFill>
            <a:prstDash val="solid"/>
            <a:round/>
            <a:headEnd len="med" w="med" type="none"/>
            <a:tailEnd len="med" w="med" type="none"/>
          </a:ln>
        </p:spPr>
      </p:cxnSp>
      <p:sp>
        <p:nvSpPr>
          <p:cNvPr id="617" name="Google Shape;617;p64"/>
          <p:cNvSpPr txBox="1"/>
          <p:nvPr/>
        </p:nvSpPr>
        <p:spPr>
          <a:xfrm>
            <a:off x="4609238" y="2763950"/>
            <a:ext cx="256800" cy="18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200">
                <a:solidFill>
                  <a:schemeClr val="lt1"/>
                </a:solidFill>
                <a:latin typeface="Space Grotesk"/>
                <a:ea typeface="Space Grotesk"/>
                <a:cs typeface="Space Grotesk"/>
                <a:sym typeface="Space Grotesk"/>
              </a:rPr>
              <a:t>4</a:t>
            </a:r>
            <a:endParaRPr sz="1200">
              <a:solidFill>
                <a:schemeClr val="lt1"/>
              </a:solidFill>
              <a:latin typeface="Space Grotesk"/>
              <a:ea typeface="Space Grotesk"/>
              <a:cs typeface="Space Grotesk"/>
              <a:sym typeface="Space Grotesk"/>
            </a:endParaRPr>
          </a:p>
        </p:txBody>
      </p:sp>
      <p:cxnSp>
        <p:nvCxnSpPr>
          <p:cNvPr id="618" name="Google Shape;618;p64"/>
          <p:cNvCxnSpPr/>
          <p:nvPr/>
        </p:nvCxnSpPr>
        <p:spPr>
          <a:xfrm>
            <a:off x="4609275" y="2976250"/>
            <a:ext cx="127500" cy="0"/>
          </a:xfrm>
          <a:prstGeom prst="straightConnector1">
            <a:avLst/>
          </a:prstGeom>
          <a:noFill/>
          <a:ln cap="flat" cmpd="sng" w="9525">
            <a:solidFill>
              <a:schemeClr val="lt1"/>
            </a:solidFill>
            <a:prstDash val="solid"/>
            <a:round/>
            <a:headEnd len="med" w="med" type="none"/>
            <a:tailEnd len="med" w="med" type="non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65"/>
          <p:cNvSpPr/>
          <p:nvPr/>
        </p:nvSpPr>
        <p:spPr>
          <a:xfrm>
            <a:off x="0" y="2571750"/>
            <a:ext cx="4404300" cy="2617800"/>
          </a:xfrm>
          <a:prstGeom prst="round2DiagRect">
            <a:avLst>
              <a:gd fmla="val 16667" name="adj1"/>
              <a:gd fmla="val 0" name="adj2"/>
            </a:avLst>
          </a:prstGeom>
          <a:solidFill>
            <a:schemeClr val="dk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pic>
        <p:nvPicPr>
          <p:cNvPr id="624" name="Google Shape;624;p65" title="GPS Device PHoto.jpg"/>
          <p:cNvPicPr preferRelativeResize="0"/>
          <p:nvPr>
            <p:ph idx="2" type="pic"/>
          </p:nvPr>
        </p:nvPicPr>
        <p:blipFill rotWithShape="1">
          <a:blip r:embed="rId3">
            <a:alphaModFix/>
          </a:blip>
          <a:srcRect b="5642" l="0" r="0" t="5651"/>
          <a:stretch/>
        </p:blipFill>
        <p:spPr>
          <a:xfrm>
            <a:off x="5115925" y="436050"/>
            <a:ext cx="3611401" cy="4271401"/>
          </a:xfrm>
          <a:prstGeom prst="rect">
            <a:avLst/>
          </a:prstGeom>
        </p:spPr>
      </p:pic>
      <p:sp>
        <p:nvSpPr>
          <p:cNvPr id="625" name="Google Shape;625;p65"/>
          <p:cNvSpPr txBox="1"/>
          <p:nvPr>
            <p:ph type="title"/>
          </p:nvPr>
        </p:nvSpPr>
        <p:spPr>
          <a:xfrm>
            <a:off x="191775" y="335525"/>
            <a:ext cx="8666400" cy="499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Real-World Application</a:t>
            </a:r>
            <a:endParaRPr/>
          </a:p>
        </p:txBody>
      </p:sp>
      <p:sp>
        <p:nvSpPr>
          <p:cNvPr id="626" name="Google Shape;626;p65"/>
          <p:cNvSpPr txBox="1"/>
          <p:nvPr>
            <p:ph idx="3" type="title"/>
          </p:nvPr>
        </p:nvSpPr>
        <p:spPr>
          <a:xfrm>
            <a:off x="277900" y="1024263"/>
            <a:ext cx="5565300" cy="336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GPS Routing</a:t>
            </a:r>
            <a:endParaRPr/>
          </a:p>
        </p:txBody>
      </p:sp>
      <p:sp>
        <p:nvSpPr>
          <p:cNvPr id="627" name="Google Shape;627;p65"/>
          <p:cNvSpPr txBox="1"/>
          <p:nvPr>
            <p:ph idx="4" type="subTitle"/>
          </p:nvPr>
        </p:nvSpPr>
        <p:spPr>
          <a:xfrm>
            <a:off x="277900" y="1417600"/>
            <a:ext cx="4404300" cy="962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Shortest Path Algorithms such as specifically Dijkstra and A* play a large role in GPS Routing. It is imperative that such algorithms are able to ensure satisfactory routing that is both short as possible and quickly calculated in resource constrained environments (such as GPS Devices) which is able to be done by making sure they have conservative memory usage and maintaining efficient time efficiency.</a:t>
            </a:r>
            <a:endParaRPr/>
          </a:p>
        </p:txBody>
      </p:sp>
      <p:sp>
        <p:nvSpPr>
          <p:cNvPr id="628" name="Google Shape;628;p65"/>
          <p:cNvSpPr txBox="1"/>
          <p:nvPr>
            <p:ph idx="3" type="title"/>
          </p:nvPr>
        </p:nvSpPr>
        <p:spPr>
          <a:xfrm>
            <a:off x="191775" y="2691263"/>
            <a:ext cx="5565300" cy="336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Device Specs</a:t>
            </a:r>
            <a:endParaRPr/>
          </a:p>
        </p:txBody>
      </p:sp>
      <p:sp>
        <p:nvSpPr>
          <p:cNvPr id="629" name="Google Shape;629;p65"/>
          <p:cNvSpPr txBox="1"/>
          <p:nvPr>
            <p:ph idx="4" type="subTitle"/>
          </p:nvPr>
        </p:nvSpPr>
        <p:spPr>
          <a:xfrm>
            <a:off x="191775" y="3083000"/>
            <a:ext cx="4404300" cy="962400"/>
          </a:xfrm>
          <a:prstGeom prst="rect">
            <a:avLst/>
          </a:prstGeom>
        </p:spPr>
        <p:txBody>
          <a:bodyPr anchorCtr="0" anchor="t" bIns="0" lIns="0" spcFirstLastPara="1" rIns="0" wrap="square" tIns="0">
            <a:noAutofit/>
          </a:bodyPr>
          <a:lstStyle/>
          <a:p>
            <a:pPr indent="-292100" lvl="0" marL="457200" rtl="0" algn="l">
              <a:spcBef>
                <a:spcPts val="0"/>
              </a:spcBef>
              <a:spcAft>
                <a:spcPts val="0"/>
              </a:spcAft>
              <a:buSzPts val="1000"/>
              <a:buChar char="●"/>
            </a:pPr>
            <a:r>
              <a:rPr lang="en"/>
              <a:t>Raspberry Pi Zero 2 W</a:t>
            </a:r>
            <a:endParaRPr/>
          </a:p>
          <a:p>
            <a:pPr indent="-292100" lvl="1" marL="914400" rtl="0" algn="l">
              <a:spcBef>
                <a:spcPts val="0"/>
              </a:spcBef>
              <a:spcAft>
                <a:spcPts val="0"/>
              </a:spcAft>
              <a:buSzPts val="1000"/>
              <a:buChar char="○"/>
            </a:pPr>
            <a:r>
              <a:rPr b="1" lang="en"/>
              <a:t>Processor:</a:t>
            </a:r>
            <a:r>
              <a:rPr lang="en"/>
              <a:t> 1GHz quad-core 64-bit Arm Cortex-A53 CPU</a:t>
            </a:r>
            <a:endParaRPr/>
          </a:p>
          <a:p>
            <a:pPr indent="-292100" lvl="1" marL="914400" rtl="0" algn="l">
              <a:spcBef>
                <a:spcPts val="0"/>
              </a:spcBef>
              <a:spcAft>
                <a:spcPts val="0"/>
              </a:spcAft>
              <a:buSzPts val="1000"/>
              <a:buChar char="○"/>
            </a:pPr>
            <a:r>
              <a:rPr b="1" lang="en"/>
              <a:t>Memory:</a:t>
            </a:r>
            <a:r>
              <a:rPr lang="en"/>
              <a:t> 512MB LPDDR2 SDRAM</a:t>
            </a:r>
            <a:endParaRPr/>
          </a:p>
          <a:p>
            <a:pPr indent="-292100" lvl="1" marL="914400" rtl="0" algn="l">
              <a:spcBef>
                <a:spcPts val="0"/>
              </a:spcBef>
              <a:spcAft>
                <a:spcPts val="0"/>
              </a:spcAft>
              <a:buSzPts val="1000"/>
              <a:buChar char="○"/>
            </a:pPr>
            <a:r>
              <a:rPr b="1" lang="en"/>
              <a:t>Storage:</a:t>
            </a:r>
            <a:r>
              <a:rPr lang="en"/>
              <a:t> 32GB microSD</a:t>
            </a:r>
            <a:endParaRPr/>
          </a:p>
          <a:p>
            <a:pPr indent="-292100" lvl="1" marL="914400" rtl="0" algn="l">
              <a:spcBef>
                <a:spcPts val="0"/>
              </a:spcBef>
              <a:spcAft>
                <a:spcPts val="0"/>
              </a:spcAft>
              <a:buSzPts val="1000"/>
              <a:buChar char="○"/>
            </a:pPr>
            <a:r>
              <a:rPr b="1" lang="en"/>
              <a:t>Wireless:</a:t>
            </a:r>
            <a:r>
              <a:rPr lang="en"/>
              <a:t> </a:t>
            </a:r>
            <a:r>
              <a:rPr lang="en"/>
              <a:t>2.4GHz IEEE 802.11b/g/n wireless LAN and Bluetooth 4.2 with BLE</a:t>
            </a:r>
            <a:endParaRPr/>
          </a:p>
          <a:p>
            <a:pPr indent="-292100" lvl="0" marL="457200" rtl="0" algn="l">
              <a:spcBef>
                <a:spcPts val="0"/>
              </a:spcBef>
              <a:spcAft>
                <a:spcPts val="0"/>
              </a:spcAft>
              <a:buSzPts val="1000"/>
              <a:buChar char="●"/>
            </a:pPr>
            <a:r>
              <a:rPr lang="en"/>
              <a:t>NEO-6M GPS Module</a:t>
            </a:r>
            <a:endParaRPr/>
          </a:p>
          <a:p>
            <a:pPr indent="-292100" lvl="0" marL="457200" rtl="0" algn="l">
              <a:spcBef>
                <a:spcPts val="0"/>
              </a:spcBef>
              <a:spcAft>
                <a:spcPts val="0"/>
              </a:spcAft>
              <a:buSzPts val="1000"/>
              <a:buChar char="●"/>
            </a:pPr>
            <a:r>
              <a:rPr lang="en"/>
              <a:t>20V Hyper Tough Drill Battery</a:t>
            </a:r>
            <a:endParaRPr/>
          </a:p>
          <a:p>
            <a:pPr indent="-292100" lvl="0" marL="457200" rtl="0" algn="l">
              <a:spcBef>
                <a:spcPts val="0"/>
              </a:spcBef>
              <a:spcAft>
                <a:spcPts val="0"/>
              </a:spcAft>
              <a:buSzPts val="1000"/>
              <a:buChar char="●"/>
            </a:pPr>
            <a:r>
              <a:rPr lang="en"/>
              <a:t>7in 1024x600p Touchscreen LCD Display</a:t>
            </a:r>
            <a:endParaRPr/>
          </a:p>
          <a:p>
            <a:pPr indent="-292100" lvl="0" marL="457200" rtl="0" algn="l">
              <a:spcBef>
                <a:spcPts val="0"/>
              </a:spcBef>
              <a:spcAft>
                <a:spcPts val="0"/>
              </a:spcAft>
              <a:buSzPts val="1000"/>
              <a:buChar char="●"/>
            </a:pPr>
            <a:r>
              <a:rPr lang="en"/>
              <a:t>MP1584 Buck Converter</a:t>
            </a:r>
            <a:endParaRPr/>
          </a:p>
          <a:p>
            <a:pPr indent="-292100" lvl="0" marL="457200" rtl="0" algn="l">
              <a:spcBef>
                <a:spcPts val="0"/>
              </a:spcBef>
              <a:spcAft>
                <a:spcPts val="0"/>
              </a:spcAft>
              <a:buSzPts val="1000"/>
              <a:buChar char="●"/>
            </a:pPr>
            <a:r>
              <a:rPr lang="en"/>
              <a:t>470uF, 0.1uF Capacitors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sp>
        <p:nvSpPr>
          <p:cNvPr id="634" name="Google Shape;634;p66"/>
          <p:cNvSpPr/>
          <p:nvPr/>
        </p:nvSpPr>
        <p:spPr>
          <a:xfrm>
            <a:off x="0" y="3630275"/>
            <a:ext cx="4266600" cy="1559400"/>
          </a:xfrm>
          <a:prstGeom prst="round2DiagRect">
            <a:avLst>
              <a:gd fmla="val 16667" name="adj1"/>
              <a:gd fmla="val 0" name="adj2"/>
            </a:avLst>
          </a:prstGeom>
          <a:solidFill>
            <a:schemeClr val="dk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pic>
        <p:nvPicPr>
          <p:cNvPr id="635" name="Google Shape;635;p66" title="~2.5km Dijkstra GPS Algo Route.png"/>
          <p:cNvPicPr preferRelativeResize="0"/>
          <p:nvPr>
            <p:ph idx="3" type="pic"/>
          </p:nvPr>
        </p:nvPicPr>
        <p:blipFill rotWithShape="1">
          <a:blip r:embed="rId3">
            <a:alphaModFix/>
          </a:blip>
          <a:srcRect b="3226" l="29874" r="0" t="8870"/>
          <a:stretch/>
        </p:blipFill>
        <p:spPr>
          <a:xfrm>
            <a:off x="2" y="597925"/>
            <a:ext cx="2973000" cy="2241600"/>
          </a:xfrm>
          <a:prstGeom prst="rect">
            <a:avLst/>
          </a:prstGeom>
        </p:spPr>
      </p:pic>
      <p:pic>
        <p:nvPicPr>
          <p:cNvPr id="636" name="Google Shape;636;p66" title="~2.5km Astar GPS Algo Route.png"/>
          <p:cNvPicPr preferRelativeResize="0"/>
          <p:nvPr>
            <p:ph idx="2" type="pic"/>
          </p:nvPr>
        </p:nvPicPr>
        <p:blipFill rotWithShape="1">
          <a:blip r:embed="rId4">
            <a:alphaModFix/>
          </a:blip>
          <a:srcRect b="2686" l="29879" r="0" t="8378"/>
          <a:stretch/>
        </p:blipFill>
        <p:spPr>
          <a:xfrm>
            <a:off x="3085475" y="597924"/>
            <a:ext cx="2973000" cy="2241600"/>
          </a:xfrm>
          <a:prstGeom prst="rect">
            <a:avLst/>
          </a:prstGeom>
        </p:spPr>
      </p:pic>
      <p:pic>
        <p:nvPicPr>
          <p:cNvPr id="637" name="Google Shape;637;p66" title="~2.5km Bellman-Ford GPS Algo Route.png"/>
          <p:cNvPicPr preferRelativeResize="0"/>
          <p:nvPr>
            <p:ph idx="4" type="pic"/>
          </p:nvPr>
        </p:nvPicPr>
        <p:blipFill rotWithShape="1">
          <a:blip r:embed="rId5">
            <a:alphaModFix/>
          </a:blip>
          <a:srcRect b="5834" l="29879" r="0" t="11178"/>
          <a:stretch/>
        </p:blipFill>
        <p:spPr>
          <a:xfrm>
            <a:off x="6170950" y="597925"/>
            <a:ext cx="2973000" cy="2241600"/>
          </a:xfrm>
          <a:prstGeom prst="rect">
            <a:avLst/>
          </a:prstGeom>
        </p:spPr>
      </p:pic>
      <p:sp>
        <p:nvSpPr>
          <p:cNvPr id="638" name="Google Shape;638;p66"/>
          <p:cNvSpPr txBox="1"/>
          <p:nvPr/>
        </p:nvSpPr>
        <p:spPr>
          <a:xfrm>
            <a:off x="164400" y="86125"/>
            <a:ext cx="3891000" cy="3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lt1"/>
                </a:solidFill>
                <a:latin typeface="Space Grotesk Medium"/>
                <a:ea typeface="Space Grotesk Medium"/>
                <a:cs typeface="Space Grotesk Medium"/>
                <a:sym typeface="Space Grotesk Medium"/>
              </a:rPr>
              <a:t>Pathing Within Cookeville</a:t>
            </a:r>
            <a:endParaRPr sz="2000">
              <a:solidFill>
                <a:schemeClr val="lt1"/>
              </a:solidFill>
              <a:latin typeface="Space Grotesk Medium"/>
              <a:ea typeface="Space Grotesk Medium"/>
              <a:cs typeface="Space Grotesk Medium"/>
              <a:sym typeface="Space Grotesk Medium"/>
            </a:endParaRPr>
          </a:p>
        </p:txBody>
      </p:sp>
      <p:sp>
        <p:nvSpPr>
          <p:cNvPr id="639" name="Google Shape;639;p66"/>
          <p:cNvSpPr txBox="1"/>
          <p:nvPr/>
        </p:nvSpPr>
        <p:spPr>
          <a:xfrm>
            <a:off x="43050" y="2839525"/>
            <a:ext cx="2886900" cy="74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lt1"/>
                </a:solidFill>
                <a:latin typeface="Roboto"/>
                <a:ea typeface="Roboto"/>
                <a:cs typeface="Roboto"/>
                <a:sym typeface="Roboto"/>
              </a:rPr>
              <a:t>Algorithm: Dijkstra’s</a:t>
            </a:r>
            <a:endParaRPr sz="1000">
              <a:solidFill>
                <a:schemeClr val="lt1"/>
              </a:solidFill>
              <a:latin typeface="Roboto"/>
              <a:ea typeface="Roboto"/>
              <a:cs typeface="Roboto"/>
              <a:sym typeface="Roboto"/>
            </a:endParaRPr>
          </a:p>
          <a:p>
            <a:pPr indent="0" lvl="0" marL="0" rtl="0" algn="l">
              <a:spcBef>
                <a:spcPts val="0"/>
              </a:spcBef>
              <a:spcAft>
                <a:spcPts val="0"/>
              </a:spcAft>
              <a:buNone/>
            </a:pPr>
            <a:r>
              <a:rPr lang="en" sz="1000">
                <a:solidFill>
                  <a:schemeClr val="lt1"/>
                </a:solidFill>
                <a:latin typeface="Roboto"/>
                <a:ea typeface="Roboto"/>
                <a:cs typeface="Roboto"/>
                <a:sym typeface="Roboto"/>
              </a:rPr>
              <a:t>Distance: 2.47km</a:t>
            </a:r>
            <a:endParaRPr sz="1000">
              <a:solidFill>
                <a:schemeClr val="lt1"/>
              </a:solidFill>
              <a:latin typeface="Roboto"/>
              <a:ea typeface="Roboto"/>
              <a:cs typeface="Roboto"/>
              <a:sym typeface="Roboto"/>
            </a:endParaRPr>
          </a:p>
          <a:p>
            <a:pPr indent="0" lvl="0" marL="0" rtl="0" algn="l">
              <a:spcBef>
                <a:spcPts val="0"/>
              </a:spcBef>
              <a:spcAft>
                <a:spcPts val="0"/>
              </a:spcAft>
              <a:buNone/>
            </a:pPr>
            <a:r>
              <a:rPr lang="en" sz="1000">
                <a:solidFill>
                  <a:schemeClr val="lt1"/>
                </a:solidFill>
                <a:latin typeface="Roboto"/>
                <a:ea typeface="Roboto"/>
                <a:cs typeface="Roboto"/>
                <a:sym typeface="Roboto"/>
              </a:rPr>
              <a:t>ETA: 4 min 55 s</a:t>
            </a:r>
            <a:endParaRPr sz="1000">
              <a:solidFill>
                <a:schemeClr val="lt1"/>
              </a:solidFill>
              <a:latin typeface="Roboto"/>
              <a:ea typeface="Roboto"/>
              <a:cs typeface="Roboto"/>
              <a:sym typeface="Roboto"/>
            </a:endParaRPr>
          </a:p>
          <a:p>
            <a:pPr indent="0" lvl="0" marL="0" rtl="0" algn="l">
              <a:spcBef>
                <a:spcPts val="0"/>
              </a:spcBef>
              <a:spcAft>
                <a:spcPts val="0"/>
              </a:spcAft>
              <a:buNone/>
            </a:pPr>
            <a:r>
              <a:rPr lang="en" sz="1000">
                <a:solidFill>
                  <a:schemeClr val="lt1"/>
                </a:solidFill>
                <a:latin typeface="Roboto"/>
                <a:ea typeface="Roboto"/>
                <a:cs typeface="Roboto"/>
                <a:sym typeface="Roboto"/>
              </a:rPr>
              <a:t>Runtime: 38ms</a:t>
            </a:r>
            <a:endParaRPr sz="1000">
              <a:solidFill>
                <a:schemeClr val="lt1"/>
              </a:solidFill>
              <a:latin typeface="Roboto"/>
              <a:ea typeface="Roboto"/>
              <a:cs typeface="Roboto"/>
              <a:sym typeface="Roboto"/>
            </a:endParaRPr>
          </a:p>
        </p:txBody>
      </p:sp>
      <p:sp>
        <p:nvSpPr>
          <p:cNvPr id="640" name="Google Shape;640;p66"/>
          <p:cNvSpPr txBox="1"/>
          <p:nvPr/>
        </p:nvSpPr>
        <p:spPr>
          <a:xfrm>
            <a:off x="3128525" y="2839525"/>
            <a:ext cx="2886900" cy="74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lt1"/>
                </a:solidFill>
                <a:latin typeface="Roboto"/>
                <a:ea typeface="Roboto"/>
                <a:cs typeface="Roboto"/>
                <a:sym typeface="Roboto"/>
              </a:rPr>
              <a:t>Algorithm: A*</a:t>
            </a:r>
            <a:endParaRPr sz="1000">
              <a:solidFill>
                <a:schemeClr val="lt1"/>
              </a:solidFill>
              <a:latin typeface="Roboto"/>
              <a:ea typeface="Roboto"/>
              <a:cs typeface="Roboto"/>
              <a:sym typeface="Roboto"/>
            </a:endParaRPr>
          </a:p>
          <a:p>
            <a:pPr indent="0" lvl="0" marL="0" rtl="0" algn="l">
              <a:spcBef>
                <a:spcPts val="0"/>
              </a:spcBef>
              <a:spcAft>
                <a:spcPts val="0"/>
              </a:spcAft>
              <a:buNone/>
            </a:pPr>
            <a:r>
              <a:rPr lang="en" sz="1000">
                <a:solidFill>
                  <a:schemeClr val="lt1"/>
                </a:solidFill>
                <a:latin typeface="Roboto"/>
                <a:ea typeface="Roboto"/>
                <a:cs typeface="Roboto"/>
                <a:sym typeface="Roboto"/>
              </a:rPr>
              <a:t>Distance: 2.57km</a:t>
            </a:r>
            <a:endParaRPr sz="1000">
              <a:solidFill>
                <a:schemeClr val="lt1"/>
              </a:solidFill>
              <a:latin typeface="Roboto"/>
              <a:ea typeface="Roboto"/>
              <a:cs typeface="Roboto"/>
              <a:sym typeface="Roboto"/>
            </a:endParaRPr>
          </a:p>
          <a:p>
            <a:pPr indent="0" lvl="0" marL="0" rtl="0" algn="l">
              <a:spcBef>
                <a:spcPts val="0"/>
              </a:spcBef>
              <a:spcAft>
                <a:spcPts val="0"/>
              </a:spcAft>
              <a:buNone/>
            </a:pPr>
            <a:r>
              <a:rPr lang="en" sz="1000">
                <a:solidFill>
                  <a:schemeClr val="lt1"/>
                </a:solidFill>
                <a:latin typeface="Roboto"/>
                <a:ea typeface="Roboto"/>
                <a:cs typeface="Roboto"/>
                <a:sym typeface="Roboto"/>
              </a:rPr>
              <a:t>ETA: 5 min 8 s</a:t>
            </a:r>
            <a:endParaRPr sz="1000">
              <a:solidFill>
                <a:schemeClr val="lt1"/>
              </a:solidFill>
              <a:latin typeface="Roboto"/>
              <a:ea typeface="Roboto"/>
              <a:cs typeface="Roboto"/>
              <a:sym typeface="Roboto"/>
            </a:endParaRPr>
          </a:p>
          <a:p>
            <a:pPr indent="0" lvl="0" marL="0" rtl="0" algn="l">
              <a:spcBef>
                <a:spcPts val="0"/>
              </a:spcBef>
              <a:spcAft>
                <a:spcPts val="0"/>
              </a:spcAft>
              <a:buNone/>
            </a:pPr>
            <a:r>
              <a:rPr lang="en" sz="1000">
                <a:solidFill>
                  <a:schemeClr val="lt1"/>
                </a:solidFill>
                <a:latin typeface="Roboto"/>
                <a:ea typeface="Roboto"/>
                <a:cs typeface="Roboto"/>
                <a:sym typeface="Roboto"/>
              </a:rPr>
              <a:t>Runtime: 6ms</a:t>
            </a:r>
            <a:endParaRPr sz="1000">
              <a:solidFill>
                <a:schemeClr val="lt1"/>
              </a:solidFill>
              <a:latin typeface="Roboto"/>
              <a:ea typeface="Roboto"/>
              <a:cs typeface="Roboto"/>
              <a:sym typeface="Roboto"/>
            </a:endParaRPr>
          </a:p>
        </p:txBody>
      </p:sp>
      <p:sp>
        <p:nvSpPr>
          <p:cNvPr id="641" name="Google Shape;641;p66"/>
          <p:cNvSpPr txBox="1"/>
          <p:nvPr/>
        </p:nvSpPr>
        <p:spPr>
          <a:xfrm>
            <a:off x="6214000" y="2839525"/>
            <a:ext cx="2886900" cy="74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lt1"/>
                </a:solidFill>
                <a:latin typeface="Roboto"/>
                <a:ea typeface="Roboto"/>
                <a:cs typeface="Roboto"/>
                <a:sym typeface="Roboto"/>
              </a:rPr>
              <a:t>Algorithm: Bellman-Ford</a:t>
            </a:r>
            <a:endParaRPr sz="1000">
              <a:solidFill>
                <a:schemeClr val="lt1"/>
              </a:solidFill>
              <a:latin typeface="Roboto"/>
              <a:ea typeface="Roboto"/>
              <a:cs typeface="Roboto"/>
              <a:sym typeface="Roboto"/>
            </a:endParaRPr>
          </a:p>
          <a:p>
            <a:pPr indent="0" lvl="0" marL="0" rtl="0" algn="l">
              <a:spcBef>
                <a:spcPts val="0"/>
              </a:spcBef>
              <a:spcAft>
                <a:spcPts val="0"/>
              </a:spcAft>
              <a:buNone/>
            </a:pPr>
            <a:r>
              <a:rPr lang="en" sz="1000">
                <a:solidFill>
                  <a:schemeClr val="lt1"/>
                </a:solidFill>
                <a:latin typeface="Roboto"/>
                <a:ea typeface="Roboto"/>
                <a:cs typeface="Roboto"/>
                <a:sym typeface="Roboto"/>
              </a:rPr>
              <a:t>Distance: 2.57km</a:t>
            </a:r>
            <a:endParaRPr sz="1000">
              <a:solidFill>
                <a:schemeClr val="lt1"/>
              </a:solidFill>
              <a:latin typeface="Roboto"/>
              <a:ea typeface="Roboto"/>
              <a:cs typeface="Roboto"/>
              <a:sym typeface="Roboto"/>
            </a:endParaRPr>
          </a:p>
          <a:p>
            <a:pPr indent="0" lvl="0" marL="0" rtl="0" algn="l">
              <a:spcBef>
                <a:spcPts val="0"/>
              </a:spcBef>
              <a:spcAft>
                <a:spcPts val="0"/>
              </a:spcAft>
              <a:buNone/>
            </a:pPr>
            <a:r>
              <a:rPr lang="en" sz="1000">
                <a:solidFill>
                  <a:schemeClr val="lt1"/>
                </a:solidFill>
                <a:latin typeface="Roboto"/>
                <a:ea typeface="Roboto"/>
                <a:cs typeface="Roboto"/>
                <a:sym typeface="Roboto"/>
              </a:rPr>
              <a:t>ETA: 5 min 8 s</a:t>
            </a:r>
            <a:endParaRPr sz="1000">
              <a:solidFill>
                <a:schemeClr val="lt1"/>
              </a:solidFill>
              <a:latin typeface="Roboto"/>
              <a:ea typeface="Roboto"/>
              <a:cs typeface="Roboto"/>
              <a:sym typeface="Roboto"/>
            </a:endParaRPr>
          </a:p>
          <a:p>
            <a:pPr indent="0" lvl="0" marL="0" rtl="0" algn="l">
              <a:spcBef>
                <a:spcPts val="0"/>
              </a:spcBef>
              <a:spcAft>
                <a:spcPts val="0"/>
              </a:spcAft>
              <a:buNone/>
            </a:pPr>
            <a:r>
              <a:rPr lang="en" sz="1000">
                <a:solidFill>
                  <a:schemeClr val="lt1"/>
                </a:solidFill>
                <a:latin typeface="Roboto"/>
                <a:ea typeface="Roboto"/>
                <a:cs typeface="Roboto"/>
                <a:sym typeface="Roboto"/>
              </a:rPr>
              <a:t>Runtime: 47967ms == 47.967s</a:t>
            </a:r>
            <a:endParaRPr sz="1000">
              <a:solidFill>
                <a:schemeClr val="lt1"/>
              </a:solidFill>
              <a:latin typeface="Roboto"/>
              <a:ea typeface="Roboto"/>
              <a:cs typeface="Roboto"/>
              <a:sym typeface="Roboto"/>
            </a:endParaRPr>
          </a:p>
        </p:txBody>
      </p:sp>
      <p:sp>
        <p:nvSpPr>
          <p:cNvPr id="642" name="Google Shape;642;p66"/>
          <p:cNvSpPr txBox="1"/>
          <p:nvPr/>
        </p:nvSpPr>
        <p:spPr>
          <a:xfrm>
            <a:off x="5662900" y="4029575"/>
            <a:ext cx="3438000" cy="29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lt1"/>
                </a:solidFill>
                <a:latin typeface="Roboto"/>
                <a:ea typeface="Roboto"/>
                <a:cs typeface="Roboto"/>
                <a:sym typeface="Roboto"/>
              </a:rPr>
              <a:t>Algorithm: Ant Colony Optimization (NO PATH FOUND)</a:t>
            </a:r>
            <a:endParaRPr sz="1000">
              <a:solidFill>
                <a:schemeClr val="lt1"/>
              </a:solidFill>
              <a:latin typeface="Roboto"/>
              <a:ea typeface="Roboto"/>
              <a:cs typeface="Roboto"/>
              <a:sym typeface="Roboto"/>
            </a:endParaRPr>
          </a:p>
        </p:txBody>
      </p:sp>
      <p:sp>
        <p:nvSpPr>
          <p:cNvPr id="643" name="Google Shape;643;p66"/>
          <p:cNvSpPr txBox="1"/>
          <p:nvPr/>
        </p:nvSpPr>
        <p:spPr>
          <a:xfrm>
            <a:off x="86100" y="3630275"/>
            <a:ext cx="2886900" cy="3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lt1"/>
                </a:solidFill>
                <a:latin typeface="Space Grotesk Medium"/>
                <a:ea typeface="Space Grotesk Medium"/>
                <a:cs typeface="Space Grotesk Medium"/>
                <a:sym typeface="Space Grotesk Medium"/>
              </a:rPr>
              <a:t>Algorithm Application</a:t>
            </a:r>
            <a:endParaRPr sz="1500">
              <a:solidFill>
                <a:schemeClr val="lt1"/>
              </a:solidFill>
              <a:latin typeface="Space Grotesk Medium"/>
              <a:ea typeface="Space Grotesk Medium"/>
              <a:cs typeface="Space Grotesk Medium"/>
              <a:sym typeface="Space Grotesk Medium"/>
            </a:endParaRPr>
          </a:p>
        </p:txBody>
      </p:sp>
      <p:sp>
        <p:nvSpPr>
          <p:cNvPr id="644" name="Google Shape;644;p66"/>
          <p:cNvSpPr txBox="1"/>
          <p:nvPr/>
        </p:nvSpPr>
        <p:spPr>
          <a:xfrm>
            <a:off x="86100" y="4029575"/>
            <a:ext cx="4141500" cy="91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lt1"/>
                </a:solidFill>
                <a:latin typeface="Roboto"/>
                <a:ea typeface="Roboto"/>
                <a:cs typeface="Roboto"/>
                <a:sym typeface="Roboto"/>
              </a:rPr>
              <a:t>On smaller datasets such as Cookeville. Dijkstra and A* algorithms are easily applicable for GPS Routing in resource constrained environments as they do not take up much memory and are virtually equal in time efficiency in this context. </a:t>
            </a:r>
            <a:endParaRPr sz="1000">
              <a:solidFill>
                <a:schemeClr val="lt1"/>
              </a:solidFill>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sp>
        <p:nvSpPr>
          <p:cNvPr id="649" name="Google Shape;649;p67"/>
          <p:cNvSpPr/>
          <p:nvPr/>
        </p:nvSpPr>
        <p:spPr>
          <a:xfrm>
            <a:off x="0" y="3630275"/>
            <a:ext cx="4266600" cy="1559400"/>
          </a:xfrm>
          <a:prstGeom prst="round2DiagRect">
            <a:avLst>
              <a:gd fmla="val 16667" name="adj1"/>
              <a:gd fmla="val 0" name="adj2"/>
            </a:avLst>
          </a:prstGeom>
          <a:solidFill>
            <a:schemeClr val="dk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650" name="Google Shape;650;p67"/>
          <p:cNvSpPr txBox="1"/>
          <p:nvPr/>
        </p:nvSpPr>
        <p:spPr>
          <a:xfrm>
            <a:off x="164400" y="86125"/>
            <a:ext cx="3891000" cy="3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lt1"/>
                </a:solidFill>
                <a:latin typeface="Space Grotesk Medium"/>
                <a:ea typeface="Space Grotesk Medium"/>
                <a:cs typeface="Space Grotesk Medium"/>
                <a:sym typeface="Space Grotesk Medium"/>
              </a:rPr>
              <a:t>Pathing Near Cookeville</a:t>
            </a:r>
            <a:endParaRPr sz="2000">
              <a:solidFill>
                <a:schemeClr val="lt1"/>
              </a:solidFill>
              <a:latin typeface="Space Grotesk Medium"/>
              <a:ea typeface="Space Grotesk Medium"/>
              <a:cs typeface="Space Grotesk Medium"/>
              <a:sym typeface="Space Grotesk Medium"/>
            </a:endParaRPr>
          </a:p>
        </p:txBody>
      </p:sp>
      <p:sp>
        <p:nvSpPr>
          <p:cNvPr id="651" name="Google Shape;651;p67"/>
          <p:cNvSpPr txBox="1"/>
          <p:nvPr/>
        </p:nvSpPr>
        <p:spPr>
          <a:xfrm>
            <a:off x="43075" y="2642225"/>
            <a:ext cx="2886900" cy="74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lt1"/>
                </a:solidFill>
                <a:latin typeface="Roboto"/>
                <a:ea typeface="Roboto"/>
                <a:cs typeface="Roboto"/>
                <a:sym typeface="Roboto"/>
              </a:rPr>
              <a:t>Algorithm: Dijkstra’s</a:t>
            </a:r>
            <a:endParaRPr sz="1000">
              <a:solidFill>
                <a:schemeClr val="lt1"/>
              </a:solidFill>
              <a:latin typeface="Roboto"/>
              <a:ea typeface="Roboto"/>
              <a:cs typeface="Roboto"/>
              <a:sym typeface="Roboto"/>
            </a:endParaRPr>
          </a:p>
          <a:p>
            <a:pPr indent="0" lvl="0" marL="0" rtl="0" algn="l">
              <a:spcBef>
                <a:spcPts val="0"/>
              </a:spcBef>
              <a:spcAft>
                <a:spcPts val="0"/>
              </a:spcAft>
              <a:buNone/>
            </a:pPr>
            <a:r>
              <a:rPr lang="en" sz="1000">
                <a:solidFill>
                  <a:schemeClr val="lt1"/>
                </a:solidFill>
                <a:latin typeface="Roboto"/>
                <a:ea typeface="Roboto"/>
                <a:cs typeface="Roboto"/>
                <a:sym typeface="Roboto"/>
              </a:rPr>
              <a:t>Distance: 16.41km</a:t>
            </a:r>
            <a:endParaRPr sz="1000">
              <a:solidFill>
                <a:schemeClr val="lt1"/>
              </a:solidFill>
              <a:latin typeface="Roboto"/>
              <a:ea typeface="Roboto"/>
              <a:cs typeface="Roboto"/>
              <a:sym typeface="Roboto"/>
            </a:endParaRPr>
          </a:p>
          <a:p>
            <a:pPr indent="0" lvl="0" marL="0" rtl="0" algn="l">
              <a:spcBef>
                <a:spcPts val="0"/>
              </a:spcBef>
              <a:spcAft>
                <a:spcPts val="0"/>
              </a:spcAft>
              <a:buNone/>
            </a:pPr>
            <a:r>
              <a:rPr lang="en" sz="1000">
                <a:solidFill>
                  <a:schemeClr val="lt1"/>
                </a:solidFill>
                <a:latin typeface="Roboto"/>
                <a:ea typeface="Roboto"/>
                <a:cs typeface="Roboto"/>
                <a:sym typeface="Roboto"/>
              </a:rPr>
              <a:t>ETA: 32 min 49 s</a:t>
            </a:r>
            <a:endParaRPr sz="1000">
              <a:solidFill>
                <a:schemeClr val="lt1"/>
              </a:solidFill>
              <a:latin typeface="Roboto"/>
              <a:ea typeface="Roboto"/>
              <a:cs typeface="Roboto"/>
              <a:sym typeface="Roboto"/>
            </a:endParaRPr>
          </a:p>
          <a:p>
            <a:pPr indent="0" lvl="0" marL="0" rtl="0" algn="l">
              <a:spcBef>
                <a:spcPts val="0"/>
              </a:spcBef>
              <a:spcAft>
                <a:spcPts val="0"/>
              </a:spcAft>
              <a:buNone/>
            </a:pPr>
            <a:r>
              <a:rPr lang="en" sz="1000">
                <a:solidFill>
                  <a:schemeClr val="lt1"/>
                </a:solidFill>
                <a:latin typeface="Roboto"/>
                <a:ea typeface="Roboto"/>
                <a:cs typeface="Roboto"/>
                <a:sym typeface="Roboto"/>
              </a:rPr>
              <a:t>Runtime: 950ms</a:t>
            </a:r>
            <a:endParaRPr sz="1000">
              <a:solidFill>
                <a:schemeClr val="lt1"/>
              </a:solidFill>
              <a:latin typeface="Roboto"/>
              <a:ea typeface="Roboto"/>
              <a:cs typeface="Roboto"/>
              <a:sym typeface="Roboto"/>
            </a:endParaRPr>
          </a:p>
        </p:txBody>
      </p:sp>
      <p:sp>
        <p:nvSpPr>
          <p:cNvPr id="652" name="Google Shape;652;p67"/>
          <p:cNvSpPr txBox="1"/>
          <p:nvPr/>
        </p:nvSpPr>
        <p:spPr>
          <a:xfrm>
            <a:off x="3128550" y="2642225"/>
            <a:ext cx="2886900" cy="74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lt1"/>
                </a:solidFill>
                <a:latin typeface="Roboto"/>
                <a:ea typeface="Roboto"/>
                <a:cs typeface="Roboto"/>
                <a:sym typeface="Roboto"/>
              </a:rPr>
              <a:t>Algorithm: A*</a:t>
            </a:r>
            <a:endParaRPr sz="1000">
              <a:solidFill>
                <a:schemeClr val="lt1"/>
              </a:solidFill>
              <a:latin typeface="Roboto"/>
              <a:ea typeface="Roboto"/>
              <a:cs typeface="Roboto"/>
              <a:sym typeface="Roboto"/>
            </a:endParaRPr>
          </a:p>
          <a:p>
            <a:pPr indent="0" lvl="0" marL="0" rtl="0" algn="l">
              <a:spcBef>
                <a:spcPts val="0"/>
              </a:spcBef>
              <a:spcAft>
                <a:spcPts val="0"/>
              </a:spcAft>
              <a:buNone/>
            </a:pPr>
            <a:r>
              <a:rPr lang="en" sz="1000">
                <a:solidFill>
                  <a:schemeClr val="lt1"/>
                </a:solidFill>
                <a:latin typeface="Roboto"/>
                <a:ea typeface="Roboto"/>
                <a:cs typeface="Roboto"/>
                <a:sym typeface="Roboto"/>
              </a:rPr>
              <a:t>Distance: 16.50km</a:t>
            </a:r>
            <a:endParaRPr sz="1000">
              <a:solidFill>
                <a:schemeClr val="lt1"/>
              </a:solidFill>
              <a:latin typeface="Roboto"/>
              <a:ea typeface="Roboto"/>
              <a:cs typeface="Roboto"/>
              <a:sym typeface="Roboto"/>
            </a:endParaRPr>
          </a:p>
          <a:p>
            <a:pPr indent="0" lvl="0" marL="0" rtl="0" algn="l">
              <a:spcBef>
                <a:spcPts val="0"/>
              </a:spcBef>
              <a:spcAft>
                <a:spcPts val="0"/>
              </a:spcAft>
              <a:buNone/>
            </a:pPr>
            <a:r>
              <a:rPr lang="en" sz="1000">
                <a:solidFill>
                  <a:schemeClr val="lt1"/>
                </a:solidFill>
                <a:latin typeface="Roboto"/>
                <a:ea typeface="Roboto"/>
                <a:cs typeface="Roboto"/>
                <a:sym typeface="Roboto"/>
              </a:rPr>
              <a:t>ETA: 33 min 0 s</a:t>
            </a:r>
            <a:endParaRPr sz="1000">
              <a:solidFill>
                <a:schemeClr val="lt1"/>
              </a:solidFill>
              <a:latin typeface="Roboto"/>
              <a:ea typeface="Roboto"/>
              <a:cs typeface="Roboto"/>
              <a:sym typeface="Roboto"/>
            </a:endParaRPr>
          </a:p>
          <a:p>
            <a:pPr indent="0" lvl="0" marL="0" rtl="0" algn="l">
              <a:spcBef>
                <a:spcPts val="0"/>
              </a:spcBef>
              <a:spcAft>
                <a:spcPts val="0"/>
              </a:spcAft>
              <a:buNone/>
            </a:pPr>
            <a:r>
              <a:rPr lang="en" sz="1000">
                <a:solidFill>
                  <a:schemeClr val="lt1"/>
                </a:solidFill>
                <a:latin typeface="Roboto"/>
                <a:ea typeface="Roboto"/>
                <a:cs typeface="Roboto"/>
                <a:sym typeface="Roboto"/>
              </a:rPr>
              <a:t>Runtime: 379ms</a:t>
            </a:r>
            <a:endParaRPr sz="1000">
              <a:solidFill>
                <a:schemeClr val="lt1"/>
              </a:solidFill>
              <a:latin typeface="Roboto"/>
              <a:ea typeface="Roboto"/>
              <a:cs typeface="Roboto"/>
              <a:sym typeface="Roboto"/>
            </a:endParaRPr>
          </a:p>
        </p:txBody>
      </p:sp>
      <p:sp>
        <p:nvSpPr>
          <p:cNvPr id="653" name="Google Shape;653;p67"/>
          <p:cNvSpPr txBox="1"/>
          <p:nvPr/>
        </p:nvSpPr>
        <p:spPr>
          <a:xfrm>
            <a:off x="6214025" y="2642225"/>
            <a:ext cx="2886900" cy="74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lt1"/>
                </a:solidFill>
                <a:latin typeface="Roboto"/>
                <a:ea typeface="Roboto"/>
                <a:cs typeface="Roboto"/>
                <a:sym typeface="Roboto"/>
              </a:rPr>
              <a:t>Algorithm: Bellman-Ford</a:t>
            </a:r>
            <a:endParaRPr sz="1000">
              <a:solidFill>
                <a:schemeClr val="lt1"/>
              </a:solidFill>
              <a:latin typeface="Roboto"/>
              <a:ea typeface="Roboto"/>
              <a:cs typeface="Roboto"/>
              <a:sym typeface="Roboto"/>
            </a:endParaRPr>
          </a:p>
          <a:p>
            <a:pPr indent="0" lvl="0" marL="0" rtl="0" algn="l">
              <a:spcBef>
                <a:spcPts val="0"/>
              </a:spcBef>
              <a:spcAft>
                <a:spcPts val="0"/>
              </a:spcAft>
              <a:buNone/>
            </a:pPr>
            <a:r>
              <a:rPr lang="en" sz="1000">
                <a:solidFill>
                  <a:schemeClr val="lt1"/>
                </a:solidFill>
                <a:latin typeface="Roboto"/>
                <a:ea typeface="Roboto"/>
                <a:cs typeface="Roboto"/>
                <a:sym typeface="Roboto"/>
              </a:rPr>
              <a:t>Distance: 16.41km</a:t>
            </a:r>
            <a:endParaRPr sz="1000">
              <a:solidFill>
                <a:schemeClr val="lt1"/>
              </a:solidFill>
              <a:latin typeface="Roboto"/>
              <a:ea typeface="Roboto"/>
              <a:cs typeface="Roboto"/>
              <a:sym typeface="Roboto"/>
            </a:endParaRPr>
          </a:p>
          <a:p>
            <a:pPr indent="0" lvl="0" marL="0" rtl="0" algn="l">
              <a:spcBef>
                <a:spcPts val="0"/>
              </a:spcBef>
              <a:spcAft>
                <a:spcPts val="0"/>
              </a:spcAft>
              <a:buNone/>
            </a:pPr>
            <a:r>
              <a:rPr lang="en" sz="1000">
                <a:solidFill>
                  <a:schemeClr val="lt1"/>
                </a:solidFill>
                <a:latin typeface="Roboto"/>
                <a:ea typeface="Roboto"/>
                <a:cs typeface="Roboto"/>
                <a:sym typeface="Roboto"/>
              </a:rPr>
              <a:t>ETA: 32 min 49 s</a:t>
            </a:r>
            <a:endParaRPr sz="1000">
              <a:solidFill>
                <a:schemeClr val="lt1"/>
              </a:solidFill>
              <a:latin typeface="Roboto"/>
              <a:ea typeface="Roboto"/>
              <a:cs typeface="Roboto"/>
              <a:sym typeface="Roboto"/>
            </a:endParaRPr>
          </a:p>
          <a:p>
            <a:pPr indent="0" lvl="0" marL="0" rtl="0" algn="l">
              <a:spcBef>
                <a:spcPts val="0"/>
              </a:spcBef>
              <a:spcAft>
                <a:spcPts val="0"/>
              </a:spcAft>
              <a:buNone/>
            </a:pPr>
            <a:r>
              <a:rPr lang="en" sz="1000">
                <a:solidFill>
                  <a:schemeClr val="lt1"/>
                </a:solidFill>
                <a:latin typeface="Roboto"/>
                <a:ea typeface="Roboto"/>
                <a:cs typeface="Roboto"/>
                <a:sym typeface="Roboto"/>
              </a:rPr>
              <a:t>Runtime: 51933ms == 51.933s</a:t>
            </a:r>
            <a:endParaRPr sz="1000">
              <a:solidFill>
                <a:schemeClr val="lt1"/>
              </a:solidFill>
              <a:latin typeface="Roboto"/>
              <a:ea typeface="Roboto"/>
              <a:cs typeface="Roboto"/>
              <a:sym typeface="Roboto"/>
            </a:endParaRPr>
          </a:p>
        </p:txBody>
      </p:sp>
      <p:sp>
        <p:nvSpPr>
          <p:cNvPr id="654" name="Google Shape;654;p67"/>
          <p:cNvSpPr txBox="1"/>
          <p:nvPr/>
        </p:nvSpPr>
        <p:spPr>
          <a:xfrm>
            <a:off x="5662900" y="4029575"/>
            <a:ext cx="3438000" cy="29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lt1"/>
                </a:solidFill>
                <a:latin typeface="Roboto"/>
                <a:ea typeface="Roboto"/>
                <a:cs typeface="Roboto"/>
                <a:sym typeface="Roboto"/>
              </a:rPr>
              <a:t>Algorithm: Ant Colony Optimization (NO PATH FOUND)</a:t>
            </a:r>
            <a:endParaRPr sz="1000">
              <a:solidFill>
                <a:schemeClr val="lt1"/>
              </a:solidFill>
              <a:latin typeface="Roboto"/>
              <a:ea typeface="Roboto"/>
              <a:cs typeface="Roboto"/>
              <a:sym typeface="Roboto"/>
            </a:endParaRPr>
          </a:p>
        </p:txBody>
      </p:sp>
      <p:sp>
        <p:nvSpPr>
          <p:cNvPr id="655" name="Google Shape;655;p67"/>
          <p:cNvSpPr txBox="1"/>
          <p:nvPr/>
        </p:nvSpPr>
        <p:spPr>
          <a:xfrm>
            <a:off x="86100" y="3630275"/>
            <a:ext cx="2886900" cy="3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lt1"/>
                </a:solidFill>
                <a:latin typeface="Space Grotesk Medium"/>
                <a:ea typeface="Space Grotesk Medium"/>
                <a:cs typeface="Space Grotesk Medium"/>
                <a:sym typeface="Space Grotesk Medium"/>
              </a:rPr>
              <a:t>Algorithm Application</a:t>
            </a:r>
            <a:endParaRPr sz="1500">
              <a:solidFill>
                <a:schemeClr val="lt1"/>
              </a:solidFill>
              <a:latin typeface="Space Grotesk Medium"/>
              <a:ea typeface="Space Grotesk Medium"/>
              <a:cs typeface="Space Grotesk Medium"/>
              <a:sym typeface="Space Grotesk Medium"/>
            </a:endParaRPr>
          </a:p>
        </p:txBody>
      </p:sp>
      <p:sp>
        <p:nvSpPr>
          <p:cNvPr id="656" name="Google Shape;656;p67"/>
          <p:cNvSpPr txBox="1"/>
          <p:nvPr/>
        </p:nvSpPr>
        <p:spPr>
          <a:xfrm>
            <a:off x="86100" y="4029575"/>
            <a:ext cx="4141500" cy="91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lt1"/>
                </a:solidFill>
                <a:latin typeface="Roboto"/>
                <a:ea typeface="Roboto"/>
                <a:cs typeface="Roboto"/>
                <a:sym typeface="Roboto"/>
              </a:rPr>
              <a:t>As the dataset increases Bellman-Ford and ACO stay irrelevant, but A* and Dijkstra stay very </a:t>
            </a:r>
            <a:r>
              <a:rPr lang="en" sz="1000">
                <a:solidFill>
                  <a:schemeClr val="lt1"/>
                </a:solidFill>
                <a:latin typeface="Roboto"/>
                <a:ea typeface="Roboto"/>
                <a:cs typeface="Roboto"/>
                <a:sym typeface="Roboto"/>
              </a:rPr>
              <a:t>useful for being applied for GPS Routing in resource constrained environments. With that being said it is here you can see noticeable drop in time efficiency for Dijkstra’s.</a:t>
            </a:r>
            <a:endParaRPr sz="1000">
              <a:solidFill>
                <a:schemeClr val="lt1"/>
              </a:solidFill>
              <a:latin typeface="Roboto"/>
              <a:ea typeface="Roboto"/>
              <a:cs typeface="Roboto"/>
              <a:sym typeface="Roboto"/>
            </a:endParaRPr>
          </a:p>
        </p:txBody>
      </p:sp>
      <p:pic>
        <p:nvPicPr>
          <p:cNvPr id="657" name="Google Shape;657;p67" title="~16km Astar GPS Algo Route.png"/>
          <p:cNvPicPr preferRelativeResize="0"/>
          <p:nvPr/>
        </p:nvPicPr>
        <p:blipFill rotWithShape="1">
          <a:blip r:embed="rId3">
            <a:alphaModFix/>
          </a:blip>
          <a:srcRect b="0" l="17831" r="0" t="8265"/>
          <a:stretch/>
        </p:blipFill>
        <p:spPr>
          <a:xfrm>
            <a:off x="3085500" y="585875"/>
            <a:ext cx="2973000" cy="2056350"/>
          </a:xfrm>
          <a:prstGeom prst="rect">
            <a:avLst/>
          </a:prstGeom>
          <a:noFill/>
          <a:ln>
            <a:noFill/>
          </a:ln>
        </p:spPr>
      </p:pic>
      <p:pic>
        <p:nvPicPr>
          <p:cNvPr id="658" name="Google Shape;658;p67" title="~16km Bellman-Ford GPS Algo Route.png"/>
          <p:cNvPicPr preferRelativeResize="0"/>
          <p:nvPr/>
        </p:nvPicPr>
        <p:blipFill rotWithShape="1">
          <a:blip r:embed="rId4">
            <a:alphaModFix/>
          </a:blip>
          <a:srcRect b="0" l="19322" r="0" t="6655"/>
          <a:stretch/>
        </p:blipFill>
        <p:spPr>
          <a:xfrm>
            <a:off x="6170975" y="585875"/>
            <a:ext cx="2972999" cy="2056350"/>
          </a:xfrm>
          <a:prstGeom prst="rect">
            <a:avLst/>
          </a:prstGeom>
          <a:noFill/>
          <a:ln>
            <a:noFill/>
          </a:ln>
        </p:spPr>
      </p:pic>
      <p:pic>
        <p:nvPicPr>
          <p:cNvPr id="659" name="Google Shape;659;p67" title="~16km Dijkstra GPS Algo Route.png"/>
          <p:cNvPicPr preferRelativeResize="0"/>
          <p:nvPr/>
        </p:nvPicPr>
        <p:blipFill rotWithShape="1">
          <a:blip r:embed="rId5">
            <a:alphaModFix/>
          </a:blip>
          <a:srcRect b="0" l="17184" r="0" t="8265"/>
          <a:stretch/>
        </p:blipFill>
        <p:spPr>
          <a:xfrm>
            <a:off x="23" y="585875"/>
            <a:ext cx="2973000" cy="20563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3" name="Shape 663"/>
        <p:cNvGrpSpPr/>
        <p:nvPr/>
      </p:nvGrpSpPr>
      <p:grpSpPr>
        <a:xfrm>
          <a:off x="0" y="0"/>
          <a:ext cx="0" cy="0"/>
          <a:chOff x="0" y="0"/>
          <a:chExt cx="0" cy="0"/>
        </a:xfrm>
      </p:grpSpPr>
      <p:sp>
        <p:nvSpPr>
          <p:cNvPr id="664" name="Google Shape;664;p68"/>
          <p:cNvSpPr/>
          <p:nvPr/>
        </p:nvSpPr>
        <p:spPr>
          <a:xfrm>
            <a:off x="0" y="3630275"/>
            <a:ext cx="4266600" cy="1559400"/>
          </a:xfrm>
          <a:prstGeom prst="round2DiagRect">
            <a:avLst>
              <a:gd fmla="val 16667" name="adj1"/>
              <a:gd fmla="val 0" name="adj2"/>
            </a:avLst>
          </a:prstGeom>
          <a:solidFill>
            <a:schemeClr val="dk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665" name="Google Shape;665;p68"/>
          <p:cNvSpPr txBox="1"/>
          <p:nvPr/>
        </p:nvSpPr>
        <p:spPr>
          <a:xfrm>
            <a:off x="164400" y="86125"/>
            <a:ext cx="3891000" cy="3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lt1"/>
                </a:solidFill>
                <a:latin typeface="Space Grotesk Medium"/>
                <a:ea typeface="Space Grotesk Medium"/>
                <a:cs typeface="Space Grotesk Medium"/>
                <a:sym typeface="Space Grotesk Medium"/>
              </a:rPr>
              <a:t>Pathing Cookeville to Lebanon</a:t>
            </a:r>
            <a:endParaRPr sz="2000">
              <a:solidFill>
                <a:schemeClr val="lt1"/>
              </a:solidFill>
              <a:latin typeface="Space Grotesk Medium"/>
              <a:ea typeface="Space Grotesk Medium"/>
              <a:cs typeface="Space Grotesk Medium"/>
              <a:sym typeface="Space Grotesk Medium"/>
            </a:endParaRPr>
          </a:p>
        </p:txBody>
      </p:sp>
      <p:sp>
        <p:nvSpPr>
          <p:cNvPr id="666" name="Google Shape;666;p68"/>
          <p:cNvSpPr txBox="1"/>
          <p:nvPr/>
        </p:nvSpPr>
        <p:spPr>
          <a:xfrm>
            <a:off x="509400" y="2435975"/>
            <a:ext cx="2886900" cy="74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lt1"/>
                </a:solidFill>
                <a:latin typeface="Roboto"/>
                <a:ea typeface="Roboto"/>
                <a:cs typeface="Roboto"/>
                <a:sym typeface="Roboto"/>
              </a:rPr>
              <a:t>Algorithm: Dijkstra’s</a:t>
            </a:r>
            <a:endParaRPr sz="1000">
              <a:solidFill>
                <a:schemeClr val="lt1"/>
              </a:solidFill>
              <a:latin typeface="Roboto"/>
              <a:ea typeface="Roboto"/>
              <a:cs typeface="Roboto"/>
              <a:sym typeface="Roboto"/>
            </a:endParaRPr>
          </a:p>
          <a:p>
            <a:pPr indent="0" lvl="0" marL="0" rtl="0" algn="l">
              <a:spcBef>
                <a:spcPts val="0"/>
              </a:spcBef>
              <a:spcAft>
                <a:spcPts val="0"/>
              </a:spcAft>
              <a:buNone/>
            </a:pPr>
            <a:r>
              <a:rPr lang="en" sz="1000">
                <a:solidFill>
                  <a:schemeClr val="lt1"/>
                </a:solidFill>
                <a:latin typeface="Roboto"/>
                <a:ea typeface="Roboto"/>
                <a:cs typeface="Roboto"/>
                <a:sym typeface="Roboto"/>
              </a:rPr>
              <a:t>Distance: 81.15km</a:t>
            </a:r>
            <a:endParaRPr sz="1000">
              <a:solidFill>
                <a:schemeClr val="lt1"/>
              </a:solidFill>
              <a:latin typeface="Roboto"/>
              <a:ea typeface="Roboto"/>
              <a:cs typeface="Roboto"/>
              <a:sym typeface="Roboto"/>
            </a:endParaRPr>
          </a:p>
          <a:p>
            <a:pPr indent="0" lvl="0" marL="0" rtl="0" algn="l">
              <a:spcBef>
                <a:spcPts val="0"/>
              </a:spcBef>
              <a:spcAft>
                <a:spcPts val="0"/>
              </a:spcAft>
              <a:buNone/>
            </a:pPr>
            <a:r>
              <a:rPr lang="en" sz="1000">
                <a:solidFill>
                  <a:schemeClr val="lt1"/>
                </a:solidFill>
                <a:latin typeface="Roboto"/>
                <a:ea typeface="Roboto"/>
                <a:cs typeface="Roboto"/>
                <a:sym typeface="Roboto"/>
              </a:rPr>
              <a:t>ETA: 162 min 17 s</a:t>
            </a:r>
            <a:endParaRPr sz="1000">
              <a:solidFill>
                <a:schemeClr val="lt1"/>
              </a:solidFill>
              <a:latin typeface="Roboto"/>
              <a:ea typeface="Roboto"/>
              <a:cs typeface="Roboto"/>
              <a:sym typeface="Roboto"/>
            </a:endParaRPr>
          </a:p>
          <a:p>
            <a:pPr indent="0" lvl="0" marL="0" rtl="0" algn="l">
              <a:spcBef>
                <a:spcPts val="0"/>
              </a:spcBef>
              <a:spcAft>
                <a:spcPts val="0"/>
              </a:spcAft>
              <a:buNone/>
            </a:pPr>
            <a:r>
              <a:rPr lang="en" sz="1000">
                <a:solidFill>
                  <a:schemeClr val="lt1"/>
                </a:solidFill>
                <a:latin typeface="Roboto"/>
                <a:ea typeface="Roboto"/>
                <a:cs typeface="Roboto"/>
                <a:sym typeface="Roboto"/>
              </a:rPr>
              <a:t>Runtime: 3058ms</a:t>
            </a:r>
            <a:endParaRPr sz="1000">
              <a:solidFill>
                <a:schemeClr val="lt1"/>
              </a:solidFill>
              <a:latin typeface="Roboto"/>
              <a:ea typeface="Roboto"/>
              <a:cs typeface="Roboto"/>
              <a:sym typeface="Roboto"/>
            </a:endParaRPr>
          </a:p>
        </p:txBody>
      </p:sp>
      <p:sp>
        <p:nvSpPr>
          <p:cNvPr id="667" name="Google Shape;667;p68"/>
          <p:cNvSpPr txBox="1"/>
          <p:nvPr/>
        </p:nvSpPr>
        <p:spPr>
          <a:xfrm>
            <a:off x="5008525" y="2435975"/>
            <a:ext cx="2886900" cy="74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lt1"/>
                </a:solidFill>
                <a:latin typeface="Roboto"/>
                <a:ea typeface="Roboto"/>
                <a:cs typeface="Roboto"/>
                <a:sym typeface="Roboto"/>
              </a:rPr>
              <a:t>Algorithm: A*</a:t>
            </a:r>
            <a:endParaRPr sz="1000">
              <a:solidFill>
                <a:schemeClr val="lt1"/>
              </a:solidFill>
              <a:latin typeface="Roboto"/>
              <a:ea typeface="Roboto"/>
              <a:cs typeface="Roboto"/>
              <a:sym typeface="Roboto"/>
            </a:endParaRPr>
          </a:p>
          <a:p>
            <a:pPr indent="0" lvl="0" marL="0" rtl="0" algn="l">
              <a:spcBef>
                <a:spcPts val="0"/>
              </a:spcBef>
              <a:spcAft>
                <a:spcPts val="0"/>
              </a:spcAft>
              <a:buNone/>
            </a:pPr>
            <a:r>
              <a:rPr lang="en" sz="1000">
                <a:solidFill>
                  <a:schemeClr val="lt1"/>
                </a:solidFill>
                <a:latin typeface="Roboto"/>
                <a:ea typeface="Roboto"/>
                <a:cs typeface="Roboto"/>
                <a:sym typeface="Roboto"/>
              </a:rPr>
              <a:t>Distance: 81.15km</a:t>
            </a:r>
            <a:endParaRPr sz="1000">
              <a:solidFill>
                <a:schemeClr val="lt1"/>
              </a:solidFill>
              <a:latin typeface="Roboto"/>
              <a:ea typeface="Roboto"/>
              <a:cs typeface="Roboto"/>
              <a:sym typeface="Roboto"/>
            </a:endParaRPr>
          </a:p>
          <a:p>
            <a:pPr indent="0" lvl="0" marL="0" rtl="0" algn="l">
              <a:spcBef>
                <a:spcPts val="0"/>
              </a:spcBef>
              <a:spcAft>
                <a:spcPts val="0"/>
              </a:spcAft>
              <a:buNone/>
            </a:pPr>
            <a:r>
              <a:rPr lang="en" sz="1000">
                <a:solidFill>
                  <a:schemeClr val="lt1"/>
                </a:solidFill>
                <a:latin typeface="Roboto"/>
                <a:ea typeface="Roboto"/>
                <a:cs typeface="Roboto"/>
                <a:sym typeface="Roboto"/>
              </a:rPr>
              <a:t>ETA: 162 min 17 s</a:t>
            </a:r>
            <a:endParaRPr sz="1000">
              <a:solidFill>
                <a:schemeClr val="lt1"/>
              </a:solidFill>
              <a:latin typeface="Roboto"/>
              <a:ea typeface="Roboto"/>
              <a:cs typeface="Roboto"/>
              <a:sym typeface="Roboto"/>
            </a:endParaRPr>
          </a:p>
          <a:p>
            <a:pPr indent="0" lvl="0" marL="0" rtl="0" algn="l">
              <a:spcBef>
                <a:spcPts val="0"/>
              </a:spcBef>
              <a:spcAft>
                <a:spcPts val="0"/>
              </a:spcAft>
              <a:buNone/>
            </a:pPr>
            <a:r>
              <a:rPr lang="en" sz="1000">
                <a:solidFill>
                  <a:schemeClr val="lt1"/>
                </a:solidFill>
                <a:latin typeface="Roboto"/>
                <a:ea typeface="Roboto"/>
                <a:cs typeface="Roboto"/>
                <a:sym typeface="Roboto"/>
              </a:rPr>
              <a:t>Runtime: 2814ms</a:t>
            </a:r>
            <a:endParaRPr sz="1000">
              <a:solidFill>
                <a:schemeClr val="lt1"/>
              </a:solidFill>
              <a:latin typeface="Roboto"/>
              <a:ea typeface="Roboto"/>
              <a:cs typeface="Roboto"/>
              <a:sym typeface="Roboto"/>
            </a:endParaRPr>
          </a:p>
        </p:txBody>
      </p:sp>
      <p:sp>
        <p:nvSpPr>
          <p:cNvPr id="668" name="Google Shape;668;p68"/>
          <p:cNvSpPr txBox="1"/>
          <p:nvPr/>
        </p:nvSpPr>
        <p:spPr>
          <a:xfrm>
            <a:off x="5008525" y="4029575"/>
            <a:ext cx="3438000" cy="59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lt1"/>
                </a:solidFill>
                <a:latin typeface="Roboto"/>
                <a:ea typeface="Roboto"/>
                <a:cs typeface="Roboto"/>
                <a:sym typeface="Roboto"/>
              </a:rPr>
              <a:t>Algorithm: Bellman-Ford (PATH TOO FAR)</a:t>
            </a:r>
            <a:endParaRPr sz="1000">
              <a:solidFill>
                <a:schemeClr val="lt1"/>
              </a:solidFill>
              <a:latin typeface="Roboto"/>
              <a:ea typeface="Roboto"/>
              <a:cs typeface="Roboto"/>
              <a:sym typeface="Roboto"/>
            </a:endParaRPr>
          </a:p>
          <a:p>
            <a:pPr indent="0" lvl="0" marL="0" rtl="0" algn="l">
              <a:spcBef>
                <a:spcPts val="0"/>
              </a:spcBef>
              <a:spcAft>
                <a:spcPts val="0"/>
              </a:spcAft>
              <a:buNone/>
            </a:pPr>
            <a:r>
              <a:t/>
            </a:r>
            <a:endParaRPr sz="1000">
              <a:solidFill>
                <a:schemeClr val="lt1"/>
              </a:solidFill>
              <a:latin typeface="Roboto"/>
              <a:ea typeface="Roboto"/>
              <a:cs typeface="Roboto"/>
              <a:sym typeface="Roboto"/>
            </a:endParaRPr>
          </a:p>
          <a:p>
            <a:pPr indent="0" lvl="0" marL="0" rtl="0" algn="l">
              <a:spcBef>
                <a:spcPts val="0"/>
              </a:spcBef>
              <a:spcAft>
                <a:spcPts val="0"/>
              </a:spcAft>
              <a:buNone/>
            </a:pPr>
            <a:r>
              <a:rPr lang="en" sz="1000">
                <a:solidFill>
                  <a:schemeClr val="lt1"/>
                </a:solidFill>
                <a:latin typeface="Roboto"/>
                <a:ea typeface="Roboto"/>
                <a:cs typeface="Roboto"/>
                <a:sym typeface="Roboto"/>
              </a:rPr>
              <a:t>Algorithm: Ant Colony Optimization (PATH TOO FAR)</a:t>
            </a:r>
            <a:endParaRPr sz="1000">
              <a:solidFill>
                <a:schemeClr val="lt1"/>
              </a:solidFill>
              <a:latin typeface="Roboto"/>
              <a:ea typeface="Roboto"/>
              <a:cs typeface="Roboto"/>
              <a:sym typeface="Roboto"/>
            </a:endParaRPr>
          </a:p>
        </p:txBody>
      </p:sp>
      <p:sp>
        <p:nvSpPr>
          <p:cNvPr id="669" name="Google Shape;669;p68"/>
          <p:cNvSpPr txBox="1"/>
          <p:nvPr/>
        </p:nvSpPr>
        <p:spPr>
          <a:xfrm>
            <a:off x="86100" y="3630275"/>
            <a:ext cx="2886900" cy="3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lt1"/>
                </a:solidFill>
                <a:latin typeface="Space Grotesk Medium"/>
                <a:ea typeface="Space Grotesk Medium"/>
                <a:cs typeface="Space Grotesk Medium"/>
                <a:sym typeface="Space Grotesk Medium"/>
              </a:rPr>
              <a:t>Algorithm Application</a:t>
            </a:r>
            <a:endParaRPr sz="1500">
              <a:solidFill>
                <a:schemeClr val="lt1"/>
              </a:solidFill>
              <a:latin typeface="Space Grotesk Medium"/>
              <a:ea typeface="Space Grotesk Medium"/>
              <a:cs typeface="Space Grotesk Medium"/>
              <a:sym typeface="Space Grotesk Medium"/>
            </a:endParaRPr>
          </a:p>
        </p:txBody>
      </p:sp>
      <p:sp>
        <p:nvSpPr>
          <p:cNvPr id="670" name="Google Shape;670;p68"/>
          <p:cNvSpPr txBox="1"/>
          <p:nvPr/>
        </p:nvSpPr>
        <p:spPr>
          <a:xfrm>
            <a:off x="86100" y="4029575"/>
            <a:ext cx="4141500" cy="91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lt1"/>
                </a:solidFill>
                <a:latin typeface="Roboto"/>
                <a:ea typeface="Roboto"/>
                <a:cs typeface="Roboto"/>
                <a:sym typeface="Roboto"/>
              </a:rPr>
              <a:t>As the </a:t>
            </a:r>
            <a:r>
              <a:rPr lang="en" sz="1000">
                <a:solidFill>
                  <a:schemeClr val="lt1"/>
                </a:solidFill>
                <a:latin typeface="Roboto"/>
                <a:ea typeface="Roboto"/>
                <a:cs typeface="Roboto"/>
                <a:sym typeface="Roboto"/>
              </a:rPr>
              <a:t>dataset</a:t>
            </a:r>
            <a:r>
              <a:rPr lang="en" sz="1000">
                <a:solidFill>
                  <a:schemeClr val="lt1"/>
                </a:solidFill>
                <a:latin typeface="Roboto"/>
                <a:ea typeface="Roboto"/>
                <a:cs typeface="Roboto"/>
                <a:sym typeface="Roboto"/>
              </a:rPr>
              <a:t> increases even further Dijkstra lags behind A* in time efficiency. Bellman-Ford and ACO take too much RAM to be ran on any large dataset, but Dijkstra and A* stay very viable options for doing GPS Routing on resource constrained environments. At this point graph/subgraph loading becomes the main slowdown. </a:t>
            </a:r>
            <a:endParaRPr sz="1000">
              <a:solidFill>
                <a:schemeClr val="lt1"/>
              </a:solidFill>
              <a:latin typeface="Roboto"/>
              <a:ea typeface="Roboto"/>
              <a:cs typeface="Roboto"/>
              <a:sym typeface="Roboto"/>
            </a:endParaRPr>
          </a:p>
        </p:txBody>
      </p:sp>
      <p:pic>
        <p:nvPicPr>
          <p:cNvPr id="671" name="Google Shape;671;p68" title="Screenshot 2026-04-25 162541.png"/>
          <p:cNvPicPr preferRelativeResize="0"/>
          <p:nvPr/>
        </p:nvPicPr>
        <p:blipFill rotWithShape="1">
          <a:blip r:embed="rId3">
            <a:alphaModFix/>
          </a:blip>
          <a:srcRect b="0" l="0" r="0" t="0"/>
          <a:stretch/>
        </p:blipFill>
        <p:spPr>
          <a:xfrm>
            <a:off x="4960563" y="590825"/>
            <a:ext cx="3294914" cy="1812875"/>
          </a:xfrm>
          <a:prstGeom prst="rect">
            <a:avLst/>
          </a:prstGeom>
          <a:noFill/>
          <a:ln>
            <a:noFill/>
          </a:ln>
        </p:spPr>
      </p:pic>
      <p:pic>
        <p:nvPicPr>
          <p:cNvPr id="672" name="Google Shape;672;p68" title="Screenshot 2026-04-25 162705.png"/>
          <p:cNvPicPr preferRelativeResize="0"/>
          <p:nvPr/>
        </p:nvPicPr>
        <p:blipFill>
          <a:blip r:embed="rId4">
            <a:alphaModFix/>
          </a:blip>
          <a:stretch>
            <a:fillRect/>
          </a:stretch>
        </p:blipFill>
        <p:spPr>
          <a:xfrm>
            <a:off x="509389" y="589875"/>
            <a:ext cx="3294923" cy="181478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accent4"/>
            </a:gs>
            <a:gs pos="100000">
              <a:schemeClr val="dk1"/>
            </a:gs>
          </a:gsLst>
          <a:lin ang="5400700" scaled="0"/>
        </a:gradFill>
      </p:bgPr>
    </p:bg>
    <p:spTree>
      <p:nvGrpSpPr>
        <p:cNvPr id="676" name="Shape 676"/>
        <p:cNvGrpSpPr/>
        <p:nvPr/>
      </p:nvGrpSpPr>
      <p:grpSpPr>
        <a:xfrm>
          <a:off x="0" y="0"/>
          <a:ext cx="0" cy="0"/>
          <a:chOff x="0" y="0"/>
          <a:chExt cx="0" cy="0"/>
        </a:xfrm>
      </p:grpSpPr>
      <p:sp>
        <p:nvSpPr>
          <p:cNvPr id="677" name="Google Shape;677;p69"/>
          <p:cNvSpPr/>
          <p:nvPr/>
        </p:nvSpPr>
        <p:spPr>
          <a:xfrm rot="-5400000">
            <a:off x="7602600" y="3599525"/>
            <a:ext cx="2601300" cy="24300"/>
          </a:xfrm>
          <a:prstGeom prst="rect">
            <a:avLst/>
          </a:prstGeom>
          <a:gradFill>
            <a:gsLst>
              <a:gs pos="0">
                <a:schemeClr val="lt1"/>
              </a:gs>
              <a:gs pos="100000">
                <a:srgbClr val="FFFFFF">
                  <a:alpha val="0"/>
                </a:srgbClr>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678" name="Google Shape;678;p69"/>
          <p:cNvSpPr txBox="1"/>
          <p:nvPr>
            <p:ph type="title"/>
          </p:nvPr>
        </p:nvSpPr>
        <p:spPr>
          <a:xfrm>
            <a:off x="212450" y="177900"/>
            <a:ext cx="5789400" cy="415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GPS Pathfinding Optimization</a:t>
            </a:r>
            <a:endParaRPr/>
          </a:p>
        </p:txBody>
      </p:sp>
      <p:sp>
        <p:nvSpPr>
          <p:cNvPr id="679" name="Google Shape;679;p69"/>
          <p:cNvSpPr txBox="1"/>
          <p:nvPr>
            <p:ph idx="1" type="subTitle"/>
          </p:nvPr>
        </p:nvSpPr>
        <p:spPr>
          <a:xfrm>
            <a:off x="575697" y="1119550"/>
            <a:ext cx="2481300" cy="21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Prerequisites</a:t>
            </a:r>
            <a:endParaRPr/>
          </a:p>
        </p:txBody>
      </p:sp>
      <p:sp>
        <p:nvSpPr>
          <p:cNvPr id="680" name="Google Shape;680;p69"/>
          <p:cNvSpPr txBox="1"/>
          <p:nvPr>
            <p:ph idx="2" type="subTitle"/>
          </p:nvPr>
        </p:nvSpPr>
        <p:spPr>
          <a:xfrm>
            <a:off x="570950" y="1495975"/>
            <a:ext cx="2481300" cy="630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To run this program requires a relatively intensive configuration to have the correct packages and hardware configuration for all software and connected hardware.</a:t>
            </a:r>
            <a:endParaRPr/>
          </a:p>
        </p:txBody>
      </p:sp>
      <p:sp>
        <p:nvSpPr>
          <p:cNvPr id="681" name="Google Shape;681;p69"/>
          <p:cNvSpPr txBox="1"/>
          <p:nvPr>
            <p:ph idx="3" type="subTitle"/>
          </p:nvPr>
        </p:nvSpPr>
        <p:spPr>
          <a:xfrm>
            <a:off x="4975622" y="1119550"/>
            <a:ext cx="2481300" cy="21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Graph Optimizations</a:t>
            </a:r>
            <a:endParaRPr/>
          </a:p>
          <a:p>
            <a:pPr indent="0" lvl="0" marL="0" rtl="0" algn="l">
              <a:spcBef>
                <a:spcPts val="0"/>
              </a:spcBef>
              <a:spcAft>
                <a:spcPts val="0"/>
              </a:spcAft>
              <a:buNone/>
            </a:pPr>
            <a:r>
              <a:t/>
            </a:r>
            <a:endParaRPr/>
          </a:p>
        </p:txBody>
      </p:sp>
      <p:sp>
        <p:nvSpPr>
          <p:cNvPr id="682" name="Google Shape;682;p69"/>
          <p:cNvSpPr txBox="1"/>
          <p:nvPr>
            <p:ph idx="4" type="subTitle"/>
          </p:nvPr>
        </p:nvSpPr>
        <p:spPr>
          <a:xfrm>
            <a:off x="680147" y="2950650"/>
            <a:ext cx="2481300" cy="21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Software Optimizations</a:t>
            </a:r>
            <a:endParaRPr/>
          </a:p>
          <a:p>
            <a:pPr indent="0" lvl="0" marL="0" rtl="0" algn="l">
              <a:spcBef>
                <a:spcPts val="0"/>
              </a:spcBef>
              <a:spcAft>
                <a:spcPts val="0"/>
              </a:spcAft>
              <a:buNone/>
            </a:pPr>
            <a:r>
              <a:t/>
            </a:r>
            <a:endParaRPr/>
          </a:p>
        </p:txBody>
      </p:sp>
      <p:sp>
        <p:nvSpPr>
          <p:cNvPr id="683" name="Google Shape;683;p69"/>
          <p:cNvSpPr txBox="1"/>
          <p:nvPr>
            <p:ph idx="5" type="subTitle"/>
          </p:nvPr>
        </p:nvSpPr>
        <p:spPr>
          <a:xfrm>
            <a:off x="675400" y="3327075"/>
            <a:ext cx="2481300" cy="630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To help with preventing overloading memory set the device to have 1GB of swap memory encase the 512MB memory is overloaded during any processes. </a:t>
            </a:r>
            <a:endParaRPr/>
          </a:p>
        </p:txBody>
      </p:sp>
      <p:sp>
        <p:nvSpPr>
          <p:cNvPr id="684" name="Google Shape;684;p69"/>
          <p:cNvSpPr txBox="1"/>
          <p:nvPr>
            <p:ph idx="6" type="subTitle"/>
          </p:nvPr>
        </p:nvSpPr>
        <p:spPr>
          <a:xfrm>
            <a:off x="4970875" y="1495975"/>
            <a:ext cx="2481300" cy="630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The most intensive optimization when it comes to GPS Routing is Graph Loading. When memory is limited you can not load large graphs into memory. This requires you to load a large graph in smaller subgraphs and cache them to be able to used with algorithms without overloading the devices memory.</a:t>
            </a:r>
            <a:endParaRPr/>
          </a:p>
        </p:txBody>
      </p:sp>
      <p:sp>
        <p:nvSpPr>
          <p:cNvPr id="685" name="Google Shape;685;p69"/>
          <p:cNvSpPr txBox="1"/>
          <p:nvPr>
            <p:ph idx="7" type="subTitle"/>
          </p:nvPr>
        </p:nvSpPr>
        <p:spPr>
          <a:xfrm>
            <a:off x="5082447" y="2950650"/>
            <a:ext cx="2481300" cy="21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Hardware Optimizations</a:t>
            </a:r>
            <a:endParaRPr/>
          </a:p>
          <a:p>
            <a:pPr indent="0" lvl="0" marL="0" rtl="0" algn="l">
              <a:spcBef>
                <a:spcPts val="0"/>
              </a:spcBef>
              <a:spcAft>
                <a:spcPts val="0"/>
              </a:spcAft>
              <a:buNone/>
            </a:pPr>
            <a:r>
              <a:t/>
            </a:r>
            <a:endParaRPr/>
          </a:p>
        </p:txBody>
      </p:sp>
      <p:sp>
        <p:nvSpPr>
          <p:cNvPr id="686" name="Google Shape;686;p69"/>
          <p:cNvSpPr txBox="1"/>
          <p:nvPr>
            <p:ph idx="8" type="subTitle"/>
          </p:nvPr>
        </p:nvSpPr>
        <p:spPr>
          <a:xfrm>
            <a:off x="5077700" y="3327075"/>
            <a:ext cx="2481300" cy="790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Due to time/money constraints I had to optimize my program around the abilities of the connected hardware and its downsides. Such as the NEO-6M only giving moderately reliable coordinates.</a:t>
            </a:r>
            <a:endParaRPr/>
          </a:p>
        </p:txBody>
      </p:sp>
      <p:sp>
        <p:nvSpPr>
          <p:cNvPr id="687" name="Google Shape;687;p69"/>
          <p:cNvSpPr txBox="1"/>
          <p:nvPr/>
        </p:nvSpPr>
        <p:spPr>
          <a:xfrm>
            <a:off x="212450" y="1121750"/>
            <a:ext cx="256800" cy="18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200">
                <a:solidFill>
                  <a:schemeClr val="lt1"/>
                </a:solidFill>
                <a:latin typeface="Space Grotesk"/>
                <a:ea typeface="Space Grotesk"/>
                <a:cs typeface="Space Grotesk"/>
                <a:sym typeface="Space Grotesk"/>
              </a:rPr>
              <a:t>1</a:t>
            </a:r>
            <a:endParaRPr sz="1200">
              <a:solidFill>
                <a:schemeClr val="lt1"/>
              </a:solidFill>
              <a:latin typeface="Space Grotesk"/>
              <a:ea typeface="Space Grotesk"/>
              <a:cs typeface="Space Grotesk"/>
              <a:sym typeface="Space Grotesk"/>
            </a:endParaRPr>
          </a:p>
        </p:txBody>
      </p:sp>
      <p:cxnSp>
        <p:nvCxnSpPr>
          <p:cNvPr id="688" name="Google Shape;688;p69"/>
          <p:cNvCxnSpPr/>
          <p:nvPr/>
        </p:nvCxnSpPr>
        <p:spPr>
          <a:xfrm>
            <a:off x="212489" y="1334050"/>
            <a:ext cx="104400" cy="0"/>
          </a:xfrm>
          <a:prstGeom prst="straightConnector1">
            <a:avLst/>
          </a:prstGeom>
          <a:noFill/>
          <a:ln cap="flat" cmpd="sng" w="9525">
            <a:solidFill>
              <a:schemeClr val="lt1"/>
            </a:solidFill>
            <a:prstDash val="solid"/>
            <a:round/>
            <a:headEnd len="med" w="med" type="none"/>
            <a:tailEnd len="med" w="med" type="none"/>
          </a:ln>
        </p:spPr>
      </p:cxnSp>
      <p:sp>
        <p:nvSpPr>
          <p:cNvPr id="689" name="Google Shape;689;p69"/>
          <p:cNvSpPr txBox="1"/>
          <p:nvPr/>
        </p:nvSpPr>
        <p:spPr>
          <a:xfrm>
            <a:off x="316888" y="2950650"/>
            <a:ext cx="256800" cy="18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200">
                <a:solidFill>
                  <a:schemeClr val="lt1"/>
                </a:solidFill>
                <a:latin typeface="Space Grotesk"/>
                <a:ea typeface="Space Grotesk"/>
                <a:cs typeface="Space Grotesk"/>
                <a:sym typeface="Space Grotesk"/>
              </a:rPr>
              <a:t>3</a:t>
            </a:r>
            <a:endParaRPr sz="1200">
              <a:solidFill>
                <a:schemeClr val="lt1"/>
              </a:solidFill>
              <a:latin typeface="Space Grotesk"/>
              <a:ea typeface="Space Grotesk"/>
              <a:cs typeface="Space Grotesk"/>
              <a:sym typeface="Space Grotesk"/>
            </a:endParaRPr>
          </a:p>
        </p:txBody>
      </p:sp>
      <p:cxnSp>
        <p:nvCxnSpPr>
          <p:cNvPr id="690" name="Google Shape;690;p69"/>
          <p:cNvCxnSpPr/>
          <p:nvPr/>
        </p:nvCxnSpPr>
        <p:spPr>
          <a:xfrm>
            <a:off x="316925" y="3162950"/>
            <a:ext cx="109500" cy="0"/>
          </a:xfrm>
          <a:prstGeom prst="straightConnector1">
            <a:avLst/>
          </a:prstGeom>
          <a:noFill/>
          <a:ln cap="flat" cmpd="sng" w="9525">
            <a:solidFill>
              <a:schemeClr val="lt1"/>
            </a:solidFill>
            <a:prstDash val="solid"/>
            <a:round/>
            <a:headEnd len="med" w="med" type="none"/>
            <a:tailEnd len="med" w="med" type="none"/>
          </a:ln>
        </p:spPr>
      </p:cxnSp>
      <p:sp>
        <p:nvSpPr>
          <p:cNvPr id="691" name="Google Shape;691;p69"/>
          <p:cNvSpPr txBox="1"/>
          <p:nvPr/>
        </p:nvSpPr>
        <p:spPr>
          <a:xfrm>
            <a:off x="4609250" y="1121750"/>
            <a:ext cx="256800" cy="18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200">
                <a:solidFill>
                  <a:schemeClr val="lt1"/>
                </a:solidFill>
                <a:latin typeface="Space Grotesk"/>
                <a:ea typeface="Space Grotesk"/>
                <a:cs typeface="Space Grotesk"/>
                <a:sym typeface="Space Grotesk"/>
              </a:rPr>
              <a:t>2</a:t>
            </a:r>
            <a:endParaRPr sz="1200">
              <a:solidFill>
                <a:schemeClr val="lt1"/>
              </a:solidFill>
              <a:latin typeface="Space Grotesk"/>
              <a:ea typeface="Space Grotesk"/>
              <a:cs typeface="Space Grotesk"/>
              <a:sym typeface="Space Grotesk"/>
            </a:endParaRPr>
          </a:p>
        </p:txBody>
      </p:sp>
      <p:cxnSp>
        <p:nvCxnSpPr>
          <p:cNvPr id="692" name="Google Shape;692;p69"/>
          <p:cNvCxnSpPr/>
          <p:nvPr/>
        </p:nvCxnSpPr>
        <p:spPr>
          <a:xfrm>
            <a:off x="4609284" y="1334050"/>
            <a:ext cx="127500" cy="0"/>
          </a:xfrm>
          <a:prstGeom prst="straightConnector1">
            <a:avLst/>
          </a:prstGeom>
          <a:noFill/>
          <a:ln cap="flat" cmpd="sng" w="9525">
            <a:solidFill>
              <a:schemeClr val="lt1"/>
            </a:solidFill>
            <a:prstDash val="solid"/>
            <a:round/>
            <a:headEnd len="med" w="med" type="none"/>
            <a:tailEnd len="med" w="med" type="none"/>
          </a:ln>
        </p:spPr>
      </p:cxnSp>
      <p:sp>
        <p:nvSpPr>
          <p:cNvPr id="693" name="Google Shape;693;p69"/>
          <p:cNvSpPr txBox="1"/>
          <p:nvPr/>
        </p:nvSpPr>
        <p:spPr>
          <a:xfrm>
            <a:off x="4713688" y="2950650"/>
            <a:ext cx="256800" cy="18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200">
                <a:solidFill>
                  <a:schemeClr val="lt1"/>
                </a:solidFill>
                <a:latin typeface="Space Grotesk"/>
                <a:ea typeface="Space Grotesk"/>
                <a:cs typeface="Space Grotesk"/>
                <a:sym typeface="Space Grotesk"/>
              </a:rPr>
              <a:t>4</a:t>
            </a:r>
            <a:endParaRPr sz="1200">
              <a:solidFill>
                <a:schemeClr val="lt1"/>
              </a:solidFill>
              <a:latin typeface="Space Grotesk"/>
              <a:ea typeface="Space Grotesk"/>
              <a:cs typeface="Space Grotesk"/>
              <a:sym typeface="Space Grotesk"/>
            </a:endParaRPr>
          </a:p>
        </p:txBody>
      </p:sp>
      <p:cxnSp>
        <p:nvCxnSpPr>
          <p:cNvPr id="694" name="Google Shape;694;p69"/>
          <p:cNvCxnSpPr/>
          <p:nvPr/>
        </p:nvCxnSpPr>
        <p:spPr>
          <a:xfrm>
            <a:off x="4713725" y="3162950"/>
            <a:ext cx="127500" cy="0"/>
          </a:xfrm>
          <a:prstGeom prst="straightConnector1">
            <a:avLst/>
          </a:prstGeom>
          <a:noFill/>
          <a:ln cap="flat" cmpd="sng" w="9525">
            <a:solidFill>
              <a:schemeClr val="lt1"/>
            </a:solidFill>
            <a:prstDash val="solid"/>
            <a:round/>
            <a:headEnd len="med" w="med" type="none"/>
            <a:tailEnd len="med" w="med" type="none"/>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sp>
        <p:nvSpPr>
          <p:cNvPr id="699" name="Google Shape;699;p70"/>
          <p:cNvSpPr txBox="1"/>
          <p:nvPr>
            <p:ph type="title"/>
          </p:nvPr>
        </p:nvSpPr>
        <p:spPr>
          <a:xfrm>
            <a:off x="212450" y="177900"/>
            <a:ext cx="5789400" cy="774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GPS - Algorithm Applicability</a:t>
            </a:r>
            <a:endParaRPr/>
          </a:p>
        </p:txBody>
      </p:sp>
      <p:sp>
        <p:nvSpPr>
          <p:cNvPr id="700" name="Google Shape;700;p70"/>
          <p:cNvSpPr txBox="1"/>
          <p:nvPr>
            <p:ph idx="1" type="subTitle"/>
          </p:nvPr>
        </p:nvSpPr>
        <p:spPr>
          <a:xfrm>
            <a:off x="212450" y="758077"/>
            <a:ext cx="1649400" cy="609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Dijkstra’s</a:t>
            </a:r>
            <a:endParaRPr/>
          </a:p>
        </p:txBody>
      </p:sp>
      <p:sp>
        <p:nvSpPr>
          <p:cNvPr id="701" name="Google Shape;701;p70"/>
          <p:cNvSpPr txBox="1"/>
          <p:nvPr>
            <p:ph idx="2" type="subTitle"/>
          </p:nvPr>
        </p:nvSpPr>
        <p:spPr>
          <a:xfrm>
            <a:off x="212450" y="1613900"/>
            <a:ext cx="1649400" cy="609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a:t>
            </a:r>
            <a:endParaRPr/>
          </a:p>
        </p:txBody>
      </p:sp>
      <p:sp>
        <p:nvSpPr>
          <p:cNvPr id="702" name="Google Shape;702;p70"/>
          <p:cNvSpPr txBox="1"/>
          <p:nvPr>
            <p:ph idx="3" type="subTitle"/>
          </p:nvPr>
        </p:nvSpPr>
        <p:spPr>
          <a:xfrm>
            <a:off x="212450" y="2438900"/>
            <a:ext cx="1649400" cy="588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Bellman-Ford</a:t>
            </a:r>
            <a:endParaRPr/>
          </a:p>
        </p:txBody>
      </p:sp>
      <p:sp>
        <p:nvSpPr>
          <p:cNvPr id="703" name="Google Shape;703;p70"/>
          <p:cNvSpPr txBox="1"/>
          <p:nvPr>
            <p:ph idx="5" type="subTitle"/>
          </p:nvPr>
        </p:nvSpPr>
        <p:spPr>
          <a:xfrm>
            <a:off x="2427800" y="1614025"/>
            <a:ext cx="4461600" cy="609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 while it does not Guarantee the shortest path it has the best time efficiency and memory usage. This is incredibly important for low power GPS devices that may have very limited hardware. This would make A* the best choice to implement since it still keep very similar/equal paths to dijkstra’s </a:t>
            </a:r>
            <a:endParaRPr/>
          </a:p>
        </p:txBody>
      </p:sp>
      <p:sp>
        <p:nvSpPr>
          <p:cNvPr id="704" name="Google Shape;704;p70"/>
          <p:cNvSpPr txBox="1"/>
          <p:nvPr>
            <p:ph idx="6" type="subTitle"/>
          </p:nvPr>
        </p:nvSpPr>
        <p:spPr>
          <a:xfrm>
            <a:off x="2427800" y="2428550"/>
            <a:ext cx="4571100" cy="609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Bellman-Ford while </a:t>
            </a:r>
            <a:r>
              <a:rPr lang="en"/>
              <a:t>useful</a:t>
            </a:r>
            <a:r>
              <a:rPr lang="en"/>
              <a:t> if there is negative edges road networks have virtually none. Due to this Bellman-Ford becomes useless for GPS Routing due to its high computation time and high memory usage</a:t>
            </a:r>
            <a:endParaRPr/>
          </a:p>
        </p:txBody>
      </p:sp>
      <p:sp>
        <p:nvSpPr>
          <p:cNvPr id="705" name="Google Shape;705;p70"/>
          <p:cNvSpPr txBox="1"/>
          <p:nvPr>
            <p:ph idx="4" type="subTitle"/>
          </p:nvPr>
        </p:nvSpPr>
        <p:spPr>
          <a:xfrm>
            <a:off x="2427800" y="778775"/>
            <a:ext cx="4140600" cy="609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Dijkstra </a:t>
            </a:r>
            <a:r>
              <a:rPr lang="en"/>
              <a:t>Guarantee</a:t>
            </a:r>
            <a:r>
              <a:rPr lang="en"/>
              <a:t> a shortest path while also having good time efficiency and has no memory usage issues in </a:t>
            </a:r>
            <a:r>
              <a:rPr lang="en"/>
              <a:t>memory</a:t>
            </a:r>
            <a:r>
              <a:rPr lang="en"/>
              <a:t> constrained environments. In the majority of graphs besides ultra large paths Dijkstra’s is the perfect </a:t>
            </a:r>
            <a:r>
              <a:rPr lang="en"/>
              <a:t>algorithm</a:t>
            </a:r>
            <a:r>
              <a:rPr lang="en"/>
              <a:t> to implement for GPS Routing.</a:t>
            </a:r>
            <a:endParaRPr/>
          </a:p>
        </p:txBody>
      </p:sp>
      <p:sp>
        <p:nvSpPr>
          <p:cNvPr id="706" name="Google Shape;706;p70"/>
          <p:cNvSpPr txBox="1"/>
          <p:nvPr>
            <p:ph idx="3" type="subTitle"/>
          </p:nvPr>
        </p:nvSpPr>
        <p:spPr>
          <a:xfrm>
            <a:off x="212450" y="3243196"/>
            <a:ext cx="1649400" cy="609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Ant Colony Optimization</a:t>
            </a:r>
            <a:endParaRPr/>
          </a:p>
        </p:txBody>
      </p:sp>
      <p:sp>
        <p:nvSpPr>
          <p:cNvPr id="707" name="Google Shape;707;p70"/>
          <p:cNvSpPr txBox="1"/>
          <p:nvPr>
            <p:ph idx="6" type="subTitle"/>
          </p:nvPr>
        </p:nvSpPr>
        <p:spPr>
          <a:xfrm>
            <a:off x="2357300" y="3243075"/>
            <a:ext cx="4712100" cy="609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Ant</a:t>
            </a:r>
            <a:r>
              <a:rPr lang="en"/>
              <a:t> Colony Optimization is not good in road networks as well due to the ants gettings often stuck long amount of cycles in road networks. It also has high computation time and memory usage making it not applicable to GPS Routing.</a:t>
            </a:r>
            <a:endParaRPr/>
          </a:p>
        </p:txBody>
      </p:sp>
      <p:sp>
        <p:nvSpPr>
          <p:cNvPr id="708" name="Google Shape;708;p70"/>
          <p:cNvSpPr/>
          <p:nvPr/>
        </p:nvSpPr>
        <p:spPr>
          <a:xfrm>
            <a:off x="117475" y="3989800"/>
            <a:ext cx="7124100" cy="618600"/>
          </a:xfrm>
          <a:prstGeom prst="round2DiagRect">
            <a:avLst>
              <a:gd fmla="val 16667" name="adj1"/>
              <a:gd fmla="val 0" name="adj2"/>
            </a:avLst>
          </a:prstGeom>
          <a:solidFill>
            <a:schemeClr val="dk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709" name="Google Shape;709;p70"/>
          <p:cNvSpPr txBox="1"/>
          <p:nvPr>
            <p:ph idx="3" type="subTitle"/>
          </p:nvPr>
        </p:nvSpPr>
        <p:spPr>
          <a:xfrm>
            <a:off x="212450" y="4068196"/>
            <a:ext cx="1649400" cy="609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Conclusion</a:t>
            </a:r>
            <a:endParaRPr/>
          </a:p>
        </p:txBody>
      </p:sp>
      <p:sp>
        <p:nvSpPr>
          <p:cNvPr id="710" name="Google Shape;710;p70"/>
          <p:cNvSpPr txBox="1"/>
          <p:nvPr>
            <p:ph idx="3" type="subTitle"/>
          </p:nvPr>
        </p:nvSpPr>
        <p:spPr>
          <a:xfrm>
            <a:off x="2357300" y="4057600"/>
            <a:ext cx="4712100" cy="609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000">
                <a:latin typeface="Roboto"/>
                <a:ea typeface="Roboto"/>
                <a:cs typeface="Roboto"/>
                <a:sym typeface="Roboto"/>
              </a:rPr>
              <a:t>Dijkstra is the most applicable to GPS Routing in most cases unless the hardware is incredibly constrained or need to do lots of cross country routing, A* will be the most applicable algorithm.</a:t>
            </a:r>
            <a:endParaRPr sz="1000">
              <a:latin typeface="Roboto"/>
              <a:ea typeface="Roboto"/>
              <a:cs typeface="Roboto"/>
              <a:sym typeface="Robo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p71"/>
          <p:cNvSpPr txBox="1"/>
          <p:nvPr>
            <p:ph type="title"/>
          </p:nvPr>
        </p:nvSpPr>
        <p:spPr>
          <a:xfrm>
            <a:off x="977700" y="1410450"/>
            <a:ext cx="7188600" cy="23226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The End</a:t>
            </a:r>
            <a:endParaRPr/>
          </a:p>
        </p:txBody>
      </p:sp>
    </p:spTree>
  </p:cSld>
  <p:clrMapOvr>
    <a:masterClrMapping/>
  </p:clrMapOvr>
</p:sld>
</file>

<file path=ppt/theme/theme1.xml><?xml version="1.0" encoding="utf-8"?>
<a:theme xmlns:a="http://schemas.openxmlformats.org/drawingml/2006/main" xmlns:r="http://schemas.openxmlformats.org/officeDocument/2006/relationships" name="Quarterly Review (Futuristic)">
  <a:themeElements>
    <a:clrScheme name="Simple Light">
      <a:dk1>
        <a:srgbClr val="070707"/>
      </a:dk1>
      <a:lt1>
        <a:srgbClr val="FFFFFF"/>
      </a:lt1>
      <a:dk2>
        <a:srgbClr val="004741"/>
      </a:dk2>
      <a:lt2>
        <a:srgbClr val="F4F4F4"/>
      </a:lt2>
      <a:accent1>
        <a:srgbClr val="6DCFBE"/>
      </a:accent1>
      <a:accent2>
        <a:srgbClr val="81F5FF"/>
      </a:accent2>
      <a:accent3>
        <a:srgbClr val="202020"/>
      </a:accent3>
      <a:accent4>
        <a:srgbClr val="008585"/>
      </a:accent4>
      <a:accent5>
        <a:srgbClr val="808080"/>
      </a:accent5>
      <a:accent6>
        <a:srgbClr val="9AE9FF"/>
      </a:accent6>
      <a:hlink>
        <a:srgbClr val="6DCFB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